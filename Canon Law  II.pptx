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50"/>
  </p:notesMasterIdLst>
  <p:sldIdLst>
    <p:sldId id="266" r:id="rId2"/>
    <p:sldId id="539" r:id="rId3"/>
    <p:sldId id="536" r:id="rId4"/>
    <p:sldId id="534" r:id="rId5"/>
    <p:sldId id="535" r:id="rId6"/>
    <p:sldId id="445" r:id="rId7"/>
    <p:sldId id="446" r:id="rId8"/>
    <p:sldId id="451" r:id="rId9"/>
    <p:sldId id="504" r:id="rId10"/>
    <p:sldId id="467" r:id="rId11"/>
    <p:sldId id="468" r:id="rId12"/>
    <p:sldId id="470" r:id="rId13"/>
    <p:sldId id="457" r:id="rId14"/>
    <p:sldId id="459" r:id="rId15"/>
    <p:sldId id="469" r:id="rId16"/>
    <p:sldId id="471" r:id="rId17"/>
    <p:sldId id="458" r:id="rId18"/>
    <p:sldId id="463" r:id="rId19"/>
    <p:sldId id="472" r:id="rId20"/>
    <p:sldId id="505" r:id="rId21"/>
    <p:sldId id="473" r:id="rId22"/>
    <p:sldId id="506" r:id="rId23"/>
    <p:sldId id="474" r:id="rId24"/>
    <p:sldId id="480" r:id="rId25"/>
    <p:sldId id="531" r:id="rId26"/>
    <p:sldId id="481" r:id="rId27"/>
    <p:sldId id="482" r:id="rId28"/>
    <p:sldId id="483" r:id="rId29"/>
    <p:sldId id="484" r:id="rId30"/>
    <p:sldId id="538" r:id="rId31"/>
    <p:sldId id="537" r:id="rId32"/>
    <p:sldId id="507" r:id="rId33"/>
    <p:sldId id="554" r:id="rId34"/>
    <p:sldId id="555" r:id="rId35"/>
    <p:sldId id="556" r:id="rId36"/>
    <p:sldId id="498" r:id="rId37"/>
    <p:sldId id="557" r:id="rId38"/>
    <p:sldId id="513" r:id="rId39"/>
    <p:sldId id="529" r:id="rId40"/>
    <p:sldId id="514" r:id="rId41"/>
    <p:sldId id="515" r:id="rId42"/>
    <p:sldId id="540" r:id="rId43"/>
    <p:sldId id="547" r:id="rId44"/>
    <p:sldId id="558" r:id="rId45"/>
    <p:sldId id="559" r:id="rId46"/>
    <p:sldId id="548" r:id="rId47"/>
    <p:sldId id="543" r:id="rId48"/>
    <p:sldId id="544" r:id="rId49"/>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8" d="100"/>
          <a:sy n="78" d="100"/>
        </p:scale>
        <p:origin x="-27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429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EE7819-E87A-4B4F-8569-D7D75F2DE94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0A1BA5C-7AE1-4A9E-9B69-B0D1DFB8D3F3}">
      <dgm:prSet custT="1"/>
      <dgm:spPr/>
      <dgm:t>
        <a:bodyPr/>
        <a:lstStyle/>
        <a:p>
          <a:pPr rtl="0"/>
          <a:r>
            <a:rPr lang="en-US" sz="2400" b="1" dirty="0" smtClean="0">
              <a:latin typeface="Times New Roman" pitchFamily="18" charset="0"/>
              <a:cs typeface="Times New Roman" pitchFamily="18" charset="0"/>
            </a:rPr>
            <a:t>CHAPTER ONE: AN OVER VIEW  OF THE COURSE</a:t>
          </a:r>
          <a:endParaRPr lang="en-US" sz="2400" dirty="0">
            <a:latin typeface="Times New Roman" pitchFamily="18" charset="0"/>
            <a:cs typeface="Times New Roman" pitchFamily="18" charset="0"/>
          </a:endParaRPr>
        </a:p>
      </dgm:t>
    </dgm:pt>
    <dgm:pt modelId="{20456F08-DECE-42C3-A869-D67602987E09}" type="parTrans" cxnId="{A7DAE631-4537-4469-B0E5-60A03C09AE6B}">
      <dgm:prSet/>
      <dgm:spPr/>
      <dgm:t>
        <a:bodyPr/>
        <a:lstStyle/>
        <a:p>
          <a:endParaRPr lang="en-US"/>
        </a:p>
      </dgm:t>
    </dgm:pt>
    <dgm:pt modelId="{492E2579-214B-4E47-B6FE-21481E4CE525}" type="sibTrans" cxnId="{A7DAE631-4537-4469-B0E5-60A03C09AE6B}">
      <dgm:prSet/>
      <dgm:spPr/>
      <dgm:t>
        <a:bodyPr/>
        <a:lstStyle/>
        <a:p>
          <a:endParaRPr lang="en-US"/>
        </a:p>
      </dgm:t>
    </dgm:pt>
    <dgm:pt modelId="{5D817058-F085-4506-8C59-445FB9B4F8C2}">
      <dgm:prSet custT="1"/>
      <dgm:spPr/>
      <dgm:t>
        <a:bodyPr/>
        <a:lstStyle/>
        <a:p>
          <a:pPr algn="just" rtl="0"/>
          <a:r>
            <a:rPr lang="en-US" sz="3200" dirty="0" smtClean="0">
              <a:latin typeface="Times New Roman" pitchFamily="18" charset="0"/>
              <a:cs typeface="Times New Roman" pitchFamily="18" charset="0"/>
            </a:rPr>
            <a:t>Canon Law: Definition and Meaning</a:t>
          </a:r>
          <a:endParaRPr lang="en-US" sz="3200" dirty="0">
            <a:latin typeface="Times New Roman" pitchFamily="18" charset="0"/>
            <a:cs typeface="Times New Roman" pitchFamily="18" charset="0"/>
          </a:endParaRPr>
        </a:p>
      </dgm:t>
    </dgm:pt>
    <dgm:pt modelId="{C91989EE-B496-4662-B8C8-743AD708D77B}" type="parTrans" cxnId="{8D73BEA5-DF44-49B3-B8EE-562E9F25C859}">
      <dgm:prSet/>
      <dgm:spPr/>
      <dgm:t>
        <a:bodyPr/>
        <a:lstStyle/>
        <a:p>
          <a:endParaRPr lang="en-US"/>
        </a:p>
      </dgm:t>
    </dgm:pt>
    <dgm:pt modelId="{585A131B-CE58-462C-B67D-D48542D3240F}" type="sibTrans" cxnId="{8D73BEA5-DF44-49B3-B8EE-562E9F25C859}">
      <dgm:prSet/>
      <dgm:spPr/>
      <dgm:t>
        <a:bodyPr/>
        <a:lstStyle/>
        <a:p>
          <a:endParaRPr lang="en-US"/>
        </a:p>
      </dgm:t>
    </dgm:pt>
    <dgm:pt modelId="{CC451E23-5AD2-4664-A460-0DCC3E0D27BD}">
      <dgm:prSet custT="1"/>
      <dgm:spPr/>
      <dgm:t>
        <a:bodyPr/>
        <a:lstStyle/>
        <a:p>
          <a:pPr algn="just" rtl="0"/>
          <a:r>
            <a:rPr lang="en-US" sz="3200" smtClean="0">
              <a:latin typeface="Times New Roman" pitchFamily="18" charset="0"/>
              <a:cs typeface="Times New Roman" pitchFamily="18" charset="0"/>
            </a:rPr>
            <a:t>The purpose of  Canon law or Church Law</a:t>
          </a:r>
          <a:endParaRPr lang="en-US" sz="3200">
            <a:latin typeface="Times New Roman" pitchFamily="18" charset="0"/>
            <a:cs typeface="Times New Roman" pitchFamily="18" charset="0"/>
          </a:endParaRPr>
        </a:p>
      </dgm:t>
    </dgm:pt>
    <dgm:pt modelId="{CBA46D3B-CE16-4A86-A935-DDDD1AAEE5FB}" type="parTrans" cxnId="{11461CA7-EFFD-4B64-AA20-278AE4B12F83}">
      <dgm:prSet/>
      <dgm:spPr/>
      <dgm:t>
        <a:bodyPr/>
        <a:lstStyle/>
        <a:p>
          <a:endParaRPr lang="en-US"/>
        </a:p>
      </dgm:t>
    </dgm:pt>
    <dgm:pt modelId="{0D8D3AB4-4282-46F6-A800-D85195F93DE6}" type="sibTrans" cxnId="{11461CA7-EFFD-4B64-AA20-278AE4B12F83}">
      <dgm:prSet/>
      <dgm:spPr/>
      <dgm:t>
        <a:bodyPr/>
        <a:lstStyle/>
        <a:p>
          <a:endParaRPr lang="en-US"/>
        </a:p>
      </dgm:t>
    </dgm:pt>
    <dgm:pt modelId="{2F7DE4D5-988B-4EF6-870F-B0E3DCA23125}">
      <dgm:prSet custT="1"/>
      <dgm:spPr/>
      <dgm:t>
        <a:bodyPr/>
        <a:lstStyle/>
        <a:p>
          <a:pPr algn="just" rtl="0"/>
          <a:r>
            <a:rPr lang="en-US" sz="3200" dirty="0" smtClean="0">
              <a:latin typeface="Times New Roman" pitchFamily="18" charset="0"/>
              <a:cs typeface="Times New Roman" pitchFamily="18" charset="0"/>
            </a:rPr>
            <a:t>The Natures  of Canon law </a:t>
          </a:r>
          <a:endParaRPr lang="en-US" sz="3200" dirty="0">
            <a:latin typeface="Times New Roman" pitchFamily="18" charset="0"/>
            <a:cs typeface="Times New Roman" pitchFamily="18" charset="0"/>
          </a:endParaRPr>
        </a:p>
      </dgm:t>
    </dgm:pt>
    <dgm:pt modelId="{75EE66C6-968F-44B2-B28B-496F032FA94C}" type="parTrans" cxnId="{9309325A-EAE2-4FF6-B1F7-6C53E9D109C5}">
      <dgm:prSet/>
      <dgm:spPr/>
      <dgm:t>
        <a:bodyPr/>
        <a:lstStyle/>
        <a:p>
          <a:endParaRPr lang="en-US"/>
        </a:p>
      </dgm:t>
    </dgm:pt>
    <dgm:pt modelId="{DAE548AF-6FE2-4BA9-ABD8-FCC00A2A25D0}" type="sibTrans" cxnId="{9309325A-EAE2-4FF6-B1F7-6C53E9D109C5}">
      <dgm:prSet/>
      <dgm:spPr/>
      <dgm:t>
        <a:bodyPr/>
        <a:lstStyle/>
        <a:p>
          <a:endParaRPr lang="en-US"/>
        </a:p>
      </dgm:t>
    </dgm:pt>
    <dgm:pt modelId="{85F81B0F-385A-452A-AE58-D9C77750FFFB}">
      <dgm:prSet custT="1"/>
      <dgm:spPr/>
      <dgm:t>
        <a:bodyPr/>
        <a:lstStyle/>
        <a:p>
          <a:pPr algn="just" rtl="0"/>
          <a:r>
            <a:rPr lang="en-US" sz="3200" dirty="0" smtClean="0">
              <a:latin typeface="Times New Roman" pitchFamily="18" charset="0"/>
              <a:cs typeface="Times New Roman" pitchFamily="18" charset="0"/>
            </a:rPr>
            <a:t>Canon Law as Ecclesiology</a:t>
          </a:r>
          <a:endParaRPr lang="en-US" sz="3200" dirty="0">
            <a:latin typeface="Times New Roman" pitchFamily="18" charset="0"/>
            <a:cs typeface="Times New Roman" pitchFamily="18" charset="0"/>
          </a:endParaRPr>
        </a:p>
      </dgm:t>
    </dgm:pt>
    <dgm:pt modelId="{3A32BF0F-0051-4255-85A9-985AEC6B4343}" type="parTrans" cxnId="{45933F91-FE93-439F-8C0B-F6BCCB8A21F9}">
      <dgm:prSet/>
      <dgm:spPr/>
      <dgm:t>
        <a:bodyPr/>
        <a:lstStyle/>
        <a:p>
          <a:endParaRPr lang="en-US"/>
        </a:p>
      </dgm:t>
    </dgm:pt>
    <dgm:pt modelId="{6C9BE052-3A71-4AB8-9CAD-83F56560C85A}" type="sibTrans" cxnId="{45933F91-FE93-439F-8C0B-F6BCCB8A21F9}">
      <dgm:prSet/>
      <dgm:spPr/>
      <dgm:t>
        <a:bodyPr/>
        <a:lstStyle/>
        <a:p>
          <a:endParaRPr lang="en-US"/>
        </a:p>
      </dgm:t>
    </dgm:pt>
    <dgm:pt modelId="{632A3FD5-A13D-4B64-A5CA-7E04E197027D}">
      <dgm:prSet custT="1"/>
      <dgm:spPr/>
      <dgm:t>
        <a:bodyPr/>
        <a:lstStyle/>
        <a:p>
          <a:pPr algn="just" rtl="0"/>
          <a:r>
            <a:rPr lang="en-US" sz="3200" dirty="0" smtClean="0">
              <a:latin typeface="Times New Roman" pitchFamily="18" charset="0"/>
              <a:cs typeface="Times New Roman" pitchFamily="18" charset="0"/>
            </a:rPr>
            <a:t>Scope of Canon Law</a:t>
          </a:r>
          <a:endParaRPr lang="en-US" sz="3200" dirty="0">
            <a:latin typeface="Times New Roman" pitchFamily="18" charset="0"/>
            <a:cs typeface="Times New Roman" pitchFamily="18" charset="0"/>
          </a:endParaRPr>
        </a:p>
      </dgm:t>
    </dgm:pt>
    <dgm:pt modelId="{F70B4DAD-9B4E-4172-84A8-0F4F3C58EDD7}" type="parTrans" cxnId="{62E49935-8A60-4C63-ADDF-35C7A2659F5D}">
      <dgm:prSet/>
      <dgm:spPr/>
      <dgm:t>
        <a:bodyPr/>
        <a:lstStyle/>
        <a:p>
          <a:endParaRPr lang="en-US"/>
        </a:p>
      </dgm:t>
    </dgm:pt>
    <dgm:pt modelId="{C3915578-2531-49D4-98A6-86BE552D7153}" type="sibTrans" cxnId="{62E49935-8A60-4C63-ADDF-35C7A2659F5D}">
      <dgm:prSet/>
      <dgm:spPr/>
      <dgm:t>
        <a:bodyPr/>
        <a:lstStyle/>
        <a:p>
          <a:endParaRPr lang="en-US"/>
        </a:p>
      </dgm:t>
    </dgm:pt>
    <dgm:pt modelId="{DE8F37B6-C3D0-4474-BB1C-5381418ABB72}">
      <dgm:prSet custT="1"/>
      <dgm:spPr/>
      <dgm:t>
        <a:bodyPr/>
        <a:lstStyle/>
        <a:p>
          <a:pPr algn="just" rtl="0"/>
          <a:r>
            <a:rPr lang="en-US" sz="3200" dirty="0" smtClean="0">
              <a:latin typeface="Times New Roman" pitchFamily="18" charset="0"/>
              <a:cs typeface="Times New Roman" pitchFamily="18" charset="0"/>
            </a:rPr>
            <a:t>Church: Definition and Meaning </a:t>
          </a:r>
          <a:endParaRPr lang="en-US" sz="3200" dirty="0">
            <a:latin typeface="Times New Roman" pitchFamily="18" charset="0"/>
            <a:cs typeface="Times New Roman" pitchFamily="18" charset="0"/>
          </a:endParaRPr>
        </a:p>
      </dgm:t>
    </dgm:pt>
    <dgm:pt modelId="{93988B47-0285-417C-B833-19115EDACB1A}" type="parTrans" cxnId="{B1822188-6BE4-48BD-A67E-99692D438F59}">
      <dgm:prSet/>
      <dgm:spPr/>
      <dgm:t>
        <a:bodyPr/>
        <a:lstStyle/>
        <a:p>
          <a:endParaRPr lang="en-US"/>
        </a:p>
      </dgm:t>
    </dgm:pt>
    <dgm:pt modelId="{BCA21F7E-7765-40CB-A377-76557CE20B38}" type="sibTrans" cxnId="{B1822188-6BE4-48BD-A67E-99692D438F59}">
      <dgm:prSet/>
      <dgm:spPr/>
      <dgm:t>
        <a:bodyPr/>
        <a:lstStyle/>
        <a:p>
          <a:endParaRPr lang="en-US"/>
        </a:p>
      </dgm:t>
    </dgm:pt>
    <dgm:pt modelId="{0876F329-EBC9-4FC6-AF69-7759D80252AF}">
      <dgm:prSet custT="1"/>
      <dgm:spPr/>
      <dgm:t>
        <a:bodyPr/>
        <a:lstStyle/>
        <a:p>
          <a:pPr algn="just" rtl="0"/>
          <a:r>
            <a:rPr lang="en-US" sz="3200" dirty="0" smtClean="0">
              <a:latin typeface="Times New Roman" pitchFamily="18" charset="0"/>
              <a:cs typeface="Times New Roman" pitchFamily="18" charset="0"/>
            </a:rPr>
            <a:t>Types or Symbols of Church</a:t>
          </a:r>
          <a:endParaRPr lang="en-US" sz="3200" dirty="0">
            <a:latin typeface="Times New Roman" pitchFamily="18" charset="0"/>
            <a:cs typeface="Times New Roman" pitchFamily="18" charset="0"/>
          </a:endParaRPr>
        </a:p>
      </dgm:t>
    </dgm:pt>
    <dgm:pt modelId="{47FA91D2-6DD9-44CA-B9F2-9CB144E7EF58}" type="parTrans" cxnId="{63A2653E-4973-4DA1-BA88-FE7411D85CB9}">
      <dgm:prSet/>
      <dgm:spPr/>
      <dgm:t>
        <a:bodyPr/>
        <a:lstStyle/>
        <a:p>
          <a:endParaRPr lang="en-US"/>
        </a:p>
      </dgm:t>
    </dgm:pt>
    <dgm:pt modelId="{B3BB05EC-8CB7-40BB-9F1D-102CF52F6F68}" type="sibTrans" cxnId="{63A2653E-4973-4DA1-BA88-FE7411D85CB9}">
      <dgm:prSet/>
      <dgm:spPr/>
      <dgm:t>
        <a:bodyPr/>
        <a:lstStyle/>
        <a:p>
          <a:endParaRPr lang="en-US"/>
        </a:p>
      </dgm:t>
    </dgm:pt>
    <dgm:pt modelId="{2EAB1467-1BD7-4107-92C0-91BCAA33D101}">
      <dgm:prSet custT="1"/>
      <dgm:spPr/>
      <dgm:t>
        <a:bodyPr/>
        <a:lstStyle/>
        <a:p>
          <a:pPr algn="just" rtl="0"/>
          <a:r>
            <a:rPr lang="en-US" sz="3200" dirty="0" smtClean="0">
              <a:latin typeface="Times New Roman" pitchFamily="18" charset="0"/>
              <a:cs typeface="Times New Roman" pitchFamily="18" charset="0"/>
            </a:rPr>
            <a:t>Church and Its Attributes</a:t>
          </a:r>
          <a:endParaRPr lang="en-US" sz="3200" dirty="0">
            <a:latin typeface="Times New Roman" pitchFamily="18" charset="0"/>
            <a:cs typeface="Times New Roman" pitchFamily="18" charset="0"/>
          </a:endParaRPr>
        </a:p>
      </dgm:t>
    </dgm:pt>
    <dgm:pt modelId="{2D94DE40-D033-4AD0-84FE-FDCE34F0A852}" type="parTrans" cxnId="{AD3C8175-1189-491F-949F-2000DF2BA822}">
      <dgm:prSet/>
      <dgm:spPr/>
      <dgm:t>
        <a:bodyPr/>
        <a:lstStyle/>
        <a:p>
          <a:endParaRPr lang="en-US"/>
        </a:p>
      </dgm:t>
    </dgm:pt>
    <dgm:pt modelId="{D3E61CA1-AA80-4AA4-9FF5-A9B8357FDA69}" type="sibTrans" cxnId="{AD3C8175-1189-491F-949F-2000DF2BA822}">
      <dgm:prSet/>
      <dgm:spPr/>
      <dgm:t>
        <a:bodyPr/>
        <a:lstStyle/>
        <a:p>
          <a:endParaRPr lang="en-US"/>
        </a:p>
      </dgm:t>
    </dgm:pt>
    <dgm:pt modelId="{732FAD67-15B6-4141-870D-872B4A3F9D7F}" type="pres">
      <dgm:prSet presAssocID="{F3EE7819-E87A-4B4F-8569-D7D75F2DE947}" presName="linear" presStyleCnt="0">
        <dgm:presLayoutVars>
          <dgm:animLvl val="lvl"/>
          <dgm:resizeHandles val="exact"/>
        </dgm:presLayoutVars>
      </dgm:prSet>
      <dgm:spPr/>
      <dgm:t>
        <a:bodyPr/>
        <a:lstStyle/>
        <a:p>
          <a:endParaRPr lang="en-US"/>
        </a:p>
      </dgm:t>
    </dgm:pt>
    <dgm:pt modelId="{CCACCED9-94B1-42C6-A09B-9BCE3D4228E5}" type="pres">
      <dgm:prSet presAssocID="{40A1BA5C-7AE1-4A9E-9B69-B0D1DFB8D3F3}" presName="parentText" presStyleLbl="node1" presStyleIdx="0" presStyleCnt="1" custScaleY="65457">
        <dgm:presLayoutVars>
          <dgm:chMax val="0"/>
          <dgm:bulletEnabled val="1"/>
        </dgm:presLayoutVars>
      </dgm:prSet>
      <dgm:spPr/>
      <dgm:t>
        <a:bodyPr/>
        <a:lstStyle/>
        <a:p>
          <a:endParaRPr lang="en-US"/>
        </a:p>
      </dgm:t>
    </dgm:pt>
    <dgm:pt modelId="{B6B8C409-A571-490D-AF05-C84C99907297}" type="pres">
      <dgm:prSet presAssocID="{40A1BA5C-7AE1-4A9E-9B69-B0D1DFB8D3F3}" presName="childText" presStyleLbl="revTx" presStyleIdx="0" presStyleCnt="1" custScaleY="140279">
        <dgm:presLayoutVars>
          <dgm:bulletEnabled val="1"/>
        </dgm:presLayoutVars>
      </dgm:prSet>
      <dgm:spPr/>
      <dgm:t>
        <a:bodyPr/>
        <a:lstStyle/>
        <a:p>
          <a:endParaRPr lang="en-US"/>
        </a:p>
      </dgm:t>
    </dgm:pt>
  </dgm:ptLst>
  <dgm:cxnLst>
    <dgm:cxn modelId="{9AE2B3D7-9525-4262-9E9F-6D767119C5BD}" type="presOf" srcId="{0876F329-EBC9-4FC6-AF69-7759D80252AF}" destId="{B6B8C409-A571-490D-AF05-C84C99907297}" srcOrd="0" destOrd="6" presId="urn:microsoft.com/office/officeart/2005/8/layout/vList2"/>
    <dgm:cxn modelId="{62E49935-8A60-4C63-ADDF-35C7A2659F5D}" srcId="{40A1BA5C-7AE1-4A9E-9B69-B0D1DFB8D3F3}" destId="{632A3FD5-A13D-4B64-A5CA-7E04E197027D}" srcOrd="4" destOrd="0" parTransId="{F70B4DAD-9B4E-4172-84A8-0F4F3C58EDD7}" sibTransId="{C3915578-2531-49D4-98A6-86BE552D7153}"/>
    <dgm:cxn modelId="{013D60DB-8E45-42AA-9C14-B4B4747E0B77}" type="presOf" srcId="{40A1BA5C-7AE1-4A9E-9B69-B0D1DFB8D3F3}" destId="{CCACCED9-94B1-42C6-A09B-9BCE3D4228E5}" srcOrd="0" destOrd="0" presId="urn:microsoft.com/office/officeart/2005/8/layout/vList2"/>
    <dgm:cxn modelId="{AD3C8175-1189-491F-949F-2000DF2BA822}" srcId="{40A1BA5C-7AE1-4A9E-9B69-B0D1DFB8D3F3}" destId="{2EAB1467-1BD7-4107-92C0-91BCAA33D101}" srcOrd="7" destOrd="0" parTransId="{2D94DE40-D033-4AD0-84FE-FDCE34F0A852}" sibTransId="{D3E61CA1-AA80-4AA4-9FF5-A9B8357FDA69}"/>
    <dgm:cxn modelId="{9309325A-EAE2-4FF6-B1F7-6C53E9D109C5}" srcId="{40A1BA5C-7AE1-4A9E-9B69-B0D1DFB8D3F3}" destId="{2F7DE4D5-988B-4EF6-870F-B0E3DCA23125}" srcOrd="2" destOrd="0" parTransId="{75EE66C6-968F-44B2-B28B-496F032FA94C}" sibTransId="{DAE548AF-6FE2-4BA9-ABD8-FCC00A2A25D0}"/>
    <dgm:cxn modelId="{45933F91-FE93-439F-8C0B-F6BCCB8A21F9}" srcId="{40A1BA5C-7AE1-4A9E-9B69-B0D1DFB8D3F3}" destId="{85F81B0F-385A-452A-AE58-D9C77750FFFB}" srcOrd="3" destOrd="0" parTransId="{3A32BF0F-0051-4255-85A9-985AEC6B4343}" sibTransId="{6C9BE052-3A71-4AB8-9CAD-83F56560C85A}"/>
    <dgm:cxn modelId="{40E44330-BC4D-4614-ACA8-1FDC87A12DD2}" type="presOf" srcId="{CC451E23-5AD2-4664-A460-0DCC3E0D27BD}" destId="{B6B8C409-A571-490D-AF05-C84C99907297}" srcOrd="0" destOrd="1" presId="urn:microsoft.com/office/officeart/2005/8/layout/vList2"/>
    <dgm:cxn modelId="{1662E1CF-7C6A-4F12-8924-3991A5205DAE}" type="presOf" srcId="{2EAB1467-1BD7-4107-92C0-91BCAA33D101}" destId="{B6B8C409-A571-490D-AF05-C84C99907297}" srcOrd="0" destOrd="7" presId="urn:microsoft.com/office/officeart/2005/8/layout/vList2"/>
    <dgm:cxn modelId="{63A2653E-4973-4DA1-BA88-FE7411D85CB9}" srcId="{40A1BA5C-7AE1-4A9E-9B69-B0D1DFB8D3F3}" destId="{0876F329-EBC9-4FC6-AF69-7759D80252AF}" srcOrd="6" destOrd="0" parTransId="{47FA91D2-6DD9-44CA-B9F2-9CB144E7EF58}" sibTransId="{B3BB05EC-8CB7-40BB-9F1D-102CF52F6F68}"/>
    <dgm:cxn modelId="{2DD24698-5CAB-4433-A01E-BCBB2B4FF3A5}" type="presOf" srcId="{F3EE7819-E87A-4B4F-8569-D7D75F2DE947}" destId="{732FAD67-15B6-4141-870D-872B4A3F9D7F}" srcOrd="0" destOrd="0" presId="urn:microsoft.com/office/officeart/2005/8/layout/vList2"/>
    <dgm:cxn modelId="{91E75F90-753E-4D3C-AF0C-BFFAF3270E40}" type="presOf" srcId="{2F7DE4D5-988B-4EF6-870F-B0E3DCA23125}" destId="{B6B8C409-A571-490D-AF05-C84C99907297}" srcOrd="0" destOrd="2" presId="urn:microsoft.com/office/officeart/2005/8/layout/vList2"/>
    <dgm:cxn modelId="{8D73BEA5-DF44-49B3-B8EE-562E9F25C859}" srcId="{40A1BA5C-7AE1-4A9E-9B69-B0D1DFB8D3F3}" destId="{5D817058-F085-4506-8C59-445FB9B4F8C2}" srcOrd="0" destOrd="0" parTransId="{C91989EE-B496-4662-B8C8-743AD708D77B}" sibTransId="{585A131B-CE58-462C-B67D-D48542D3240F}"/>
    <dgm:cxn modelId="{AA31A78F-9051-40DB-B5E5-48252FD3BE80}" type="presOf" srcId="{632A3FD5-A13D-4B64-A5CA-7E04E197027D}" destId="{B6B8C409-A571-490D-AF05-C84C99907297}" srcOrd="0" destOrd="4" presId="urn:microsoft.com/office/officeart/2005/8/layout/vList2"/>
    <dgm:cxn modelId="{C2A5C38F-0EC8-4C2A-BED2-64651A2B252D}" type="presOf" srcId="{85F81B0F-385A-452A-AE58-D9C77750FFFB}" destId="{B6B8C409-A571-490D-AF05-C84C99907297}" srcOrd="0" destOrd="3" presId="urn:microsoft.com/office/officeart/2005/8/layout/vList2"/>
    <dgm:cxn modelId="{4F5C014E-B346-4105-82E1-6B5674221F8F}" type="presOf" srcId="{DE8F37B6-C3D0-4474-BB1C-5381418ABB72}" destId="{B6B8C409-A571-490D-AF05-C84C99907297}" srcOrd="0" destOrd="5" presId="urn:microsoft.com/office/officeart/2005/8/layout/vList2"/>
    <dgm:cxn modelId="{A7DAE631-4537-4469-B0E5-60A03C09AE6B}" srcId="{F3EE7819-E87A-4B4F-8569-D7D75F2DE947}" destId="{40A1BA5C-7AE1-4A9E-9B69-B0D1DFB8D3F3}" srcOrd="0" destOrd="0" parTransId="{20456F08-DECE-42C3-A869-D67602987E09}" sibTransId="{492E2579-214B-4E47-B6FE-21481E4CE525}"/>
    <dgm:cxn modelId="{4C8FF0F3-F154-4199-8720-DC2DBDA5C7C2}" type="presOf" srcId="{5D817058-F085-4506-8C59-445FB9B4F8C2}" destId="{B6B8C409-A571-490D-AF05-C84C99907297}" srcOrd="0" destOrd="0" presId="urn:microsoft.com/office/officeart/2005/8/layout/vList2"/>
    <dgm:cxn modelId="{B1822188-6BE4-48BD-A67E-99692D438F59}" srcId="{40A1BA5C-7AE1-4A9E-9B69-B0D1DFB8D3F3}" destId="{DE8F37B6-C3D0-4474-BB1C-5381418ABB72}" srcOrd="5" destOrd="0" parTransId="{93988B47-0285-417C-B833-19115EDACB1A}" sibTransId="{BCA21F7E-7765-40CB-A377-76557CE20B38}"/>
    <dgm:cxn modelId="{11461CA7-EFFD-4B64-AA20-278AE4B12F83}" srcId="{40A1BA5C-7AE1-4A9E-9B69-B0D1DFB8D3F3}" destId="{CC451E23-5AD2-4664-A460-0DCC3E0D27BD}" srcOrd="1" destOrd="0" parTransId="{CBA46D3B-CE16-4A86-A935-DDDD1AAEE5FB}" sibTransId="{0D8D3AB4-4282-46F6-A800-D85195F93DE6}"/>
    <dgm:cxn modelId="{22D8232F-93BB-4BED-B036-9786F3C50700}" type="presParOf" srcId="{732FAD67-15B6-4141-870D-872B4A3F9D7F}" destId="{CCACCED9-94B1-42C6-A09B-9BCE3D4228E5}" srcOrd="0" destOrd="0" presId="urn:microsoft.com/office/officeart/2005/8/layout/vList2"/>
    <dgm:cxn modelId="{91FE67EA-7E82-4750-85D3-0A0C41329488}" type="presParOf" srcId="{732FAD67-15B6-4141-870D-872B4A3F9D7F}" destId="{B6B8C409-A571-490D-AF05-C84C99907297}"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37901A0-2230-409B-B12A-19590443997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0E7C4ED-FA15-4815-9812-5A7E47F264D7}">
      <dgm:prSet/>
      <dgm:spPr/>
      <dgm:t>
        <a:bodyPr/>
        <a:lstStyle/>
        <a:p>
          <a:pPr rtl="0"/>
          <a:r>
            <a:rPr lang="en-US" b="1" dirty="0" smtClean="0">
              <a:latin typeface="Times New Roman" pitchFamily="18" charset="0"/>
              <a:cs typeface="Times New Roman" pitchFamily="18" charset="0"/>
            </a:rPr>
            <a:t>CHAPTER TWO: CHURCH ADMINISTRATION</a:t>
          </a:r>
          <a:endParaRPr lang="en-US" dirty="0">
            <a:latin typeface="Times New Roman" pitchFamily="18" charset="0"/>
            <a:cs typeface="Times New Roman" pitchFamily="18" charset="0"/>
          </a:endParaRPr>
        </a:p>
      </dgm:t>
    </dgm:pt>
    <dgm:pt modelId="{079ABA9C-AA3B-4A15-AB8C-0FAA011CAB17}" type="parTrans" cxnId="{7C0A2F44-3A17-46B9-82AE-7B3BE2A6EA08}">
      <dgm:prSet/>
      <dgm:spPr/>
      <dgm:t>
        <a:bodyPr/>
        <a:lstStyle/>
        <a:p>
          <a:endParaRPr lang="en-US"/>
        </a:p>
      </dgm:t>
    </dgm:pt>
    <dgm:pt modelId="{27BB8518-6F53-4AB8-8BE0-EF4F648F2AAF}" type="sibTrans" cxnId="{7C0A2F44-3A17-46B9-82AE-7B3BE2A6EA08}">
      <dgm:prSet/>
      <dgm:spPr/>
      <dgm:t>
        <a:bodyPr/>
        <a:lstStyle/>
        <a:p>
          <a:endParaRPr lang="en-US"/>
        </a:p>
      </dgm:t>
    </dgm:pt>
    <dgm:pt modelId="{CABF4F30-5C6C-41AF-880D-5B8E433241C4}">
      <dgm:prSet/>
      <dgm:spPr/>
      <dgm:t>
        <a:bodyPr/>
        <a:lstStyle/>
        <a:p>
          <a:pPr algn="just" rtl="0"/>
          <a:r>
            <a:rPr lang="en-US" dirty="0" smtClean="0">
              <a:latin typeface="Times New Roman" pitchFamily="18" charset="0"/>
              <a:cs typeface="Times New Roman" pitchFamily="18" charset="0"/>
            </a:rPr>
            <a:t>Concepts  of church administration</a:t>
          </a:r>
          <a:endParaRPr lang="en-US" dirty="0">
            <a:latin typeface="Times New Roman" pitchFamily="18" charset="0"/>
            <a:cs typeface="Times New Roman" pitchFamily="18" charset="0"/>
          </a:endParaRPr>
        </a:p>
      </dgm:t>
    </dgm:pt>
    <dgm:pt modelId="{6F45FC0C-34F3-4870-99E7-F7DD600AF59D}" type="parTrans" cxnId="{75D95D1A-1CE5-48B9-A77B-3E6A5EBB1016}">
      <dgm:prSet/>
      <dgm:spPr/>
      <dgm:t>
        <a:bodyPr/>
        <a:lstStyle/>
        <a:p>
          <a:endParaRPr lang="en-US"/>
        </a:p>
      </dgm:t>
    </dgm:pt>
    <dgm:pt modelId="{09167A7D-72DF-467A-B3C7-A9CF950B7C04}" type="sibTrans" cxnId="{75D95D1A-1CE5-48B9-A77B-3E6A5EBB1016}">
      <dgm:prSet/>
      <dgm:spPr/>
      <dgm:t>
        <a:bodyPr/>
        <a:lstStyle/>
        <a:p>
          <a:endParaRPr lang="en-US"/>
        </a:p>
      </dgm:t>
    </dgm:pt>
    <dgm:pt modelId="{C67B6E3A-3AF8-4227-AD37-1D6F837E253C}">
      <dgm:prSet/>
      <dgm:spPr/>
      <dgm:t>
        <a:bodyPr/>
        <a:lstStyle/>
        <a:p>
          <a:pPr algn="just" rtl="0"/>
          <a:r>
            <a:rPr lang="en-US" dirty="0" smtClean="0">
              <a:latin typeface="Times New Roman" pitchFamily="18" charset="0"/>
              <a:cs typeface="Times New Roman" pitchFamily="18" charset="0"/>
            </a:rPr>
            <a:t>Definition and Meaning of  Church  Administration</a:t>
          </a:r>
          <a:endParaRPr lang="en-US" dirty="0">
            <a:latin typeface="Times New Roman" pitchFamily="18" charset="0"/>
            <a:cs typeface="Times New Roman" pitchFamily="18" charset="0"/>
          </a:endParaRPr>
        </a:p>
      </dgm:t>
    </dgm:pt>
    <dgm:pt modelId="{1DF9DCEA-CE4C-47A8-8F18-77C90669EE02}" type="parTrans" cxnId="{C059855A-EE0B-488C-BC5C-C6CC1E334582}">
      <dgm:prSet/>
      <dgm:spPr/>
      <dgm:t>
        <a:bodyPr/>
        <a:lstStyle/>
        <a:p>
          <a:endParaRPr lang="en-US"/>
        </a:p>
      </dgm:t>
    </dgm:pt>
    <dgm:pt modelId="{D0C5F9EE-D50F-4C18-88FF-E3C2C2BFD0EE}" type="sibTrans" cxnId="{C059855A-EE0B-488C-BC5C-C6CC1E334582}">
      <dgm:prSet/>
      <dgm:spPr/>
      <dgm:t>
        <a:bodyPr/>
        <a:lstStyle/>
        <a:p>
          <a:endParaRPr lang="en-US"/>
        </a:p>
      </dgm:t>
    </dgm:pt>
    <dgm:pt modelId="{CEC7D070-D4DE-49E4-8440-6B578FE694A3}">
      <dgm:prSet/>
      <dgm:spPr/>
      <dgm:t>
        <a:bodyPr/>
        <a:lstStyle/>
        <a:p>
          <a:pPr algn="just" rtl="0"/>
          <a:r>
            <a:rPr lang="en-US" dirty="0" smtClean="0">
              <a:latin typeface="Times New Roman" pitchFamily="18" charset="0"/>
              <a:cs typeface="Times New Roman" pitchFamily="18" charset="0"/>
            </a:rPr>
            <a:t>The purposes of  Church  Administration </a:t>
          </a:r>
          <a:endParaRPr lang="en-US" dirty="0">
            <a:latin typeface="Times New Roman" pitchFamily="18" charset="0"/>
            <a:cs typeface="Times New Roman" pitchFamily="18" charset="0"/>
          </a:endParaRPr>
        </a:p>
      </dgm:t>
    </dgm:pt>
    <dgm:pt modelId="{2567276B-3288-45FB-8B0E-6066AF3E3720}" type="parTrans" cxnId="{43D5E0D2-A0FA-4437-BBD4-05AC7A6A1EFA}">
      <dgm:prSet/>
      <dgm:spPr/>
      <dgm:t>
        <a:bodyPr/>
        <a:lstStyle/>
        <a:p>
          <a:endParaRPr lang="en-US"/>
        </a:p>
      </dgm:t>
    </dgm:pt>
    <dgm:pt modelId="{23EB2DEA-B7F9-4BA9-8632-A8FB2D977734}" type="sibTrans" cxnId="{43D5E0D2-A0FA-4437-BBD4-05AC7A6A1EFA}">
      <dgm:prSet/>
      <dgm:spPr/>
      <dgm:t>
        <a:bodyPr/>
        <a:lstStyle/>
        <a:p>
          <a:endParaRPr lang="en-US"/>
        </a:p>
      </dgm:t>
    </dgm:pt>
    <dgm:pt modelId="{CCCDC92A-9BCA-46C1-AD43-4E2A52AAE0D0}">
      <dgm:prSet/>
      <dgm:spPr/>
      <dgm:t>
        <a:bodyPr/>
        <a:lstStyle/>
        <a:p>
          <a:pPr algn="just" rtl="0"/>
          <a:r>
            <a:rPr lang="en-US" dirty="0" smtClean="0">
              <a:latin typeface="Times New Roman" pitchFamily="18" charset="0"/>
              <a:cs typeface="Times New Roman" pitchFamily="18" charset="0"/>
            </a:rPr>
            <a:t>Principles of Church Administration</a:t>
          </a:r>
          <a:endParaRPr lang="en-US" dirty="0">
            <a:latin typeface="Times New Roman" pitchFamily="18" charset="0"/>
            <a:cs typeface="Times New Roman" pitchFamily="18" charset="0"/>
          </a:endParaRPr>
        </a:p>
      </dgm:t>
    </dgm:pt>
    <dgm:pt modelId="{45696A9A-B794-46FB-B446-C824D59D95A1}" type="parTrans" cxnId="{595D00F8-31DB-46B5-B046-1FCF439C60F4}">
      <dgm:prSet/>
      <dgm:spPr/>
      <dgm:t>
        <a:bodyPr/>
        <a:lstStyle/>
        <a:p>
          <a:endParaRPr lang="en-US"/>
        </a:p>
      </dgm:t>
    </dgm:pt>
    <dgm:pt modelId="{2AB7A73A-6F6F-4DD1-A0F2-697196939FE9}" type="sibTrans" cxnId="{595D00F8-31DB-46B5-B046-1FCF439C60F4}">
      <dgm:prSet/>
      <dgm:spPr/>
      <dgm:t>
        <a:bodyPr/>
        <a:lstStyle/>
        <a:p>
          <a:endParaRPr lang="en-US"/>
        </a:p>
      </dgm:t>
    </dgm:pt>
    <dgm:pt modelId="{43E6A34D-B34C-4912-A692-98C72982FBA3}">
      <dgm:prSet/>
      <dgm:spPr/>
      <dgm:t>
        <a:bodyPr/>
        <a:lstStyle/>
        <a:p>
          <a:pPr algn="just" rtl="0"/>
          <a:r>
            <a:rPr lang="en-US" dirty="0" smtClean="0">
              <a:latin typeface="Times New Roman" pitchFamily="18" charset="0"/>
              <a:cs typeface="Times New Roman" pitchFamily="18" charset="0"/>
            </a:rPr>
            <a:t>Who are Church Administers?</a:t>
          </a:r>
          <a:endParaRPr lang="en-US" dirty="0">
            <a:latin typeface="Times New Roman" pitchFamily="18" charset="0"/>
            <a:cs typeface="Times New Roman" pitchFamily="18" charset="0"/>
          </a:endParaRPr>
        </a:p>
      </dgm:t>
    </dgm:pt>
    <dgm:pt modelId="{6D60B0C4-5E6E-410A-AC53-99717CD863D3}" type="parTrans" cxnId="{B4FB0921-6850-46B7-87F5-8CF51ED1A054}">
      <dgm:prSet/>
      <dgm:spPr/>
      <dgm:t>
        <a:bodyPr/>
        <a:lstStyle/>
        <a:p>
          <a:endParaRPr lang="en-US"/>
        </a:p>
      </dgm:t>
    </dgm:pt>
    <dgm:pt modelId="{D2C50528-453E-4182-8787-1CA9D7578984}" type="sibTrans" cxnId="{B4FB0921-6850-46B7-87F5-8CF51ED1A054}">
      <dgm:prSet/>
      <dgm:spPr/>
      <dgm:t>
        <a:bodyPr/>
        <a:lstStyle/>
        <a:p>
          <a:endParaRPr lang="en-US"/>
        </a:p>
      </dgm:t>
    </dgm:pt>
    <dgm:pt modelId="{15999028-1FA9-4342-A595-BCCF842AC12D}">
      <dgm:prSet/>
      <dgm:spPr/>
      <dgm:t>
        <a:bodyPr/>
        <a:lstStyle/>
        <a:p>
          <a:pPr algn="just" rtl="0"/>
          <a:r>
            <a:rPr lang="en-US" dirty="0" smtClean="0">
              <a:latin typeface="Times New Roman" pitchFamily="18" charset="0"/>
              <a:cs typeface="Times New Roman" pitchFamily="18" charset="0"/>
            </a:rPr>
            <a:t>The Features of good church Administers</a:t>
          </a:r>
          <a:endParaRPr lang="en-US" dirty="0">
            <a:latin typeface="Times New Roman" pitchFamily="18" charset="0"/>
            <a:cs typeface="Times New Roman" pitchFamily="18" charset="0"/>
          </a:endParaRPr>
        </a:p>
      </dgm:t>
    </dgm:pt>
    <dgm:pt modelId="{CB12E6D5-7E71-492B-9A08-83CEBEB3655A}" type="parTrans" cxnId="{B7FD6A5D-12B5-415A-AEFB-D84B18034FA4}">
      <dgm:prSet/>
      <dgm:spPr/>
      <dgm:t>
        <a:bodyPr/>
        <a:lstStyle/>
        <a:p>
          <a:endParaRPr lang="en-US"/>
        </a:p>
      </dgm:t>
    </dgm:pt>
    <dgm:pt modelId="{FEFB3980-A6AC-412A-BE75-C71847CD8D8C}" type="sibTrans" cxnId="{B7FD6A5D-12B5-415A-AEFB-D84B18034FA4}">
      <dgm:prSet/>
      <dgm:spPr/>
      <dgm:t>
        <a:bodyPr/>
        <a:lstStyle/>
        <a:p>
          <a:endParaRPr lang="en-US"/>
        </a:p>
      </dgm:t>
    </dgm:pt>
    <dgm:pt modelId="{4B8C351E-C2AC-4847-984F-C85746BC6909}">
      <dgm:prSet/>
      <dgm:spPr/>
      <dgm:t>
        <a:bodyPr/>
        <a:lstStyle/>
        <a:p>
          <a:pPr algn="just" rtl="0"/>
          <a:r>
            <a:rPr lang="en-US" dirty="0" smtClean="0">
              <a:latin typeface="Times New Roman" pitchFamily="18" charset="0"/>
              <a:cs typeface="Times New Roman" pitchFamily="18" charset="0"/>
            </a:rPr>
            <a:t>Qualities of  church Administers</a:t>
          </a:r>
          <a:endParaRPr lang="en-US" dirty="0">
            <a:latin typeface="Times New Roman" pitchFamily="18" charset="0"/>
            <a:cs typeface="Times New Roman" pitchFamily="18" charset="0"/>
          </a:endParaRPr>
        </a:p>
      </dgm:t>
    </dgm:pt>
    <dgm:pt modelId="{303A7B0F-B704-4208-9AC9-4BEEA51F9DD6}" type="parTrans" cxnId="{C8993B10-30C8-4E5A-A532-A8C7FE0C64BD}">
      <dgm:prSet/>
      <dgm:spPr/>
      <dgm:t>
        <a:bodyPr/>
        <a:lstStyle/>
        <a:p>
          <a:endParaRPr lang="en-US"/>
        </a:p>
      </dgm:t>
    </dgm:pt>
    <dgm:pt modelId="{7932ED9E-A8A3-4C8F-BA46-37C6BF1BA4F4}" type="sibTrans" cxnId="{C8993B10-30C8-4E5A-A532-A8C7FE0C64BD}">
      <dgm:prSet/>
      <dgm:spPr/>
      <dgm:t>
        <a:bodyPr/>
        <a:lstStyle/>
        <a:p>
          <a:endParaRPr lang="en-US"/>
        </a:p>
      </dgm:t>
    </dgm:pt>
    <dgm:pt modelId="{AAD7F3AE-F950-4FC1-A2DC-5400BC32FB59}">
      <dgm:prSet custT="1"/>
      <dgm:spPr/>
      <dgm:t>
        <a:bodyPr/>
        <a:lstStyle/>
        <a:p>
          <a:pPr algn="just" rtl="0"/>
          <a:r>
            <a:rPr lang="en-US" sz="1800" b="1" dirty="0" smtClean="0">
              <a:latin typeface="Times New Roman" pitchFamily="18" charset="0"/>
              <a:cs typeface="Times New Roman" pitchFamily="18" charset="0"/>
            </a:rPr>
            <a:t>CHAPTER THREE: DUTIES AND RESPONSIBILITY OF CHURCH ADMINISTERS</a:t>
          </a:r>
          <a:endParaRPr lang="en-US" sz="1800" dirty="0">
            <a:latin typeface="Times New Roman" pitchFamily="18" charset="0"/>
            <a:cs typeface="Times New Roman" pitchFamily="18" charset="0"/>
          </a:endParaRPr>
        </a:p>
      </dgm:t>
    </dgm:pt>
    <dgm:pt modelId="{46A7E7B6-D8AD-420A-8482-DC3C893D0991}" type="parTrans" cxnId="{30845370-2E08-445C-99D2-D8B52C964560}">
      <dgm:prSet/>
      <dgm:spPr/>
      <dgm:t>
        <a:bodyPr/>
        <a:lstStyle/>
        <a:p>
          <a:endParaRPr lang="en-US"/>
        </a:p>
      </dgm:t>
    </dgm:pt>
    <dgm:pt modelId="{E10F8283-8F21-4E92-88DA-941EFF9161BD}" type="sibTrans" cxnId="{30845370-2E08-445C-99D2-D8B52C964560}">
      <dgm:prSet/>
      <dgm:spPr/>
      <dgm:t>
        <a:bodyPr/>
        <a:lstStyle/>
        <a:p>
          <a:endParaRPr lang="en-US"/>
        </a:p>
      </dgm:t>
    </dgm:pt>
    <dgm:pt modelId="{4918ED1C-576B-42B2-88F7-CC367FC7D618}">
      <dgm:prSet custT="1"/>
      <dgm:spPr/>
      <dgm:t>
        <a:bodyPr/>
        <a:lstStyle/>
        <a:p>
          <a:pPr rtl="0"/>
          <a:r>
            <a:rPr lang="en-US" sz="2400" dirty="0" smtClean="0">
              <a:latin typeface="Times New Roman" pitchFamily="18" charset="0"/>
              <a:cs typeface="Times New Roman" pitchFamily="18" charset="0"/>
            </a:rPr>
            <a:t>Administering Church Education</a:t>
          </a:r>
          <a:endParaRPr lang="en-US" sz="2400" dirty="0">
            <a:latin typeface="Times New Roman" pitchFamily="18" charset="0"/>
            <a:cs typeface="Times New Roman" pitchFamily="18" charset="0"/>
          </a:endParaRPr>
        </a:p>
      </dgm:t>
    </dgm:pt>
    <dgm:pt modelId="{78093A48-035D-44CB-A4A3-B2129D43007F}" type="parTrans" cxnId="{22966C44-D224-42FD-898B-701F1264206A}">
      <dgm:prSet/>
      <dgm:spPr/>
      <dgm:t>
        <a:bodyPr/>
        <a:lstStyle/>
        <a:p>
          <a:endParaRPr lang="en-US"/>
        </a:p>
      </dgm:t>
    </dgm:pt>
    <dgm:pt modelId="{8F7D71EF-6814-4FDD-9FD3-4E778C168A4F}" type="sibTrans" cxnId="{22966C44-D224-42FD-898B-701F1264206A}">
      <dgm:prSet/>
      <dgm:spPr/>
      <dgm:t>
        <a:bodyPr/>
        <a:lstStyle/>
        <a:p>
          <a:endParaRPr lang="en-US"/>
        </a:p>
      </dgm:t>
    </dgm:pt>
    <dgm:pt modelId="{58243D7A-5862-4995-B6E4-A488D5D2A913}">
      <dgm:prSet custT="1"/>
      <dgm:spPr/>
      <dgm:t>
        <a:bodyPr/>
        <a:lstStyle/>
        <a:p>
          <a:pPr rtl="0"/>
          <a:r>
            <a:rPr lang="en-US" sz="2400" dirty="0" smtClean="0">
              <a:latin typeface="Times New Roman" pitchFamily="18" charset="0"/>
              <a:cs typeface="Times New Roman" pitchFamily="18" charset="0"/>
            </a:rPr>
            <a:t>Spreading the Christian  Teaching</a:t>
          </a:r>
          <a:endParaRPr lang="en-US" sz="2400" dirty="0">
            <a:latin typeface="Times New Roman" pitchFamily="18" charset="0"/>
            <a:cs typeface="Times New Roman" pitchFamily="18" charset="0"/>
          </a:endParaRPr>
        </a:p>
      </dgm:t>
    </dgm:pt>
    <dgm:pt modelId="{A7A0B4BC-6420-46D8-B2D2-D75506CB1E12}" type="parTrans" cxnId="{A7194BFF-935F-4A0A-A305-EA36BCC249DA}">
      <dgm:prSet/>
      <dgm:spPr/>
      <dgm:t>
        <a:bodyPr/>
        <a:lstStyle/>
        <a:p>
          <a:endParaRPr lang="en-US"/>
        </a:p>
      </dgm:t>
    </dgm:pt>
    <dgm:pt modelId="{0F8D8D2E-F015-4D2B-BE81-B974616CA70A}" type="sibTrans" cxnId="{A7194BFF-935F-4A0A-A305-EA36BCC249DA}">
      <dgm:prSet/>
      <dgm:spPr/>
      <dgm:t>
        <a:bodyPr/>
        <a:lstStyle/>
        <a:p>
          <a:endParaRPr lang="en-US"/>
        </a:p>
      </dgm:t>
    </dgm:pt>
    <dgm:pt modelId="{246D238F-9A89-4126-A2A3-A9E9302A9A9C}">
      <dgm:prSet custT="1"/>
      <dgm:spPr/>
      <dgm:t>
        <a:bodyPr/>
        <a:lstStyle/>
        <a:p>
          <a:pPr rtl="0"/>
          <a:r>
            <a:rPr lang="en-US" sz="2400" dirty="0" smtClean="0">
              <a:latin typeface="Times New Roman" pitchFamily="18" charset="0"/>
              <a:cs typeface="Times New Roman" pitchFamily="18" charset="0"/>
            </a:rPr>
            <a:t>Administering  the sacred things </a:t>
          </a:r>
          <a:endParaRPr lang="en-US" sz="2400" dirty="0">
            <a:latin typeface="Times New Roman" pitchFamily="18" charset="0"/>
            <a:cs typeface="Times New Roman" pitchFamily="18" charset="0"/>
          </a:endParaRPr>
        </a:p>
      </dgm:t>
    </dgm:pt>
    <dgm:pt modelId="{156D5103-A0B6-4FD6-9356-CCCB332ACA95}" type="parTrans" cxnId="{66326091-98F4-4D24-AC5F-42C957E3AB9C}">
      <dgm:prSet/>
      <dgm:spPr/>
      <dgm:t>
        <a:bodyPr/>
        <a:lstStyle/>
        <a:p>
          <a:endParaRPr lang="en-US"/>
        </a:p>
      </dgm:t>
    </dgm:pt>
    <dgm:pt modelId="{94FB3D21-5FC3-4D3D-B22B-C18162A7B912}" type="sibTrans" cxnId="{66326091-98F4-4D24-AC5F-42C957E3AB9C}">
      <dgm:prSet/>
      <dgm:spPr/>
      <dgm:t>
        <a:bodyPr/>
        <a:lstStyle/>
        <a:p>
          <a:endParaRPr lang="en-US"/>
        </a:p>
      </dgm:t>
    </dgm:pt>
    <dgm:pt modelId="{C397E4FB-D022-4264-BB9A-EE9B4507AE24}">
      <dgm:prSet custT="1"/>
      <dgm:spPr/>
      <dgm:t>
        <a:bodyPr/>
        <a:lstStyle/>
        <a:p>
          <a:pPr rtl="0"/>
          <a:r>
            <a:rPr lang="en-US" sz="2400" b="0" dirty="0" smtClean="0">
              <a:latin typeface="Times New Roman" pitchFamily="18" charset="0"/>
              <a:cs typeface="Times New Roman" pitchFamily="18" charset="0"/>
            </a:rPr>
            <a:t>Preaching the Gospel</a:t>
          </a:r>
          <a:endParaRPr lang="en-US" sz="2400" b="0" dirty="0">
            <a:latin typeface="Times New Roman" pitchFamily="18" charset="0"/>
            <a:cs typeface="Times New Roman" pitchFamily="18" charset="0"/>
          </a:endParaRPr>
        </a:p>
      </dgm:t>
    </dgm:pt>
    <dgm:pt modelId="{1E62A704-1F65-4116-802D-FCF81031F168}" type="parTrans" cxnId="{A2A0818D-84B1-4F02-B6EE-AABE2C3237B2}">
      <dgm:prSet/>
      <dgm:spPr/>
      <dgm:t>
        <a:bodyPr/>
        <a:lstStyle/>
        <a:p>
          <a:endParaRPr lang="en-US"/>
        </a:p>
      </dgm:t>
    </dgm:pt>
    <dgm:pt modelId="{DB1B1656-6057-409F-B000-C8F4FFE8FE0B}" type="sibTrans" cxnId="{A2A0818D-84B1-4F02-B6EE-AABE2C3237B2}">
      <dgm:prSet/>
      <dgm:spPr/>
      <dgm:t>
        <a:bodyPr/>
        <a:lstStyle/>
        <a:p>
          <a:endParaRPr lang="en-US"/>
        </a:p>
      </dgm:t>
    </dgm:pt>
    <dgm:pt modelId="{2291DED8-08AB-471E-B9AE-12D31D6CA59D}" type="pres">
      <dgm:prSet presAssocID="{537901A0-2230-409B-B12A-195904439977}" presName="linear" presStyleCnt="0">
        <dgm:presLayoutVars>
          <dgm:animLvl val="lvl"/>
          <dgm:resizeHandles val="exact"/>
        </dgm:presLayoutVars>
      </dgm:prSet>
      <dgm:spPr/>
      <dgm:t>
        <a:bodyPr/>
        <a:lstStyle/>
        <a:p>
          <a:endParaRPr lang="en-US"/>
        </a:p>
      </dgm:t>
    </dgm:pt>
    <dgm:pt modelId="{73CFED3B-F506-4C80-8924-83767A57C976}" type="pres">
      <dgm:prSet presAssocID="{50E7C4ED-FA15-4815-9812-5A7E47F264D7}" presName="parentText" presStyleLbl="node1" presStyleIdx="0" presStyleCnt="2" custScaleY="44339">
        <dgm:presLayoutVars>
          <dgm:chMax val="0"/>
          <dgm:bulletEnabled val="1"/>
        </dgm:presLayoutVars>
      </dgm:prSet>
      <dgm:spPr/>
      <dgm:t>
        <a:bodyPr/>
        <a:lstStyle/>
        <a:p>
          <a:endParaRPr lang="en-US"/>
        </a:p>
      </dgm:t>
    </dgm:pt>
    <dgm:pt modelId="{BBD35DE7-96B6-403E-A1FE-327F6FB9A4FC}" type="pres">
      <dgm:prSet presAssocID="{50E7C4ED-FA15-4815-9812-5A7E47F264D7}" presName="childText" presStyleLbl="revTx" presStyleIdx="0" presStyleCnt="2">
        <dgm:presLayoutVars>
          <dgm:bulletEnabled val="1"/>
        </dgm:presLayoutVars>
      </dgm:prSet>
      <dgm:spPr/>
      <dgm:t>
        <a:bodyPr/>
        <a:lstStyle/>
        <a:p>
          <a:endParaRPr lang="en-US"/>
        </a:p>
      </dgm:t>
    </dgm:pt>
    <dgm:pt modelId="{7169623F-36BF-4553-B661-D1805B7ABE90}" type="pres">
      <dgm:prSet presAssocID="{AAD7F3AE-F950-4FC1-A2DC-5400BC32FB59}" presName="parentText" presStyleLbl="node1" presStyleIdx="1" presStyleCnt="2" custScaleY="50535" custLinFactNeighborY="-43518">
        <dgm:presLayoutVars>
          <dgm:chMax val="0"/>
          <dgm:bulletEnabled val="1"/>
        </dgm:presLayoutVars>
      </dgm:prSet>
      <dgm:spPr/>
      <dgm:t>
        <a:bodyPr/>
        <a:lstStyle/>
        <a:p>
          <a:endParaRPr lang="en-US"/>
        </a:p>
      </dgm:t>
    </dgm:pt>
    <dgm:pt modelId="{9955644F-FF63-4F53-9744-56D1D43DCB7B}" type="pres">
      <dgm:prSet presAssocID="{AAD7F3AE-F950-4FC1-A2DC-5400BC32FB59}" presName="childText" presStyleLbl="revTx" presStyleIdx="1" presStyleCnt="2" custLinFactNeighborY="-49023">
        <dgm:presLayoutVars>
          <dgm:bulletEnabled val="1"/>
        </dgm:presLayoutVars>
      </dgm:prSet>
      <dgm:spPr/>
      <dgm:t>
        <a:bodyPr/>
        <a:lstStyle/>
        <a:p>
          <a:endParaRPr lang="en-US"/>
        </a:p>
      </dgm:t>
    </dgm:pt>
  </dgm:ptLst>
  <dgm:cxnLst>
    <dgm:cxn modelId="{A2A0818D-84B1-4F02-B6EE-AABE2C3237B2}" srcId="{AAD7F3AE-F950-4FC1-A2DC-5400BC32FB59}" destId="{C397E4FB-D022-4264-BB9A-EE9B4507AE24}" srcOrd="1" destOrd="0" parTransId="{1E62A704-1F65-4116-802D-FCF81031F168}" sibTransId="{DB1B1656-6057-409F-B000-C8F4FFE8FE0B}"/>
    <dgm:cxn modelId="{C1D1019A-C60C-4B8A-B1F2-AA79D7290C98}" type="presOf" srcId="{C397E4FB-D022-4264-BB9A-EE9B4507AE24}" destId="{9955644F-FF63-4F53-9744-56D1D43DCB7B}" srcOrd="0" destOrd="1" presId="urn:microsoft.com/office/officeart/2005/8/layout/vList2"/>
    <dgm:cxn modelId="{30845370-2E08-445C-99D2-D8B52C964560}" srcId="{537901A0-2230-409B-B12A-195904439977}" destId="{AAD7F3AE-F950-4FC1-A2DC-5400BC32FB59}" srcOrd="1" destOrd="0" parTransId="{46A7E7B6-D8AD-420A-8482-DC3C893D0991}" sibTransId="{E10F8283-8F21-4E92-88DA-941EFF9161BD}"/>
    <dgm:cxn modelId="{4A68EB86-52D7-4112-814D-663EB4E0C0C9}" type="presOf" srcId="{CCCDC92A-9BCA-46C1-AD43-4E2A52AAE0D0}" destId="{BBD35DE7-96B6-403E-A1FE-327F6FB9A4FC}" srcOrd="0" destOrd="3" presId="urn:microsoft.com/office/officeart/2005/8/layout/vList2"/>
    <dgm:cxn modelId="{0D1A384B-AFB1-4DD7-AAA8-D11D5080E762}" type="presOf" srcId="{15999028-1FA9-4342-A595-BCCF842AC12D}" destId="{BBD35DE7-96B6-403E-A1FE-327F6FB9A4FC}" srcOrd="0" destOrd="5" presId="urn:microsoft.com/office/officeart/2005/8/layout/vList2"/>
    <dgm:cxn modelId="{C64B631B-3F2B-41AE-BC9B-FEEA8E45B0F7}" type="presOf" srcId="{4918ED1C-576B-42B2-88F7-CC367FC7D618}" destId="{9955644F-FF63-4F53-9744-56D1D43DCB7B}" srcOrd="0" destOrd="0" presId="urn:microsoft.com/office/officeart/2005/8/layout/vList2"/>
    <dgm:cxn modelId="{22966C44-D224-42FD-898B-701F1264206A}" srcId="{AAD7F3AE-F950-4FC1-A2DC-5400BC32FB59}" destId="{4918ED1C-576B-42B2-88F7-CC367FC7D618}" srcOrd="0" destOrd="0" parTransId="{78093A48-035D-44CB-A4A3-B2129D43007F}" sibTransId="{8F7D71EF-6814-4FDD-9FD3-4E778C168A4F}"/>
    <dgm:cxn modelId="{B4FB0921-6850-46B7-87F5-8CF51ED1A054}" srcId="{50E7C4ED-FA15-4815-9812-5A7E47F264D7}" destId="{43E6A34D-B34C-4912-A692-98C72982FBA3}" srcOrd="4" destOrd="0" parTransId="{6D60B0C4-5E6E-410A-AC53-99717CD863D3}" sibTransId="{D2C50528-453E-4182-8787-1CA9D7578984}"/>
    <dgm:cxn modelId="{7C0A2F44-3A17-46B9-82AE-7B3BE2A6EA08}" srcId="{537901A0-2230-409B-B12A-195904439977}" destId="{50E7C4ED-FA15-4815-9812-5A7E47F264D7}" srcOrd="0" destOrd="0" parTransId="{079ABA9C-AA3B-4A15-AB8C-0FAA011CAB17}" sibTransId="{27BB8518-6F53-4AB8-8BE0-EF4F648F2AAF}"/>
    <dgm:cxn modelId="{3AF7158A-7E3C-43B2-B30B-637976FAE0E2}" type="presOf" srcId="{246D238F-9A89-4126-A2A3-A9E9302A9A9C}" destId="{9955644F-FF63-4F53-9744-56D1D43DCB7B}" srcOrd="0" destOrd="3" presId="urn:microsoft.com/office/officeart/2005/8/layout/vList2"/>
    <dgm:cxn modelId="{C059855A-EE0B-488C-BC5C-C6CC1E334582}" srcId="{50E7C4ED-FA15-4815-9812-5A7E47F264D7}" destId="{C67B6E3A-3AF8-4227-AD37-1D6F837E253C}" srcOrd="1" destOrd="0" parTransId="{1DF9DCEA-CE4C-47A8-8F18-77C90669EE02}" sibTransId="{D0C5F9EE-D50F-4C18-88FF-E3C2C2BFD0EE}"/>
    <dgm:cxn modelId="{62EB4936-3860-424A-BA31-477D4BF80A3B}" type="presOf" srcId="{58243D7A-5862-4995-B6E4-A488D5D2A913}" destId="{9955644F-FF63-4F53-9744-56D1D43DCB7B}" srcOrd="0" destOrd="2" presId="urn:microsoft.com/office/officeart/2005/8/layout/vList2"/>
    <dgm:cxn modelId="{A448F0EB-657A-4F10-924A-E71698CCE54F}" type="presOf" srcId="{CABF4F30-5C6C-41AF-880D-5B8E433241C4}" destId="{BBD35DE7-96B6-403E-A1FE-327F6FB9A4FC}" srcOrd="0" destOrd="0" presId="urn:microsoft.com/office/officeart/2005/8/layout/vList2"/>
    <dgm:cxn modelId="{AC96D034-17CB-4379-9C74-DB1A1E58F7A0}" type="presOf" srcId="{537901A0-2230-409B-B12A-195904439977}" destId="{2291DED8-08AB-471E-B9AE-12D31D6CA59D}" srcOrd="0" destOrd="0" presId="urn:microsoft.com/office/officeart/2005/8/layout/vList2"/>
    <dgm:cxn modelId="{66326091-98F4-4D24-AC5F-42C957E3AB9C}" srcId="{AAD7F3AE-F950-4FC1-A2DC-5400BC32FB59}" destId="{246D238F-9A89-4126-A2A3-A9E9302A9A9C}" srcOrd="3" destOrd="0" parTransId="{156D5103-A0B6-4FD6-9356-CCCB332ACA95}" sibTransId="{94FB3D21-5FC3-4D3D-B22B-C18162A7B912}"/>
    <dgm:cxn modelId="{4F2545DA-A0F6-4CF7-8670-BA69F2675E3A}" type="presOf" srcId="{43E6A34D-B34C-4912-A692-98C72982FBA3}" destId="{BBD35DE7-96B6-403E-A1FE-327F6FB9A4FC}" srcOrd="0" destOrd="4" presId="urn:microsoft.com/office/officeart/2005/8/layout/vList2"/>
    <dgm:cxn modelId="{C8993B10-30C8-4E5A-A532-A8C7FE0C64BD}" srcId="{50E7C4ED-FA15-4815-9812-5A7E47F264D7}" destId="{4B8C351E-C2AC-4847-984F-C85746BC6909}" srcOrd="6" destOrd="0" parTransId="{303A7B0F-B704-4208-9AC9-4BEEA51F9DD6}" sibTransId="{7932ED9E-A8A3-4C8F-BA46-37C6BF1BA4F4}"/>
    <dgm:cxn modelId="{A7194BFF-935F-4A0A-A305-EA36BCC249DA}" srcId="{AAD7F3AE-F950-4FC1-A2DC-5400BC32FB59}" destId="{58243D7A-5862-4995-B6E4-A488D5D2A913}" srcOrd="2" destOrd="0" parTransId="{A7A0B4BC-6420-46D8-B2D2-D75506CB1E12}" sibTransId="{0F8D8D2E-F015-4D2B-BE81-B974616CA70A}"/>
    <dgm:cxn modelId="{75D95D1A-1CE5-48B9-A77B-3E6A5EBB1016}" srcId="{50E7C4ED-FA15-4815-9812-5A7E47F264D7}" destId="{CABF4F30-5C6C-41AF-880D-5B8E433241C4}" srcOrd="0" destOrd="0" parTransId="{6F45FC0C-34F3-4870-99E7-F7DD600AF59D}" sibTransId="{09167A7D-72DF-467A-B3C7-A9CF950B7C04}"/>
    <dgm:cxn modelId="{B7FD6A5D-12B5-415A-AEFB-D84B18034FA4}" srcId="{50E7C4ED-FA15-4815-9812-5A7E47F264D7}" destId="{15999028-1FA9-4342-A595-BCCF842AC12D}" srcOrd="5" destOrd="0" parTransId="{CB12E6D5-7E71-492B-9A08-83CEBEB3655A}" sibTransId="{FEFB3980-A6AC-412A-BE75-C71847CD8D8C}"/>
    <dgm:cxn modelId="{8B399891-E730-4459-88F9-C5DA893A1C79}" type="presOf" srcId="{AAD7F3AE-F950-4FC1-A2DC-5400BC32FB59}" destId="{7169623F-36BF-4553-B661-D1805B7ABE90}" srcOrd="0" destOrd="0" presId="urn:microsoft.com/office/officeart/2005/8/layout/vList2"/>
    <dgm:cxn modelId="{B776F763-EBAD-4E61-8BE4-C4E72B11EF13}" type="presOf" srcId="{CEC7D070-D4DE-49E4-8440-6B578FE694A3}" destId="{BBD35DE7-96B6-403E-A1FE-327F6FB9A4FC}" srcOrd="0" destOrd="2" presId="urn:microsoft.com/office/officeart/2005/8/layout/vList2"/>
    <dgm:cxn modelId="{6E57C4E1-CFCF-4C59-9EDA-4375A720A487}" type="presOf" srcId="{C67B6E3A-3AF8-4227-AD37-1D6F837E253C}" destId="{BBD35DE7-96B6-403E-A1FE-327F6FB9A4FC}" srcOrd="0" destOrd="1" presId="urn:microsoft.com/office/officeart/2005/8/layout/vList2"/>
    <dgm:cxn modelId="{CDEF286D-EA8E-459A-91C8-74B9581E6C94}" type="presOf" srcId="{50E7C4ED-FA15-4815-9812-5A7E47F264D7}" destId="{73CFED3B-F506-4C80-8924-83767A57C976}" srcOrd="0" destOrd="0" presId="urn:microsoft.com/office/officeart/2005/8/layout/vList2"/>
    <dgm:cxn modelId="{43D5E0D2-A0FA-4437-BBD4-05AC7A6A1EFA}" srcId="{50E7C4ED-FA15-4815-9812-5A7E47F264D7}" destId="{CEC7D070-D4DE-49E4-8440-6B578FE694A3}" srcOrd="2" destOrd="0" parTransId="{2567276B-3288-45FB-8B0E-6066AF3E3720}" sibTransId="{23EB2DEA-B7F9-4BA9-8632-A8FB2D977734}"/>
    <dgm:cxn modelId="{C94718F7-9776-49DF-A63C-81620FFA586C}" type="presOf" srcId="{4B8C351E-C2AC-4847-984F-C85746BC6909}" destId="{BBD35DE7-96B6-403E-A1FE-327F6FB9A4FC}" srcOrd="0" destOrd="6" presId="urn:microsoft.com/office/officeart/2005/8/layout/vList2"/>
    <dgm:cxn modelId="{595D00F8-31DB-46B5-B046-1FCF439C60F4}" srcId="{50E7C4ED-FA15-4815-9812-5A7E47F264D7}" destId="{CCCDC92A-9BCA-46C1-AD43-4E2A52AAE0D0}" srcOrd="3" destOrd="0" parTransId="{45696A9A-B794-46FB-B446-C824D59D95A1}" sibTransId="{2AB7A73A-6F6F-4DD1-A0F2-697196939FE9}"/>
    <dgm:cxn modelId="{43A6049F-8E4C-4338-83C0-01D52C7BCD07}" type="presParOf" srcId="{2291DED8-08AB-471E-B9AE-12D31D6CA59D}" destId="{73CFED3B-F506-4C80-8924-83767A57C976}" srcOrd="0" destOrd="0" presId="urn:microsoft.com/office/officeart/2005/8/layout/vList2"/>
    <dgm:cxn modelId="{D43AFE45-FAA2-4CBF-82C1-4B8CBB862004}" type="presParOf" srcId="{2291DED8-08AB-471E-B9AE-12D31D6CA59D}" destId="{BBD35DE7-96B6-403E-A1FE-327F6FB9A4FC}" srcOrd="1" destOrd="0" presId="urn:microsoft.com/office/officeart/2005/8/layout/vList2"/>
    <dgm:cxn modelId="{FABD0B90-A9AA-40CF-85BD-F50DF0ADD950}" type="presParOf" srcId="{2291DED8-08AB-471E-B9AE-12D31D6CA59D}" destId="{7169623F-36BF-4553-B661-D1805B7ABE90}" srcOrd="2" destOrd="0" presId="urn:microsoft.com/office/officeart/2005/8/layout/vList2"/>
    <dgm:cxn modelId="{B088D59A-DB01-4DE5-9D76-863AADFAF88E}" type="presParOf" srcId="{2291DED8-08AB-471E-B9AE-12D31D6CA59D}" destId="{9955644F-FF63-4F53-9744-56D1D43DCB7B}"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E11D19C-B4AC-4EC1-9768-3752B8716FD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480B482-E186-458F-A3C9-2F66B640AFC9}">
      <dgm:prSet/>
      <dgm:spPr/>
      <dgm:t>
        <a:bodyPr/>
        <a:lstStyle/>
        <a:p>
          <a:pPr algn="just" rtl="0"/>
          <a:r>
            <a:rPr lang="en-US" b="1" dirty="0" smtClean="0">
              <a:latin typeface="Times New Roman" pitchFamily="18" charset="0"/>
              <a:cs typeface="Times New Roman" pitchFamily="18" charset="0"/>
            </a:rPr>
            <a:t>CHAPTER THREE: THE CHURCH  LEGISLATIONS</a:t>
          </a:r>
          <a:endParaRPr lang="en-US" dirty="0">
            <a:latin typeface="Times New Roman" pitchFamily="18" charset="0"/>
            <a:cs typeface="Times New Roman" pitchFamily="18" charset="0"/>
          </a:endParaRPr>
        </a:p>
      </dgm:t>
    </dgm:pt>
    <dgm:pt modelId="{7FF34F44-040A-44F5-B3AD-E57F1EB36F4D}" type="parTrans" cxnId="{A41552BB-E570-4C7D-A9BA-C12939F0DACF}">
      <dgm:prSet/>
      <dgm:spPr/>
      <dgm:t>
        <a:bodyPr/>
        <a:lstStyle/>
        <a:p>
          <a:endParaRPr lang="en-US"/>
        </a:p>
      </dgm:t>
    </dgm:pt>
    <dgm:pt modelId="{D330CBBE-E8EB-4570-855F-D00EAF9F202C}" type="sibTrans" cxnId="{A41552BB-E570-4C7D-A9BA-C12939F0DACF}">
      <dgm:prSet/>
      <dgm:spPr/>
      <dgm:t>
        <a:bodyPr/>
        <a:lstStyle/>
        <a:p>
          <a:endParaRPr lang="en-US"/>
        </a:p>
      </dgm:t>
    </dgm:pt>
    <dgm:pt modelId="{DD557452-35D2-4F36-9D65-5BA6DEF4809F}">
      <dgm:prSet custT="1"/>
      <dgm:spPr/>
      <dgm:t>
        <a:bodyPr/>
        <a:lstStyle/>
        <a:p>
          <a:pPr rtl="0"/>
          <a:r>
            <a:rPr lang="en-US" sz="2000" dirty="0" smtClean="0">
              <a:latin typeface="Times New Roman" pitchFamily="18" charset="0"/>
              <a:cs typeface="Times New Roman" pitchFamily="18" charset="0"/>
            </a:rPr>
            <a:t>Church Legislations: Definition  </a:t>
          </a:r>
          <a:endParaRPr lang="en-US" sz="2000" dirty="0">
            <a:latin typeface="Times New Roman" pitchFamily="18" charset="0"/>
            <a:cs typeface="Times New Roman" pitchFamily="18" charset="0"/>
          </a:endParaRPr>
        </a:p>
      </dgm:t>
    </dgm:pt>
    <dgm:pt modelId="{4F4740F8-EBA4-402D-959D-795D5B4174F7}" type="parTrans" cxnId="{693135CC-EFA4-4B0F-8DE8-F317A23C11AF}">
      <dgm:prSet/>
      <dgm:spPr/>
      <dgm:t>
        <a:bodyPr/>
        <a:lstStyle/>
        <a:p>
          <a:endParaRPr lang="en-US"/>
        </a:p>
      </dgm:t>
    </dgm:pt>
    <dgm:pt modelId="{4837F389-6F71-432F-9E00-6F119A9EEBEF}" type="sibTrans" cxnId="{693135CC-EFA4-4B0F-8DE8-F317A23C11AF}">
      <dgm:prSet/>
      <dgm:spPr/>
      <dgm:t>
        <a:bodyPr/>
        <a:lstStyle/>
        <a:p>
          <a:endParaRPr lang="en-US"/>
        </a:p>
      </dgm:t>
    </dgm:pt>
    <dgm:pt modelId="{D847795E-7463-4323-B0B3-5DEDA3715ADA}">
      <dgm:prSet custT="1"/>
      <dgm:spPr/>
      <dgm:t>
        <a:bodyPr/>
        <a:lstStyle/>
        <a:p>
          <a:pPr rtl="0"/>
          <a:r>
            <a:rPr lang="en-US" sz="2000" dirty="0" smtClean="0">
              <a:latin typeface="Times New Roman" pitchFamily="18" charset="0"/>
              <a:cs typeface="Times New Roman" pitchFamily="18" charset="0"/>
            </a:rPr>
            <a:t>The purposes of  Church Legislations</a:t>
          </a:r>
          <a:endParaRPr lang="en-US" sz="2000" dirty="0">
            <a:latin typeface="Times New Roman" pitchFamily="18" charset="0"/>
            <a:cs typeface="Times New Roman" pitchFamily="18" charset="0"/>
          </a:endParaRPr>
        </a:p>
      </dgm:t>
    </dgm:pt>
    <dgm:pt modelId="{EC95635E-794D-4FA2-8AA7-DEAEF46A4680}" type="parTrans" cxnId="{1A281BE4-8170-4D2D-9D4E-748301DE2E32}">
      <dgm:prSet/>
      <dgm:spPr/>
      <dgm:t>
        <a:bodyPr/>
        <a:lstStyle/>
        <a:p>
          <a:endParaRPr lang="en-US"/>
        </a:p>
      </dgm:t>
    </dgm:pt>
    <dgm:pt modelId="{3EFBDB8D-A980-484F-A6E9-F10D1973BA19}" type="sibTrans" cxnId="{1A281BE4-8170-4D2D-9D4E-748301DE2E32}">
      <dgm:prSet/>
      <dgm:spPr/>
      <dgm:t>
        <a:bodyPr/>
        <a:lstStyle/>
        <a:p>
          <a:endParaRPr lang="en-US"/>
        </a:p>
      </dgm:t>
    </dgm:pt>
    <dgm:pt modelId="{0106892E-9DD0-44BB-BF3B-2FC47D9A87E1}">
      <dgm:prSet custT="1"/>
      <dgm:spPr/>
      <dgm:t>
        <a:bodyPr/>
        <a:lstStyle/>
        <a:p>
          <a:pPr rtl="0"/>
          <a:r>
            <a:rPr lang="en-US" sz="2000" dirty="0" smtClean="0">
              <a:latin typeface="Times New Roman" pitchFamily="18" charset="0"/>
              <a:cs typeface="Times New Roman" pitchFamily="18" charset="0"/>
            </a:rPr>
            <a:t>Types  of Church Legislations</a:t>
          </a:r>
          <a:endParaRPr lang="en-US" sz="2000" dirty="0">
            <a:latin typeface="Times New Roman" pitchFamily="18" charset="0"/>
            <a:cs typeface="Times New Roman" pitchFamily="18" charset="0"/>
          </a:endParaRPr>
        </a:p>
      </dgm:t>
    </dgm:pt>
    <dgm:pt modelId="{49EB8905-6AF3-4A78-B9B2-E3A4F255346F}" type="parTrans" cxnId="{C7795F06-1AEA-4E1F-97BF-56C3D202FC0B}">
      <dgm:prSet/>
      <dgm:spPr/>
      <dgm:t>
        <a:bodyPr/>
        <a:lstStyle/>
        <a:p>
          <a:endParaRPr lang="en-US"/>
        </a:p>
      </dgm:t>
    </dgm:pt>
    <dgm:pt modelId="{E7B71280-C2C9-4D95-A148-1F5CD5E7588E}" type="sibTrans" cxnId="{C7795F06-1AEA-4E1F-97BF-56C3D202FC0B}">
      <dgm:prSet/>
      <dgm:spPr/>
      <dgm:t>
        <a:bodyPr/>
        <a:lstStyle/>
        <a:p>
          <a:endParaRPr lang="en-US"/>
        </a:p>
      </dgm:t>
    </dgm:pt>
    <dgm:pt modelId="{769FD2BE-A292-448E-978B-DCCBB35BBCBB}">
      <dgm:prSet custT="1"/>
      <dgm:spPr/>
      <dgm:t>
        <a:bodyPr/>
        <a:lstStyle/>
        <a:p>
          <a:pPr rtl="0"/>
          <a:r>
            <a:rPr lang="en-US" sz="2000" dirty="0" smtClean="0">
              <a:latin typeface="Times New Roman" pitchFamily="18" charset="0"/>
              <a:cs typeface="Times New Roman" pitchFamily="18" charset="0"/>
            </a:rPr>
            <a:t>General Church Legislations</a:t>
          </a:r>
          <a:endParaRPr lang="en-US" sz="2000" dirty="0">
            <a:latin typeface="Times New Roman" pitchFamily="18" charset="0"/>
            <a:cs typeface="Times New Roman" pitchFamily="18" charset="0"/>
          </a:endParaRPr>
        </a:p>
      </dgm:t>
    </dgm:pt>
    <dgm:pt modelId="{C146B54F-3C57-42A9-A8D2-A735FD3EED3B}" type="parTrans" cxnId="{676201CE-54C3-4512-AC1F-40747465A4A0}">
      <dgm:prSet/>
      <dgm:spPr/>
      <dgm:t>
        <a:bodyPr/>
        <a:lstStyle/>
        <a:p>
          <a:endParaRPr lang="en-US"/>
        </a:p>
      </dgm:t>
    </dgm:pt>
    <dgm:pt modelId="{1D9273BA-718B-4335-AA8B-1656B559EFAF}" type="sibTrans" cxnId="{676201CE-54C3-4512-AC1F-40747465A4A0}">
      <dgm:prSet/>
      <dgm:spPr/>
      <dgm:t>
        <a:bodyPr/>
        <a:lstStyle/>
        <a:p>
          <a:endParaRPr lang="en-US"/>
        </a:p>
      </dgm:t>
    </dgm:pt>
    <dgm:pt modelId="{C0939023-6F48-42F1-BF05-7268C1DB2989}">
      <dgm:prSet custT="1"/>
      <dgm:spPr/>
      <dgm:t>
        <a:bodyPr/>
        <a:lstStyle/>
        <a:p>
          <a:pPr rtl="0"/>
          <a:r>
            <a:rPr lang="en-US" sz="2000" smtClean="0">
              <a:latin typeface="Times New Roman" pitchFamily="18" charset="0"/>
              <a:cs typeface="Times New Roman" pitchFamily="18" charset="0"/>
            </a:rPr>
            <a:t>Special Church Legislations</a:t>
          </a:r>
          <a:endParaRPr lang="en-US" sz="2000">
            <a:latin typeface="Times New Roman" pitchFamily="18" charset="0"/>
            <a:cs typeface="Times New Roman" pitchFamily="18" charset="0"/>
          </a:endParaRPr>
        </a:p>
      </dgm:t>
    </dgm:pt>
    <dgm:pt modelId="{9926160F-2DEC-413B-8FDA-0FDE24E0558B}" type="parTrans" cxnId="{D1EE7F7B-0BDF-4BCA-BF27-C2AA46E0DBD6}">
      <dgm:prSet/>
      <dgm:spPr/>
      <dgm:t>
        <a:bodyPr/>
        <a:lstStyle/>
        <a:p>
          <a:endParaRPr lang="en-US"/>
        </a:p>
      </dgm:t>
    </dgm:pt>
    <dgm:pt modelId="{82F0E0C9-B7AD-4940-A1C9-46497F837E6C}" type="sibTrans" cxnId="{D1EE7F7B-0BDF-4BCA-BF27-C2AA46E0DBD6}">
      <dgm:prSet/>
      <dgm:spPr/>
      <dgm:t>
        <a:bodyPr/>
        <a:lstStyle/>
        <a:p>
          <a:endParaRPr lang="en-US"/>
        </a:p>
      </dgm:t>
    </dgm:pt>
    <dgm:pt modelId="{C0F490AC-3332-4CDB-A9CC-D158DFB24015}">
      <dgm:prSet custT="1"/>
      <dgm:spPr/>
      <dgm:t>
        <a:bodyPr/>
        <a:lstStyle/>
        <a:p>
          <a:pPr rtl="0"/>
          <a:r>
            <a:rPr lang="en-US" sz="2000" dirty="0" smtClean="0">
              <a:latin typeface="Times New Roman" pitchFamily="18" charset="0"/>
              <a:cs typeface="Times New Roman" pitchFamily="18" charset="0"/>
            </a:rPr>
            <a:t>Particular Church Legislations</a:t>
          </a:r>
          <a:endParaRPr lang="en-US" sz="2000" dirty="0">
            <a:latin typeface="Times New Roman" pitchFamily="18" charset="0"/>
            <a:cs typeface="Times New Roman" pitchFamily="18" charset="0"/>
          </a:endParaRPr>
        </a:p>
      </dgm:t>
    </dgm:pt>
    <dgm:pt modelId="{84550C24-EACB-4437-B672-BE077CB69404}" type="parTrans" cxnId="{EC0B0D25-08F3-464D-911F-037A1736B042}">
      <dgm:prSet/>
      <dgm:spPr/>
      <dgm:t>
        <a:bodyPr/>
        <a:lstStyle/>
        <a:p>
          <a:endParaRPr lang="en-US"/>
        </a:p>
      </dgm:t>
    </dgm:pt>
    <dgm:pt modelId="{90C39D6D-1B65-48BF-A3DD-D82F3E94E924}" type="sibTrans" cxnId="{EC0B0D25-08F3-464D-911F-037A1736B042}">
      <dgm:prSet/>
      <dgm:spPr/>
      <dgm:t>
        <a:bodyPr/>
        <a:lstStyle/>
        <a:p>
          <a:endParaRPr lang="en-US"/>
        </a:p>
      </dgm:t>
    </dgm:pt>
    <dgm:pt modelId="{BFF55BF7-172C-4373-BAD5-77F12406CA5F}">
      <dgm:prSet custT="1"/>
      <dgm:spPr/>
      <dgm:t>
        <a:bodyPr/>
        <a:lstStyle/>
        <a:p>
          <a:pPr rtl="0"/>
          <a:r>
            <a:rPr lang="en-US" sz="2000" dirty="0" smtClean="0">
              <a:latin typeface="Times New Roman" pitchFamily="18" charset="0"/>
              <a:cs typeface="Times New Roman" pitchFamily="18" charset="0"/>
            </a:rPr>
            <a:t>Bishops and church Legislations</a:t>
          </a:r>
          <a:endParaRPr lang="en-US" sz="2000" dirty="0">
            <a:latin typeface="Times New Roman" pitchFamily="18" charset="0"/>
            <a:cs typeface="Times New Roman" pitchFamily="18" charset="0"/>
          </a:endParaRPr>
        </a:p>
      </dgm:t>
    </dgm:pt>
    <dgm:pt modelId="{DEA2BE68-4447-4B1F-A688-AB1E2058D1D6}" type="parTrans" cxnId="{2098E953-AC41-485A-87A5-98891584D580}">
      <dgm:prSet/>
      <dgm:spPr/>
      <dgm:t>
        <a:bodyPr/>
        <a:lstStyle/>
        <a:p>
          <a:endParaRPr lang="en-US"/>
        </a:p>
      </dgm:t>
    </dgm:pt>
    <dgm:pt modelId="{3B67F2A4-5050-4C2F-897E-5C08B161E282}" type="sibTrans" cxnId="{2098E953-AC41-485A-87A5-98891584D580}">
      <dgm:prSet/>
      <dgm:spPr/>
      <dgm:t>
        <a:bodyPr/>
        <a:lstStyle/>
        <a:p>
          <a:endParaRPr lang="en-US"/>
        </a:p>
      </dgm:t>
    </dgm:pt>
    <dgm:pt modelId="{8256D1D4-584E-4853-9E68-DA1F2758D570}">
      <dgm:prSet custT="1"/>
      <dgm:spPr/>
      <dgm:t>
        <a:bodyPr/>
        <a:lstStyle/>
        <a:p>
          <a:pPr rtl="0"/>
          <a:r>
            <a:rPr lang="en-US" sz="2000" dirty="0" smtClean="0">
              <a:latin typeface="Times New Roman" pitchFamily="18" charset="0"/>
              <a:cs typeface="Times New Roman" pitchFamily="18" charset="0"/>
            </a:rPr>
            <a:t>Believers and church Legislations</a:t>
          </a:r>
          <a:endParaRPr lang="en-US" sz="2000" dirty="0">
            <a:latin typeface="Times New Roman" pitchFamily="18" charset="0"/>
            <a:cs typeface="Times New Roman" pitchFamily="18" charset="0"/>
          </a:endParaRPr>
        </a:p>
      </dgm:t>
    </dgm:pt>
    <dgm:pt modelId="{B95B6398-8AB3-4C97-93F7-2F287EDB157D}" type="parTrans" cxnId="{45863CDC-1801-4321-9A9C-893FEE17A3DC}">
      <dgm:prSet/>
      <dgm:spPr/>
      <dgm:t>
        <a:bodyPr/>
        <a:lstStyle/>
        <a:p>
          <a:endParaRPr lang="en-US"/>
        </a:p>
      </dgm:t>
    </dgm:pt>
    <dgm:pt modelId="{CC268332-B3C3-4DD6-A265-9EEC3FFA7F88}" type="sibTrans" cxnId="{45863CDC-1801-4321-9A9C-893FEE17A3DC}">
      <dgm:prSet/>
      <dgm:spPr/>
      <dgm:t>
        <a:bodyPr/>
        <a:lstStyle/>
        <a:p>
          <a:endParaRPr lang="en-US"/>
        </a:p>
      </dgm:t>
    </dgm:pt>
    <dgm:pt modelId="{A9CD1F06-0CD4-4423-8E44-7CFACB28EC55}">
      <dgm:prSet/>
      <dgm:spPr/>
      <dgm:t>
        <a:bodyPr/>
        <a:lstStyle/>
        <a:p>
          <a:pPr rtl="0"/>
          <a:r>
            <a:rPr lang="en-US" b="1" dirty="0" smtClean="0">
              <a:latin typeface="Times New Roman" pitchFamily="18" charset="0"/>
              <a:cs typeface="Times New Roman" pitchFamily="18" charset="0"/>
            </a:rPr>
            <a:t>CHAPTER FOUR: THE JURISDICTIONAL POWER OF THE CHURCH</a:t>
          </a:r>
          <a:endParaRPr lang="en-US" dirty="0">
            <a:latin typeface="Times New Roman" pitchFamily="18" charset="0"/>
            <a:cs typeface="Times New Roman" pitchFamily="18" charset="0"/>
          </a:endParaRPr>
        </a:p>
      </dgm:t>
    </dgm:pt>
    <dgm:pt modelId="{F463C5F2-C175-42EC-896E-D0B3656E152F}" type="parTrans" cxnId="{DD18264E-E057-442E-83D7-8911F9722322}">
      <dgm:prSet/>
      <dgm:spPr/>
      <dgm:t>
        <a:bodyPr/>
        <a:lstStyle/>
        <a:p>
          <a:endParaRPr lang="en-US"/>
        </a:p>
      </dgm:t>
    </dgm:pt>
    <dgm:pt modelId="{813E1923-1E91-4831-BEEF-6EF34BFF2FF7}" type="sibTrans" cxnId="{DD18264E-E057-442E-83D7-8911F9722322}">
      <dgm:prSet/>
      <dgm:spPr/>
      <dgm:t>
        <a:bodyPr/>
        <a:lstStyle/>
        <a:p>
          <a:endParaRPr lang="en-US"/>
        </a:p>
      </dgm:t>
    </dgm:pt>
    <dgm:pt modelId="{CC91C18D-F66B-40D8-A51C-8D530B4D66E2}">
      <dgm:prSet custT="1"/>
      <dgm:spPr/>
      <dgm:t>
        <a:bodyPr/>
        <a:lstStyle/>
        <a:p>
          <a:pPr rtl="0"/>
          <a:r>
            <a:rPr lang="en-US" sz="2000" dirty="0" smtClean="0">
              <a:latin typeface="Times New Roman" pitchFamily="18" charset="0"/>
              <a:cs typeface="Times New Roman" pitchFamily="18" charset="0"/>
            </a:rPr>
            <a:t>Definition of  Jurisdictional power</a:t>
          </a:r>
          <a:endParaRPr lang="en-US" sz="2000" dirty="0">
            <a:latin typeface="Times New Roman" pitchFamily="18" charset="0"/>
            <a:cs typeface="Times New Roman" pitchFamily="18" charset="0"/>
          </a:endParaRPr>
        </a:p>
      </dgm:t>
    </dgm:pt>
    <dgm:pt modelId="{15D1D9FA-4A30-432D-BBB4-DEE650FA310B}" type="parTrans" cxnId="{15EE31C3-2B95-4324-9807-0CE1C83A0378}">
      <dgm:prSet/>
      <dgm:spPr/>
      <dgm:t>
        <a:bodyPr/>
        <a:lstStyle/>
        <a:p>
          <a:endParaRPr lang="en-US"/>
        </a:p>
      </dgm:t>
    </dgm:pt>
    <dgm:pt modelId="{5DB20CC9-34CD-4AAF-B8F1-A9680740D684}" type="sibTrans" cxnId="{15EE31C3-2B95-4324-9807-0CE1C83A0378}">
      <dgm:prSet/>
      <dgm:spPr/>
      <dgm:t>
        <a:bodyPr/>
        <a:lstStyle/>
        <a:p>
          <a:endParaRPr lang="en-US"/>
        </a:p>
      </dgm:t>
    </dgm:pt>
    <dgm:pt modelId="{81314691-1D62-4F67-B443-84B047E55BD4}">
      <dgm:prSet custT="1"/>
      <dgm:spPr/>
      <dgm:t>
        <a:bodyPr/>
        <a:lstStyle/>
        <a:p>
          <a:pPr rtl="0"/>
          <a:r>
            <a:rPr lang="en-US" sz="2000" dirty="0" smtClean="0">
              <a:latin typeface="Times New Roman" pitchFamily="18" charset="0"/>
              <a:cs typeface="Times New Roman" pitchFamily="18" charset="0"/>
            </a:rPr>
            <a:t>Ways of  Jurisdictional power application of Church</a:t>
          </a:r>
          <a:endParaRPr lang="en-US" sz="2000" dirty="0">
            <a:latin typeface="Times New Roman" pitchFamily="18" charset="0"/>
            <a:cs typeface="Times New Roman" pitchFamily="18" charset="0"/>
          </a:endParaRPr>
        </a:p>
      </dgm:t>
    </dgm:pt>
    <dgm:pt modelId="{4842337C-5939-43DF-90C5-0334AD5EF1CE}" type="parTrans" cxnId="{EF8365DF-65EA-457E-863E-5A1DC086E22C}">
      <dgm:prSet/>
      <dgm:spPr/>
      <dgm:t>
        <a:bodyPr/>
        <a:lstStyle/>
        <a:p>
          <a:endParaRPr lang="en-US"/>
        </a:p>
      </dgm:t>
    </dgm:pt>
    <dgm:pt modelId="{AB6B2B53-45DD-40AD-A854-B3C0DB269C60}" type="sibTrans" cxnId="{EF8365DF-65EA-457E-863E-5A1DC086E22C}">
      <dgm:prSet/>
      <dgm:spPr/>
      <dgm:t>
        <a:bodyPr/>
        <a:lstStyle/>
        <a:p>
          <a:endParaRPr lang="en-US"/>
        </a:p>
      </dgm:t>
    </dgm:pt>
    <dgm:pt modelId="{F0FE8A65-730A-4A18-AA28-2ECB4AD1B49A}">
      <dgm:prSet custT="1"/>
      <dgm:spPr/>
      <dgm:t>
        <a:bodyPr/>
        <a:lstStyle/>
        <a:p>
          <a:pPr rtl="0"/>
          <a:r>
            <a:rPr lang="en-US" sz="2000" dirty="0" smtClean="0">
              <a:latin typeface="Times New Roman" pitchFamily="18" charset="0"/>
              <a:cs typeface="Times New Roman" pitchFamily="18" charset="0"/>
            </a:rPr>
            <a:t>Rights of the church </a:t>
          </a:r>
          <a:endParaRPr lang="en-US" sz="2000" dirty="0">
            <a:latin typeface="Times New Roman" pitchFamily="18" charset="0"/>
            <a:cs typeface="Times New Roman" pitchFamily="18" charset="0"/>
          </a:endParaRPr>
        </a:p>
      </dgm:t>
    </dgm:pt>
    <dgm:pt modelId="{E0126C3B-FBFB-4ED0-A776-7975C05B8B10}" type="parTrans" cxnId="{F053D0ED-0D4C-48AA-8088-3C28F13B22C9}">
      <dgm:prSet/>
      <dgm:spPr/>
      <dgm:t>
        <a:bodyPr/>
        <a:lstStyle/>
        <a:p>
          <a:endParaRPr lang="en-US"/>
        </a:p>
      </dgm:t>
    </dgm:pt>
    <dgm:pt modelId="{C6E381CD-FC38-45E5-BB55-3122E9360637}" type="sibTrans" cxnId="{F053D0ED-0D4C-48AA-8088-3C28F13B22C9}">
      <dgm:prSet/>
      <dgm:spPr/>
      <dgm:t>
        <a:bodyPr/>
        <a:lstStyle/>
        <a:p>
          <a:endParaRPr lang="en-US"/>
        </a:p>
      </dgm:t>
    </dgm:pt>
    <dgm:pt modelId="{42F5BE02-48D4-4B5B-8A5D-4347A2B4A8F7}">
      <dgm:prSet custT="1"/>
      <dgm:spPr/>
      <dgm:t>
        <a:bodyPr/>
        <a:lstStyle/>
        <a:p>
          <a:pPr rtl="0"/>
          <a:r>
            <a:rPr lang="en-US" sz="2000" b="0" dirty="0" smtClean="0">
              <a:latin typeface="Times New Roman" pitchFamily="18" charset="0"/>
              <a:cs typeface="Times New Roman" pitchFamily="18" charset="0"/>
            </a:rPr>
            <a:t>Church Tribune</a:t>
          </a:r>
          <a:endParaRPr lang="en-US" sz="2000" b="0" dirty="0">
            <a:latin typeface="Times New Roman" pitchFamily="18" charset="0"/>
            <a:cs typeface="Times New Roman" pitchFamily="18" charset="0"/>
          </a:endParaRPr>
        </a:p>
      </dgm:t>
    </dgm:pt>
    <dgm:pt modelId="{EA34BA8F-CE2B-4C0F-9FC3-F1F23E873B0C}" type="parTrans" cxnId="{6BB9B8C9-1CDB-4B78-9B38-BE3A26BF9130}">
      <dgm:prSet/>
      <dgm:spPr/>
      <dgm:t>
        <a:bodyPr/>
        <a:lstStyle/>
        <a:p>
          <a:endParaRPr lang="en-US"/>
        </a:p>
      </dgm:t>
    </dgm:pt>
    <dgm:pt modelId="{153E8C37-CFBF-4F3A-AB97-C3084915E622}" type="sibTrans" cxnId="{6BB9B8C9-1CDB-4B78-9B38-BE3A26BF9130}">
      <dgm:prSet/>
      <dgm:spPr/>
      <dgm:t>
        <a:bodyPr/>
        <a:lstStyle/>
        <a:p>
          <a:endParaRPr lang="en-US"/>
        </a:p>
      </dgm:t>
    </dgm:pt>
    <dgm:pt modelId="{4096CE54-C602-4462-AA35-00F8CD1D0602}">
      <dgm:prSet custT="1"/>
      <dgm:spPr/>
      <dgm:t>
        <a:bodyPr/>
        <a:lstStyle/>
        <a:p>
          <a:pPr rtl="0"/>
          <a:r>
            <a:rPr lang="en-US" sz="2000" dirty="0" smtClean="0">
              <a:latin typeface="Times New Roman" pitchFamily="18" charset="0"/>
              <a:cs typeface="Times New Roman" pitchFamily="18" charset="0"/>
            </a:rPr>
            <a:t>General Church Tribune</a:t>
          </a:r>
          <a:endParaRPr lang="en-US" sz="2000" dirty="0">
            <a:latin typeface="Times New Roman" pitchFamily="18" charset="0"/>
            <a:cs typeface="Times New Roman" pitchFamily="18" charset="0"/>
          </a:endParaRPr>
        </a:p>
      </dgm:t>
    </dgm:pt>
    <dgm:pt modelId="{6F16A2C7-B5E0-465F-B23C-AA189366ED26}" type="parTrans" cxnId="{ADC43707-2962-4594-A2C4-50B4D74812E2}">
      <dgm:prSet/>
      <dgm:spPr/>
      <dgm:t>
        <a:bodyPr/>
        <a:lstStyle/>
        <a:p>
          <a:endParaRPr lang="en-US"/>
        </a:p>
      </dgm:t>
    </dgm:pt>
    <dgm:pt modelId="{7FF1EA0A-7E85-4D8C-BF26-43B2D65596B2}" type="sibTrans" cxnId="{ADC43707-2962-4594-A2C4-50B4D74812E2}">
      <dgm:prSet/>
      <dgm:spPr/>
      <dgm:t>
        <a:bodyPr/>
        <a:lstStyle/>
        <a:p>
          <a:endParaRPr lang="en-US"/>
        </a:p>
      </dgm:t>
    </dgm:pt>
    <dgm:pt modelId="{2C55F0C3-CE31-42AE-ACFE-8656EC21CBE5}">
      <dgm:prSet custT="1"/>
      <dgm:spPr/>
      <dgm:t>
        <a:bodyPr/>
        <a:lstStyle/>
        <a:p>
          <a:pPr rtl="0"/>
          <a:r>
            <a:rPr lang="en-US" sz="2000" smtClean="0">
              <a:latin typeface="Times New Roman" pitchFamily="18" charset="0"/>
              <a:cs typeface="Times New Roman" pitchFamily="18" charset="0"/>
            </a:rPr>
            <a:t>Special Church Tribune</a:t>
          </a:r>
          <a:endParaRPr lang="en-US" sz="2000">
            <a:latin typeface="Times New Roman" pitchFamily="18" charset="0"/>
            <a:cs typeface="Times New Roman" pitchFamily="18" charset="0"/>
          </a:endParaRPr>
        </a:p>
      </dgm:t>
    </dgm:pt>
    <dgm:pt modelId="{4BB4ABCA-EF57-4D8D-92D4-FAC6F025C816}" type="parTrans" cxnId="{462BB185-FEE1-4175-BFBD-3EDAA86720D1}">
      <dgm:prSet/>
      <dgm:spPr/>
      <dgm:t>
        <a:bodyPr/>
        <a:lstStyle/>
        <a:p>
          <a:endParaRPr lang="en-US"/>
        </a:p>
      </dgm:t>
    </dgm:pt>
    <dgm:pt modelId="{241E8A90-0639-4104-924B-DF07A63A6038}" type="sibTrans" cxnId="{462BB185-FEE1-4175-BFBD-3EDAA86720D1}">
      <dgm:prSet/>
      <dgm:spPr/>
      <dgm:t>
        <a:bodyPr/>
        <a:lstStyle/>
        <a:p>
          <a:endParaRPr lang="en-US"/>
        </a:p>
      </dgm:t>
    </dgm:pt>
    <dgm:pt modelId="{09DD44A7-323E-45DC-AA9A-6F4A19AC4295}">
      <dgm:prSet custT="1"/>
      <dgm:spPr/>
      <dgm:t>
        <a:bodyPr/>
        <a:lstStyle/>
        <a:p>
          <a:pPr rtl="0"/>
          <a:r>
            <a:rPr lang="en-US" sz="2000" dirty="0" smtClean="0">
              <a:latin typeface="Times New Roman" pitchFamily="18" charset="0"/>
              <a:cs typeface="Times New Roman" pitchFamily="18" charset="0"/>
            </a:rPr>
            <a:t>Jurisdictional power of  Church Tribune</a:t>
          </a:r>
          <a:endParaRPr lang="en-US" sz="2000" dirty="0">
            <a:latin typeface="Times New Roman" pitchFamily="18" charset="0"/>
            <a:cs typeface="Times New Roman" pitchFamily="18" charset="0"/>
          </a:endParaRPr>
        </a:p>
      </dgm:t>
    </dgm:pt>
    <dgm:pt modelId="{999DFF28-ECC6-46F6-9632-330A427B678E}" type="parTrans" cxnId="{15F3607D-DD1F-4F5D-9DB7-0C001BDD4BFF}">
      <dgm:prSet/>
      <dgm:spPr/>
      <dgm:t>
        <a:bodyPr/>
        <a:lstStyle/>
        <a:p>
          <a:endParaRPr lang="en-US"/>
        </a:p>
      </dgm:t>
    </dgm:pt>
    <dgm:pt modelId="{116DCF55-C293-4270-B1D2-B92BE59D53CE}" type="sibTrans" cxnId="{15F3607D-DD1F-4F5D-9DB7-0C001BDD4BFF}">
      <dgm:prSet/>
      <dgm:spPr/>
      <dgm:t>
        <a:bodyPr/>
        <a:lstStyle/>
        <a:p>
          <a:endParaRPr lang="en-US"/>
        </a:p>
      </dgm:t>
    </dgm:pt>
    <dgm:pt modelId="{AA9137F4-F88C-4DBC-811D-0CF67D7F6C64}">
      <dgm:prSet custT="1"/>
      <dgm:spPr/>
      <dgm:t>
        <a:bodyPr/>
        <a:lstStyle/>
        <a:p>
          <a:pPr rtl="0"/>
          <a:r>
            <a:rPr lang="en-US" sz="2000" dirty="0" smtClean="0">
              <a:latin typeface="Times New Roman" pitchFamily="18" charset="0"/>
              <a:cs typeface="Times New Roman" pitchFamily="18" charset="0"/>
            </a:rPr>
            <a:t>Jurisdiction of  Church Tribune and Canon </a:t>
          </a:r>
          <a:endParaRPr lang="en-US" sz="2000" dirty="0">
            <a:latin typeface="Times New Roman" pitchFamily="18" charset="0"/>
            <a:cs typeface="Times New Roman" pitchFamily="18" charset="0"/>
          </a:endParaRPr>
        </a:p>
      </dgm:t>
    </dgm:pt>
    <dgm:pt modelId="{D03914CE-B7C2-4454-92F2-D09B5CE9CD3E}" type="parTrans" cxnId="{A826E700-3144-4D0B-AB00-4F5D5C7DF930}">
      <dgm:prSet/>
      <dgm:spPr/>
      <dgm:t>
        <a:bodyPr/>
        <a:lstStyle/>
        <a:p>
          <a:endParaRPr lang="en-US"/>
        </a:p>
      </dgm:t>
    </dgm:pt>
    <dgm:pt modelId="{305FAC28-3FFA-4E40-B65A-1D138E617CFD}" type="sibTrans" cxnId="{A826E700-3144-4D0B-AB00-4F5D5C7DF930}">
      <dgm:prSet/>
      <dgm:spPr/>
      <dgm:t>
        <a:bodyPr/>
        <a:lstStyle/>
        <a:p>
          <a:endParaRPr lang="en-US"/>
        </a:p>
      </dgm:t>
    </dgm:pt>
    <dgm:pt modelId="{87248FF3-C992-45E8-B125-BCAFC6BC2872}">
      <dgm:prSet custT="1"/>
      <dgm:spPr/>
      <dgm:t>
        <a:bodyPr/>
        <a:lstStyle/>
        <a:p>
          <a:pPr rtl="0"/>
          <a:r>
            <a:rPr lang="en-US" sz="2000" dirty="0" smtClean="0">
              <a:latin typeface="Times New Roman" pitchFamily="18" charset="0"/>
              <a:cs typeface="Times New Roman" pitchFamily="18" charset="0"/>
            </a:rPr>
            <a:t>The procedures of Church Tribune</a:t>
          </a:r>
          <a:endParaRPr lang="en-US" sz="2000" dirty="0">
            <a:latin typeface="Times New Roman" pitchFamily="18" charset="0"/>
            <a:cs typeface="Times New Roman" pitchFamily="18" charset="0"/>
          </a:endParaRPr>
        </a:p>
      </dgm:t>
    </dgm:pt>
    <dgm:pt modelId="{645119DC-DBCA-4050-BB2F-73BF884E2D11}" type="parTrans" cxnId="{B8FE66CE-C05B-441E-83F6-EDD26C1C02D2}">
      <dgm:prSet/>
      <dgm:spPr/>
      <dgm:t>
        <a:bodyPr/>
        <a:lstStyle/>
        <a:p>
          <a:endParaRPr lang="en-US"/>
        </a:p>
      </dgm:t>
    </dgm:pt>
    <dgm:pt modelId="{A67BA621-E5D2-4659-8275-3DFEBCB846E6}" type="sibTrans" cxnId="{B8FE66CE-C05B-441E-83F6-EDD26C1C02D2}">
      <dgm:prSet/>
      <dgm:spPr/>
      <dgm:t>
        <a:bodyPr/>
        <a:lstStyle/>
        <a:p>
          <a:endParaRPr lang="en-US"/>
        </a:p>
      </dgm:t>
    </dgm:pt>
    <dgm:pt modelId="{72049478-55B5-4E14-9FF3-5B93B9C33303}" type="pres">
      <dgm:prSet presAssocID="{7E11D19C-B4AC-4EC1-9768-3752B8716FD7}" presName="linear" presStyleCnt="0">
        <dgm:presLayoutVars>
          <dgm:animLvl val="lvl"/>
          <dgm:resizeHandles val="exact"/>
        </dgm:presLayoutVars>
      </dgm:prSet>
      <dgm:spPr/>
      <dgm:t>
        <a:bodyPr/>
        <a:lstStyle/>
        <a:p>
          <a:endParaRPr lang="en-US"/>
        </a:p>
      </dgm:t>
    </dgm:pt>
    <dgm:pt modelId="{79CA66D0-8D0C-43B4-A0AD-3EB6897FA04B}" type="pres">
      <dgm:prSet presAssocID="{D480B482-E186-458F-A3C9-2F66B640AFC9}" presName="parentText" presStyleLbl="node1" presStyleIdx="0" presStyleCnt="2" custLinFactNeighborY="-7434">
        <dgm:presLayoutVars>
          <dgm:chMax val="0"/>
          <dgm:bulletEnabled val="1"/>
        </dgm:presLayoutVars>
      </dgm:prSet>
      <dgm:spPr/>
      <dgm:t>
        <a:bodyPr/>
        <a:lstStyle/>
        <a:p>
          <a:endParaRPr lang="en-US"/>
        </a:p>
      </dgm:t>
    </dgm:pt>
    <dgm:pt modelId="{4B0C20C3-CA97-463E-9FF2-59D97AE04CD4}" type="pres">
      <dgm:prSet presAssocID="{D480B482-E186-458F-A3C9-2F66B640AFC9}" presName="childText" presStyleLbl="revTx" presStyleIdx="0" presStyleCnt="2">
        <dgm:presLayoutVars>
          <dgm:bulletEnabled val="1"/>
        </dgm:presLayoutVars>
      </dgm:prSet>
      <dgm:spPr/>
      <dgm:t>
        <a:bodyPr/>
        <a:lstStyle/>
        <a:p>
          <a:endParaRPr lang="en-US"/>
        </a:p>
      </dgm:t>
    </dgm:pt>
    <dgm:pt modelId="{D1CABC75-B871-4109-8454-DAFFE407FF3A}" type="pres">
      <dgm:prSet presAssocID="{A9CD1F06-0CD4-4423-8E44-7CFACB28EC55}" presName="parentText" presStyleLbl="node1" presStyleIdx="1" presStyleCnt="2">
        <dgm:presLayoutVars>
          <dgm:chMax val="0"/>
          <dgm:bulletEnabled val="1"/>
        </dgm:presLayoutVars>
      </dgm:prSet>
      <dgm:spPr/>
      <dgm:t>
        <a:bodyPr/>
        <a:lstStyle/>
        <a:p>
          <a:endParaRPr lang="en-US"/>
        </a:p>
      </dgm:t>
    </dgm:pt>
    <dgm:pt modelId="{34193AD0-0A4D-4450-A50A-5F8A306DF4F8}" type="pres">
      <dgm:prSet presAssocID="{A9CD1F06-0CD4-4423-8E44-7CFACB28EC55}" presName="childText" presStyleLbl="revTx" presStyleIdx="1" presStyleCnt="2">
        <dgm:presLayoutVars>
          <dgm:bulletEnabled val="1"/>
        </dgm:presLayoutVars>
      </dgm:prSet>
      <dgm:spPr/>
      <dgm:t>
        <a:bodyPr/>
        <a:lstStyle/>
        <a:p>
          <a:endParaRPr lang="en-US"/>
        </a:p>
      </dgm:t>
    </dgm:pt>
  </dgm:ptLst>
  <dgm:cxnLst>
    <dgm:cxn modelId="{B677B967-1524-4F8D-A937-5DA3DF9C4831}" type="presOf" srcId="{DD557452-35D2-4F36-9D65-5BA6DEF4809F}" destId="{4B0C20C3-CA97-463E-9FF2-59D97AE04CD4}" srcOrd="0" destOrd="0" presId="urn:microsoft.com/office/officeart/2005/8/layout/vList2"/>
    <dgm:cxn modelId="{E843FBF3-4D41-4C59-998B-A5E3975AD87F}" type="presOf" srcId="{BFF55BF7-172C-4373-BAD5-77F12406CA5F}" destId="{4B0C20C3-CA97-463E-9FF2-59D97AE04CD4}" srcOrd="0" destOrd="6" presId="urn:microsoft.com/office/officeart/2005/8/layout/vList2"/>
    <dgm:cxn modelId="{15F3607D-DD1F-4F5D-9DB7-0C001BDD4BFF}" srcId="{A9CD1F06-0CD4-4423-8E44-7CFACB28EC55}" destId="{09DD44A7-323E-45DC-AA9A-6F4A19AC4295}" srcOrd="6" destOrd="0" parTransId="{999DFF28-ECC6-46F6-9632-330A427B678E}" sibTransId="{116DCF55-C293-4270-B1D2-B92BE59D53CE}"/>
    <dgm:cxn modelId="{DD18264E-E057-442E-83D7-8911F9722322}" srcId="{7E11D19C-B4AC-4EC1-9768-3752B8716FD7}" destId="{A9CD1F06-0CD4-4423-8E44-7CFACB28EC55}" srcOrd="1" destOrd="0" parTransId="{F463C5F2-C175-42EC-896E-D0B3656E152F}" sibTransId="{813E1923-1E91-4831-BEEF-6EF34BFF2FF7}"/>
    <dgm:cxn modelId="{EF8365DF-65EA-457E-863E-5A1DC086E22C}" srcId="{A9CD1F06-0CD4-4423-8E44-7CFACB28EC55}" destId="{81314691-1D62-4F67-B443-84B047E55BD4}" srcOrd="1" destOrd="0" parTransId="{4842337C-5939-43DF-90C5-0334AD5EF1CE}" sibTransId="{AB6B2B53-45DD-40AD-A854-B3C0DB269C60}"/>
    <dgm:cxn modelId="{D1EE7F7B-0BDF-4BCA-BF27-C2AA46E0DBD6}" srcId="{D480B482-E186-458F-A3C9-2F66B640AFC9}" destId="{C0939023-6F48-42F1-BF05-7268C1DB2989}" srcOrd="4" destOrd="0" parTransId="{9926160F-2DEC-413B-8FDA-0FDE24E0558B}" sibTransId="{82F0E0C9-B7AD-4940-A1C9-46497F837E6C}"/>
    <dgm:cxn modelId="{48C07EF2-D7EA-48C2-A5A5-0636F75C5F66}" type="presOf" srcId="{2C55F0C3-CE31-42AE-ACFE-8656EC21CBE5}" destId="{34193AD0-0A4D-4450-A50A-5F8A306DF4F8}" srcOrd="0" destOrd="5" presId="urn:microsoft.com/office/officeart/2005/8/layout/vList2"/>
    <dgm:cxn modelId="{C20F7A72-9721-4C00-9B0A-C59FBDE68669}" type="presOf" srcId="{09DD44A7-323E-45DC-AA9A-6F4A19AC4295}" destId="{34193AD0-0A4D-4450-A50A-5F8A306DF4F8}" srcOrd="0" destOrd="6" presId="urn:microsoft.com/office/officeart/2005/8/layout/vList2"/>
    <dgm:cxn modelId="{2098E953-AC41-485A-87A5-98891584D580}" srcId="{D480B482-E186-458F-A3C9-2F66B640AFC9}" destId="{BFF55BF7-172C-4373-BAD5-77F12406CA5F}" srcOrd="6" destOrd="0" parTransId="{DEA2BE68-4447-4B1F-A688-AB1E2058D1D6}" sibTransId="{3B67F2A4-5050-4C2F-897E-5C08B161E282}"/>
    <dgm:cxn modelId="{693135CC-EFA4-4B0F-8DE8-F317A23C11AF}" srcId="{D480B482-E186-458F-A3C9-2F66B640AFC9}" destId="{DD557452-35D2-4F36-9D65-5BA6DEF4809F}" srcOrd="0" destOrd="0" parTransId="{4F4740F8-EBA4-402D-959D-795D5B4174F7}" sibTransId="{4837F389-6F71-432F-9E00-6F119A9EEBEF}"/>
    <dgm:cxn modelId="{D40CFF98-2EDD-4A6D-B84F-BBA2DE9B74F2}" type="presOf" srcId="{4096CE54-C602-4462-AA35-00F8CD1D0602}" destId="{34193AD0-0A4D-4450-A50A-5F8A306DF4F8}" srcOrd="0" destOrd="4" presId="urn:microsoft.com/office/officeart/2005/8/layout/vList2"/>
    <dgm:cxn modelId="{EC0B0D25-08F3-464D-911F-037A1736B042}" srcId="{D480B482-E186-458F-A3C9-2F66B640AFC9}" destId="{C0F490AC-3332-4CDB-A9CC-D158DFB24015}" srcOrd="5" destOrd="0" parTransId="{84550C24-EACB-4437-B672-BE077CB69404}" sibTransId="{90C39D6D-1B65-48BF-A3DD-D82F3E94E924}"/>
    <dgm:cxn modelId="{FCCEB597-AAB6-4B1D-97B0-0B67783DDE32}" type="presOf" srcId="{8256D1D4-584E-4853-9E68-DA1F2758D570}" destId="{4B0C20C3-CA97-463E-9FF2-59D97AE04CD4}" srcOrd="0" destOrd="7" presId="urn:microsoft.com/office/officeart/2005/8/layout/vList2"/>
    <dgm:cxn modelId="{6BB9B8C9-1CDB-4B78-9B38-BE3A26BF9130}" srcId="{A9CD1F06-0CD4-4423-8E44-7CFACB28EC55}" destId="{42F5BE02-48D4-4B5B-8A5D-4347A2B4A8F7}" srcOrd="3" destOrd="0" parTransId="{EA34BA8F-CE2B-4C0F-9FC3-F1F23E873B0C}" sibTransId="{153E8C37-CFBF-4F3A-AB97-C3084915E622}"/>
    <dgm:cxn modelId="{B8FE66CE-C05B-441E-83F6-EDD26C1C02D2}" srcId="{A9CD1F06-0CD4-4423-8E44-7CFACB28EC55}" destId="{87248FF3-C992-45E8-B125-BCAFC6BC2872}" srcOrd="8" destOrd="0" parTransId="{645119DC-DBCA-4050-BB2F-73BF884E2D11}" sibTransId="{A67BA621-E5D2-4659-8275-3DFEBCB846E6}"/>
    <dgm:cxn modelId="{06FCFE53-7B07-47BD-9ED1-15A64213B53C}" type="presOf" srcId="{42F5BE02-48D4-4B5B-8A5D-4347A2B4A8F7}" destId="{34193AD0-0A4D-4450-A50A-5F8A306DF4F8}" srcOrd="0" destOrd="3" presId="urn:microsoft.com/office/officeart/2005/8/layout/vList2"/>
    <dgm:cxn modelId="{15EE31C3-2B95-4324-9807-0CE1C83A0378}" srcId="{A9CD1F06-0CD4-4423-8E44-7CFACB28EC55}" destId="{CC91C18D-F66B-40D8-A51C-8D530B4D66E2}" srcOrd="0" destOrd="0" parTransId="{15D1D9FA-4A30-432D-BBB4-DEE650FA310B}" sibTransId="{5DB20CC9-34CD-4AAF-B8F1-A9680740D684}"/>
    <dgm:cxn modelId="{A826E700-3144-4D0B-AB00-4F5D5C7DF930}" srcId="{A9CD1F06-0CD4-4423-8E44-7CFACB28EC55}" destId="{AA9137F4-F88C-4DBC-811D-0CF67D7F6C64}" srcOrd="7" destOrd="0" parTransId="{D03914CE-B7C2-4454-92F2-D09B5CE9CD3E}" sibTransId="{305FAC28-3FFA-4E40-B65A-1D138E617CFD}"/>
    <dgm:cxn modelId="{CB157A04-9577-40E0-80E8-6F5C08EFAC5A}" type="presOf" srcId="{F0FE8A65-730A-4A18-AA28-2ECB4AD1B49A}" destId="{34193AD0-0A4D-4450-A50A-5F8A306DF4F8}" srcOrd="0" destOrd="2" presId="urn:microsoft.com/office/officeart/2005/8/layout/vList2"/>
    <dgm:cxn modelId="{0C814456-0BF9-4143-AE80-18F5E0FF0166}" type="presOf" srcId="{AA9137F4-F88C-4DBC-811D-0CF67D7F6C64}" destId="{34193AD0-0A4D-4450-A50A-5F8A306DF4F8}" srcOrd="0" destOrd="7" presId="urn:microsoft.com/office/officeart/2005/8/layout/vList2"/>
    <dgm:cxn modelId="{ADC43707-2962-4594-A2C4-50B4D74812E2}" srcId="{A9CD1F06-0CD4-4423-8E44-7CFACB28EC55}" destId="{4096CE54-C602-4462-AA35-00F8CD1D0602}" srcOrd="4" destOrd="0" parTransId="{6F16A2C7-B5E0-465F-B23C-AA189366ED26}" sibTransId="{7FF1EA0A-7E85-4D8C-BF26-43B2D65596B2}"/>
    <dgm:cxn modelId="{E09BFA42-B53B-49C9-8865-16585ADC04BB}" type="presOf" srcId="{CC91C18D-F66B-40D8-A51C-8D530B4D66E2}" destId="{34193AD0-0A4D-4450-A50A-5F8A306DF4F8}" srcOrd="0" destOrd="0" presId="urn:microsoft.com/office/officeart/2005/8/layout/vList2"/>
    <dgm:cxn modelId="{30560D89-45D4-45D3-BFB8-32BA058DB94B}" type="presOf" srcId="{769FD2BE-A292-448E-978B-DCCBB35BBCBB}" destId="{4B0C20C3-CA97-463E-9FF2-59D97AE04CD4}" srcOrd="0" destOrd="3" presId="urn:microsoft.com/office/officeart/2005/8/layout/vList2"/>
    <dgm:cxn modelId="{DE58C4D3-F258-4F3F-8AEA-D2040FA4B906}" type="presOf" srcId="{7E11D19C-B4AC-4EC1-9768-3752B8716FD7}" destId="{72049478-55B5-4E14-9FF3-5B93B9C33303}" srcOrd="0" destOrd="0" presId="urn:microsoft.com/office/officeart/2005/8/layout/vList2"/>
    <dgm:cxn modelId="{676201CE-54C3-4512-AC1F-40747465A4A0}" srcId="{D480B482-E186-458F-A3C9-2F66B640AFC9}" destId="{769FD2BE-A292-448E-978B-DCCBB35BBCBB}" srcOrd="3" destOrd="0" parTransId="{C146B54F-3C57-42A9-A8D2-A735FD3EED3B}" sibTransId="{1D9273BA-718B-4335-AA8B-1656B559EFAF}"/>
    <dgm:cxn modelId="{27A757EC-71B6-45D2-8A25-7A4A433B79E4}" type="presOf" srcId="{D480B482-E186-458F-A3C9-2F66B640AFC9}" destId="{79CA66D0-8D0C-43B4-A0AD-3EB6897FA04B}" srcOrd="0" destOrd="0" presId="urn:microsoft.com/office/officeart/2005/8/layout/vList2"/>
    <dgm:cxn modelId="{69B6AAB8-4CE9-4E7D-9E51-1E6DE68B6FB9}" type="presOf" srcId="{81314691-1D62-4F67-B443-84B047E55BD4}" destId="{34193AD0-0A4D-4450-A50A-5F8A306DF4F8}" srcOrd="0" destOrd="1" presId="urn:microsoft.com/office/officeart/2005/8/layout/vList2"/>
    <dgm:cxn modelId="{AECBC5C0-79EE-4BE4-9085-C225AC86200E}" type="presOf" srcId="{D847795E-7463-4323-B0B3-5DEDA3715ADA}" destId="{4B0C20C3-CA97-463E-9FF2-59D97AE04CD4}" srcOrd="0" destOrd="1" presId="urn:microsoft.com/office/officeart/2005/8/layout/vList2"/>
    <dgm:cxn modelId="{29E2A127-42C2-403E-A8C1-27115D20D877}" type="presOf" srcId="{C0939023-6F48-42F1-BF05-7268C1DB2989}" destId="{4B0C20C3-CA97-463E-9FF2-59D97AE04CD4}" srcOrd="0" destOrd="4" presId="urn:microsoft.com/office/officeart/2005/8/layout/vList2"/>
    <dgm:cxn modelId="{462BB185-FEE1-4175-BFBD-3EDAA86720D1}" srcId="{A9CD1F06-0CD4-4423-8E44-7CFACB28EC55}" destId="{2C55F0C3-CE31-42AE-ACFE-8656EC21CBE5}" srcOrd="5" destOrd="0" parTransId="{4BB4ABCA-EF57-4D8D-92D4-FAC6F025C816}" sibTransId="{241E8A90-0639-4104-924B-DF07A63A6038}"/>
    <dgm:cxn modelId="{20C7ABE1-FDD6-49D1-900D-4E88609ED000}" type="presOf" srcId="{87248FF3-C992-45E8-B125-BCAFC6BC2872}" destId="{34193AD0-0A4D-4450-A50A-5F8A306DF4F8}" srcOrd="0" destOrd="8" presId="urn:microsoft.com/office/officeart/2005/8/layout/vList2"/>
    <dgm:cxn modelId="{F053D0ED-0D4C-48AA-8088-3C28F13B22C9}" srcId="{A9CD1F06-0CD4-4423-8E44-7CFACB28EC55}" destId="{F0FE8A65-730A-4A18-AA28-2ECB4AD1B49A}" srcOrd="2" destOrd="0" parTransId="{E0126C3B-FBFB-4ED0-A776-7975C05B8B10}" sibTransId="{C6E381CD-FC38-45E5-BB55-3122E9360637}"/>
    <dgm:cxn modelId="{CF5C3C1C-C3D3-4E77-85EE-3BCA3247215D}" type="presOf" srcId="{0106892E-9DD0-44BB-BF3B-2FC47D9A87E1}" destId="{4B0C20C3-CA97-463E-9FF2-59D97AE04CD4}" srcOrd="0" destOrd="2" presId="urn:microsoft.com/office/officeart/2005/8/layout/vList2"/>
    <dgm:cxn modelId="{1A281BE4-8170-4D2D-9D4E-748301DE2E32}" srcId="{D480B482-E186-458F-A3C9-2F66B640AFC9}" destId="{D847795E-7463-4323-B0B3-5DEDA3715ADA}" srcOrd="1" destOrd="0" parTransId="{EC95635E-794D-4FA2-8AA7-DEAEF46A4680}" sibTransId="{3EFBDB8D-A980-484F-A6E9-F10D1973BA19}"/>
    <dgm:cxn modelId="{F00E29DF-764A-4C8D-85CD-71D17F92180B}" type="presOf" srcId="{A9CD1F06-0CD4-4423-8E44-7CFACB28EC55}" destId="{D1CABC75-B871-4109-8454-DAFFE407FF3A}" srcOrd="0" destOrd="0" presId="urn:microsoft.com/office/officeart/2005/8/layout/vList2"/>
    <dgm:cxn modelId="{13FAEC33-9342-4049-8997-BCFCEA3BA272}" type="presOf" srcId="{C0F490AC-3332-4CDB-A9CC-D158DFB24015}" destId="{4B0C20C3-CA97-463E-9FF2-59D97AE04CD4}" srcOrd="0" destOrd="5" presId="urn:microsoft.com/office/officeart/2005/8/layout/vList2"/>
    <dgm:cxn modelId="{45863CDC-1801-4321-9A9C-893FEE17A3DC}" srcId="{D480B482-E186-458F-A3C9-2F66B640AFC9}" destId="{8256D1D4-584E-4853-9E68-DA1F2758D570}" srcOrd="7" destOrd="0" parTransId="{B95B6398-8AB3-4C97-93F7-2F287EDB157D}" sibTransId="{CC268332-B3C3-4DD6-A265-9EEC3FFA7F88}"/>
    <dgm:cxn modelId="{C7795F06-1AEA-4E1F-97BF-56C3D202FC0B}" srcId="{D480B482-E186-458F-A3C9-2F66B640AFC9}" destId="{0106892E-9DD0-44BB-BF3B-2FC47D9A87E1}" srcOrd="2" destOrd="0" parTransId="{49EB8905-6AF3-4A78-B9B2-E3A4F255346F}" sibTransId="{E7B71280-C2C9-4D95-A148-1F5CD5E7588E}"/>
    <dgm:cxn modelId="{A41552BB-E570-4C7D-A9BA-C12939F0DACF}" srcId="{7E11D19C-B4AC-4EC1-9768-3752B8716FD7}" destId="{D480B482-E186-458F-A3C9-2F66B640AFC9}" srcOrd="0" destOrd="0" parTransId="{7FF34F44-040A-44F5-B3AD-E57F1EB36F4D}" sibTransId="{D330CBBE-E8EB-4570-855F-D00EAF9F202C}"/>
    <dgm:cxn modelId="{B3EA1880-BEBD-4C21-8D0D-478FD7E70575}" type="presParOf" srcId="{72049478-55B5-4E14-9FF3-5B93B9C33303}" destId="{79CA66D0-8D0C-43B4-A0AD-3EB6897FA04B}" srcOrd="0" destOrd="0" presId="urn:microsoft.com/office/officeart/2005/8/layout/vList2"/>
    <dgm:cxn modelId="{BDC38B60-EEE0-40C0-BEBF-3FD5BE18A037}" type="presParOf" srcId="{72049478-55B5-4E14-9FF3-5B93B9C33303}" destId="{4B0C20C3-CA97-463E-9FF2-59D97AE04CD4}" srcOrd="1" destOrd="0" presId="urn:microsoft.com/office/officeart/2005/8/layout/vList2"/>
    <dgm:cxn modelId="{FBA4EEC7-5451-41E9-938D-03965C442477}" type="presParOf" srcId="{72049478-55B5-4E14-9FF3-5B93B9C33303}" destId="{D1CABC75-B871-4109-8454-DAFFE407FF3A}" srcOrd="2" destOrd="0" presId="urn:microsoft.com/office/officeart/2005/8/layout/vList2"/>
    <dgm:cxn modelId="{DD8A3F4A-ED8F-4F73-8E2A-76C2E2E37A46}" type="presParOf" srcId="{72049478-55B5-4E14-9FF3-5B93B9C33303}" destId="{34193AD0-0A4D-4450-A50A-5F8A306DF4F8}"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D5AF248-CF7F-4B71-AF0B-29BEA200182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111CC27-0EE3-4355-AF57-7F56B7CFFB8B}">
      <dgm:prSet custT="1"/>
      <dgm:spPr/>
      <dgm:t>
        <a:bodyPr/>
        <a:lstStyle/>
        <a:p>
          <a:pPr rtl="0"/>
          <a:r>
            <a:rPr lang="en-US" sz="1800" b="1" dirty="0" smtClean="0">
              <a:latin typeface="Times New Roman" pitchFamily="18" charset="0"/>
              <a:cs typeface="Times New Roman" pitchFamily="18" charset="0"/>
            </a:rPr>
            <a:t>CHAPTERFIVE:CHURCHADMINISTRATIONANDECCLESIASTICALDISCIPLINE</a:t>
          </a:r>
          <a:endParaRPr lang="en-US" sz="1800" dirty="0">
            <a:latin typeface="Times New Roman" pitchFamily="18" charset="0"/>
            <a:cs typeface="Times New Roman" pitchFamily="18" charset="0"/>
          </a:endParaRPr>
        </a:p>
      </dgm:t>
    </dgm:pt>
    <dgm:pt modelId="{0835DC7E-A11E-4437-9E23-CEAF57738D0C}" type="parTrans" cxnId="{06F7065D-98F0-4EA5-8B3E-4E492327262E}">
      <dgm:prSet/>
      <dgm:spPr/>
      <dgm:t>
        <a:bodyPr/>
        <a:lstStyle/>
        <a:p>
          <a:endParaRPr lang="en-US"/>
        </a:p>
      </dgm:t>
    </dgm:pt>
    <dgm:pt modelId="{5746026D-CD47-4916-9541-4D1ADCCD4370}" type="sibTrans" cxnId="{06F7065D-98F0-4EA5-8B3E-4E492327262E}">
      <dgm:prSet/>
      <dgm:spPr/>
      <dgm:t>
        <a:bodyPr/>
        <a:lstStyle/>
        <a:p>
          <a:endParaRPr lang="en-US"/>
        </a:p>
      </dgm:t>
    </dgm:pt>
    <dgm:pt modelId="{FF799962-D0F1-4078-BE79-29F758BDCDC8}">
      <dgm:prSet custT="1"/>
      <dgm:spPr/>
      <dgm:t>
        <a:bodyPr/>
        <a:lstStyle/>
        <a:p>
          <a:pPr rtl="0"/>
          <a:r>
            <a:rPr lang="en-US" sz="2400" dirty="0" smtClean="0">
              <a:latin typeface="Times New Roman" pitchFamily="18" charset="0"/>
              <a:cs typeface="Times New Roman" pitchFamily="18" charset="0"/>
            </a:rPr>
            <a:t>Formation of Clergy </a:t>
          </a:r>
          <a:endParaRPr lang="en-US" sz="2400" dirty="0">
            <a:latin typeface="Times New Roman" pitchFamily="18" charset="0"/>
            <a:cs typeface="Times New Roman" pitchFamily="18" charset="0"/>
          </a:endParaRPr>
        </a:p>
      </dgm:t>
    </dgm:pt>
    <dgm:pt modelId="{FFF72D2A-2A75-47B0-9CEE-688AE5C1418C}" type="parTrans" cxnId="{A6D20BC3-27D8-4C66-B37C-B2C649375805}">
      <dgm:prSet/>
      <dgm:spPr/>
      <dgm:t>
        <a:bodyPr/>
        <a:lstStyle/>
        <a:p>
          <a:endParaRPr lang="en-US"/>
        </a:p>
      </dgm:t>
    </dgm:pt>
    <dgm:pt modelId="{306D8361-1B07-40B2-AE85-49A5DAF9F3F6}" type="sibTrans" cxnId="{A6D20BC3-27D8-4C66-B37C-B2C649375805}">
      <dgm:prSet/>
      <dgm:spPr/>
      <dgm:t>
        <a:bodyPr/>
        <a:lstStyle/>
        <a:p>
          <a:endParaRPr lang="en-US"/>
        </a:p>
      </dgm:t>
    </dgm:pt>
    <dgm:pt modelId="{4A83A970-2721-4B54-A412-A3739AF705EA}">
      <dgm:prSet custT="1"/>
      <dgm:spPr/>
      <dgm:t>
        <a:bodyPr/>
        <a:lstStyle/>
        <a:p>
          <a:pPr rtl="0"/>
          <a:r>
            <a:rPr lang="en-US" sz="2400" dirty="0" smtClean="0">
              <a:latin typeface="Times New Roman" pitchFamily="18" charset="0"/>
              <a:cs typeface="Times New Roman" pitchFamily="18" charset="0"/>
            </a:rPr>
            <a:t>The notion of Punishment</a:t>
          </a:r>
          <a:endParaRPr lang="en-US" sz="2400" dirty="0">
            <a:latin typeface="Times New Roman" pitchFamily="18" charset="0"/>
            <a:cs typeface="Times New Roman" pitchFamily="18" charset="0"/>
          </a:endParaRPr>
        </a:p>
      </dgm:t>
    </dgm:pt>
    <dgm:pt modelId="{E70C6FEC-9669-4FB7-BB89-1736DECADD21}" type="parTrans" cxnId="{71C5AB9D-3E63-4228-8DB6-2F34B1C72B29}">
      <dgm:prSet/>
      <dgm:spPr/>
      <dgm:t>
        <a:bodyPr/>
        <a:lstStyle/>
        <a:p>
          <a:endParaRPr lang="en-US"/>
        </a:p>
      </dgm:t>
    </dgm:pt>
    <dgm:pt modelId="{720BB186-1A52-4B55-A85E-3C3B843547F6}" type="sibTrans" cxnId="{71C5AB9D-3E63-4228-8DB6-2F34B1C72B29}">
      <dgm:prSet/>
      <dgm:spPr/>
      <dgm:t>
        <a:bodyPr/>
        <a:lstStyle/>
        <a:p>
          <a:endParaRPr lang="en-US"/>
        </a:p>
      </dgm:t>
    </dgm:pt>
    <dgm:pt modelId="{60E03FB2-F7CC-4703-B1C3-6E6134FA8CE3}">
      <dgm:prSet custT="1"/>
      <dgm:spPr/>
      <dgm:t>
        <a:bodyPr/>
        <a:lstStyle/>
        <a:p>
          <a:pPr rtl="0"/>
          <a:r>
            <a:rPr lang="en-US" sz="2400" dirty="0" smtClean="0">
              <a:latin typeface="Times New Roman" pitchFamily="18" charset="0"/>
              <a:cs typeface="Times New Roman" pitchFamily="18" charset="0"/>
            </a:rPr>
            <a:t>Punishment imposed by law </a:t>
          </a:r>
          <a:endParaRPr lang="en-US" sz="2400" dirty="0">
            <a:latin typeface="Times New Roman" pitchFamily="18" charset="0"/>
            <a:cs typeface="Times New Roman" pitchFamily="18" charset="0"/>
          </a:endParaRPr>
        </a:p>
      </dgm:t>
    </dgm:pt>
    <dgm:pt modelId="{03278662-CAF6-4143-9CD0-1792D1CF7580}" type="parTrans" cxnId="{ADF58F57-3F83-4080-96FD-525042A45754}">
      <dgm:prSet/>
      <dgm:spPr/>
      <dgm:t>
        <a:bodyPr/>
        <a:lstStyle/>
        <a:p>
          <a:endParaRPr lang="en-US"/>
        </a:p>
      </dgm:t>
    </dgm:pt>
    <dgm:pt modelId="{80B77B73-9D7D-4402-8852-C8B0DF36A1B3}" type="sibTrans" cxnId="{ADF58F57-3F83-4080-96FD-525042A45754}">
      <dgm:prSet/>
      <dgm:spPr/>
      <dgm:t>
        <a:bodyPr/>
        <a:lstStyle/>
        <a:p>
          <a:endParaRPr lang="en-US"/>
        </a:p>
      </dgm:t>
    </dgm:pt>
    <dgm:pt modelId="{1684E7EA-D19A-40FF-957C-F04C9EAF6271}">
      <dgm:prSet custT="1"/>
      <dgm:spPr/>
      <dgm:t>
        <a:bodyPr/>
        <a:lstStyle/>
        <a:p>
          <a:pPr rtl="0"/>
          <a:r>
            <a:rPr lang="en-US" sz="2400" dirty="0" smtClean="0">
              <a:latin typeface="Times New Roman" pitchFamily="18" charset="0"/>
              <a:cs typeface="Times New Roman" pitchFamily="18" charset="0"/>
            </a:rPr>
            <a:t>The Prohibition to Pardon </a:t>
          </a:r>
          <a:endParaRPr lang="en-US" sz="2400" dirty="0">
            <a:latin typeface="Times New Roman" pitchFamily="18" charset="0"/>
            <a:cs typeface="Times New Roman" pitchFamily="18" charset="0"/>
          </a:endParaRPr>
        </a:p>
      </dgm:t>
    </dgm:pt>
    <dgm:pt modelId="{266EF313-8DE4-45F8-B595-DE64E3C7ABB1}" type="parTrans" cxnId="{C463D995-98B8-4594-97EF-DA3B29F9BAC7}">
      <dgm:prSet/>
      <dgm:spPr/>
      <dgm:t>
        <a:bodyPr/>
        <a:lstStyle/>
        <a:p>
          <a:endParaRPr lang="en-US"/>
        </a:p>
      </dgm:t>
    </dgm:pt>
    <dgm:pt modelId="{4EEE7816-9FD4-4DAE-92AD-E00FDE673E0A}" type="sibTrans" cxnId="{C463D995-98B8-4594-97EF-DA3B29F9BAC7}">
      <dgm:prSet/>
      <dgm:spPr/>
      <dgm:t>
        <a:bodyPr/>
        <a:lstStyle/>
        <a:p>
          <a:endParaRPr lang="en-US"/>
        </a:p>
      </dgm:t>
    </dgm:pt>
    <dgm:pt modelId="{F6E98D90-6555-4EDD-BB37-F43E425EE194}">
      <dgm:prSet custT="1"/>
      <dgm:spPr/>
      <dgm:t>
        <a:bodyPr/>
        <a:lstStyle/>
        <a:p>
          <a:pPr rtl="0"/>
          <a:r>
            <a:rPr lang="en-US" sz="2400" dirty="0" smtClean="0">
              <a:latin typeface="Times New Roman" pitchFamily="18" charset="0"/>
              <a:cs typeface="Times New Roman" pitchFamily="18" charset="0"/>
            </a:rPr>
            <a:t>Discipline and Penance </a:t>
          </a:r>
          <a:endParaRPr lang="en-US" sz="2400" dirty="0">
            <a:latin typeface="Times New Roman" pitchFamily="18" charset="0"/>
            <a:cs typeface="Times New Roman" pitchFamily="18" charset="0"/>
          </a:endParaRPr>
        </a:p>
      </dgm:t>
    </dgm:pt>
    <dgm:pt modelId="{4CCC26BE-D456-4038-A3A7-2ABE663DF0F8}" type="parTrans" cxnId="{A5013CA7-214A-4042-8D27-CC97E3211A5C}">
      <dgm:prSet/>
      <dgm:spPr/>
      <dgm:t>
        <a:bodyPr/>
        <a:lstStyle/>
        <a:p>
          <a:endParaRPr lang="en-US"/>
        </a:p>
      </dgm:t>
    </dgm:pt>
    <dgm:pt modelId="{AC5E2AB2-3F59-47A3-87EF-FCB7368108E6}" type="sibTrans" cxnId="{A5013CA7-214A-4042-8D27-CC97E3211A5C}">
      <dgm:prSet/>
      <dgm:spPr/>
      <dgm:t>
        <a:bodyPr/>
        <a:lstStyle/>
        <a:p>
          <a:endParaRPr lang="en-US"/>
        </a:p>
      </dgm:t>
    </dgm:pt>
    <dgm:pt modelId="{E6E9DDBE-030D-42E7-B913-96FDA6A60E93}">
      <dgm:prSet custT="1"/>
      <dgm:spPr/>
      <dgm:t>
        <a:bodyPr/>
        <a:lstStyle/>
        <a:p>
          <a:pPr rtl="0"/>
          <a:r>
            <a:rPr lang="en-US" sz="2400" dirty="0" smtClean="0">
              <a:latin typeface="Times New Roman" pitchFamily="18" charset="0"/>
              <a:cs typeface="Times New Roman" pitchFamily="18" charset="0"/>
            </a:rPr>
            <a:t>Excommunication </a:t>
          </a:r>
          <a:endParaRPr lang="en-US" sz="2400" dirty="0">
            <a:latin typeface="Times New Roman" pitchFamily="18" charset="0"/>
            <a:cs typeface="Times New Roman" pitchFamily="18" charset="0"/>
          </a:endParaRPr>
        </a:p>
      </dgm:t>
    </dgm:pt>
    <dgm:pt modelId="{34B64DB4-F195-4D27-8E8E-4473B161D2F6}" type="parTrans" cxnId="{E2CB8532-BEF6-47CA-A79D-1577AA4F63D7}">
      <dgm:prSet/>
      <dgm:spPr/>
      <dgm:t>
        <a:bodyPr/>
        <a:lstStyle/>
        <a:p>
          <a:endParaRPr lang="en-US"/>
        </a:p>
      </dgm:t>
    </dgm:pt>
    <dgm:pt modelId="{98D881B5-162B-4AB3-8D87-12986153EEBA}" type="sibTrans" cxnId="{E2CB8532-BEF6-47CA-A79D-1577AA4F63D7}">
      <dgm:prSet/>
      <dgm:spPr/>
      <dgm:t>
        <a:bodyPr/>
        <a:lstStyle/>
        <a:p>
          <a:endParaRPr lang="en-US"/>
        </a:p>
      </dgm:t>
    </dgm:pt>
    <dgm:pt modelId="{5E2D5F1F-089D-4A4E-A918-6A9A7A1FE608}">
      <dgm:prSet custT="1"/>
      <dgm:spPr/>
      <dgm:t>
        <a:bodyPr/>
        <a:lstStyle/>
        <a:p>
          <a:pPr algn="just" rtl="0"/>
          <a:r>
            <a:rPr lang="en-US" sz="2000" b="1" dirty="0" smtClean="0">
              <a:latin typeface="Times New Roman" pitchFamily="18" charset="0"/>
              <a:cs typeface="Times New Roman" pitchFamily="18" charset="0"/>
            </a:rPr>
            <a:t>CHAPTER SIX:  CHURCH MANAGEMENT </a:t>
          </a:r>
          <a:endParaRPr lang="en-US" sz="2000" dirty="0">
            <a:latin typeface="Times New Roman" pitchFamily="18" charset="0"/>
            <a:cs typeface="Times New Roman" pitchFamily="18" charset="0"/>
          </a:endParaRPr>
        </a:p>
      </dgm:t>
    </dgm:pt>
    <dgm:pt modelId="{5EEA45EE-9376-4535-8BC9-273D1B16AFE7}" type="parTrans" cxnId="{64C2BF2C-8E0D-48CF-A6D5-66BFA9B12E3F}">
      <dgm:prSet/>
      <dgm:spPr/>
      <dgm:t>
        <a:bodyPr/>
        <a:lstStyle/>
        <a:p>
          <a:endParaRPr lang="en-US"/>
        </a:p>
      </dgm:t>
    </dgm:pt>
    <dgm:pt modelId="{0A3253BC-63F9-41DF-9713-CC9AE664E636}" type="sibTrans" cxnId="{64C2BF2C-8E0D-48CF-A6D5-66BFA9B12E3F}">
      <dgm:prSet/>
      <dgm:spPr/>
      <dgm:t>
        <a:bodyPr/>
        <a:lstStyle/>
        <a:p>
          <a:endParaRPr lang="en-US"/>
        </a:p>
      </dgm:t>
    </dgm:pt>
    <dgm:pt modelId="{09A83477-4602-4652-B3E7-61A939FFEAD7}">
      <dgm:prSet custT="1"/>
      <dgm:spPr/>
      <dgm:t>
        <a:bodyPr/>
        <a:lstStyle/>
        <a:p>
          <a:pPr rtl="0"/>
          <a:r>
            <a:rPr lang="en-US" sz="2400" dirty="0" smtClean="0">
              <a:latin typeface="Times New Roman" pitchFamily="18" charset="0"/>
              <a:cs typeface="Times New Roman" pitchFamily="18" charset="0"/>
            </a:rPr>
            <a:t>Definition and meaning of  Management</a:t>
          </a:r>
          <a:endParaRPr lang="en-US" sz="2400" dirty="0">
            <a:latin typeface="Times New Roman" pitchFamily="18" charset="0"/>
            <a:cs typeface="Times New Roman" pitchFamily="18" charset="0"/>
          </a:endParaRPr>
        </a:p>
      </dgm:t>
    </dgm:pt>
    <dgm:pt modelId="{042B5B9F-385A-4088-81A2-9192AE94A81F}" type="parTrans" cxnId="{0DCEC207-9C69-4368-95AD-CFA5872FA970}">
      <dgm:prSet/>
      <dgm:spPr/>
      <dgm:t>
        <a:bodyPr/>
        <a:lstStyle/>
        <a:p>
          <a:endParaRPr lang="en-US"/>
        </a:p>
      </dgm:t>
    </dgm:pt>
    <dgm:pt modelId="{D849145A-8B2E-4ED2-BF30-E1383E277A35}" type="sibTrans" cxnId="{0DCEC207-9C69-4368-95AD-CFA5872FA970}">
      <dgm:prSet/>
      <dgm:spPr/>
      <dgm:t>
        <a:bodyPr/>
        <a:lstStyle/>
        <a:p>
          <a:endParaRPr lang="en-US"/>
        </a:p>
      </dgm:t>
    </dgm:pt>
    <dgm:pt modelId="{C4F60B9B-1082-461C-8A7E-8C627B3CD7ED}">
      <dgm:prSet custT="1"/>
      <dgm:spPr/>
      <dgm:t>
        <a:bodyPr/>
        <a:lstStyle/>
        <a:p>
          <a:pPr rtl="0"/>
          <a:r>
            <a:rPr lang="en-US" sz="2400" dirty="0" smtClean="0">
              <a:latin typeface="Times New Roman" pitchFamily="18" charset="0"/>
              <a:cs typeface="Times New Roman" pitchFamily="18" charset="0"/>
            </a:rPr>
            <a:t>Management and its natures</a:t>
          </a:r>
          <a:endParaRPr lang="en-US" sz="2400" dirty="0">
            <a:latin typeface="Times New Roman" pitchFamily="18" charset="0"/>
            <a:cs typeface="Times New Roman" pitchFamily="18" charset="0"/>
          </a:endParaRPr>
        </a:p>
      </dgm:t>
    </dgm:pt>
    <dgm:pt modelId="{A78F1038-EEFF-4D1A-ABE1-05D2EFF28154}" type="parTrans" cxnId="{7D40A270-E39E-44CA-85FB-8E477FBF5E34}">
      <dgm:prSet/>
      <dgm:spPr/>
      <dgm:t>
        <a:bodyPr/>
        <a:lstStyle/>
        <a:p>
          <a:endParaRPr lang="en-US"/>
        </a:p>
      </dgm:t>
    </dgm:pt>
    <dgm:pt modelId="{9ED9294E-8C7E-473D-B54A-BAA065CB3209}" type="sibTrans" cxnId="{7D40A270-E39E-44CA-85FB-8E477FBF5E34}">
      <dgm:prSet/>
      <dgm:spPr/>
      <dgm:t>
        <a:bodyPr/>
        <a:lstStyle/>
        <a:p>
          <a:endParaRPr lang="en-US"/>
        </a:p>
      </dgm:t>
    </dgm:pt>
    <dgm:pt modelId="{CF4C063A-F4ED-4D01-86C4-964DAE6D4D3A}">
      <dgm:prSet custT="1"/>
      <dgm:spPr/>
      <dgm:t>
        <a:bodyPr/>
        <a:lstStyle/>
        <a:p>
          <a:pPr rtl="0"/>
          <a:r>
            <a:rPr lang="en-US" sz="2400" dirty="0" smtClean="0">
              <a:latin typeface="Times New Roman" pitchFamily="18" charset="0"/>
              <a:cs typeface="Times New Roman" pitchFamily="18" charset="0"/>
            </a:rPr>
            <a:t>The purpose of church Management </a:t>
          </a:r>
          <a:endParaRPr lang="en-US" sz="2400" dirty="0">
            <a:latin typeface="Times New Roman" pitchFamily="18" charset="0"/>
            <a:cs typeface="Times New Roman" pitchFamily="18" charset="0"/>
          </a:endParaRPr>
        </a:p>
      </dgm:t>
    </dgm:pt>
    <dgm:pt modelId="{DCBF1FDA-D4FE-425A-8CC4-055AB3DBB8B7}" type="parTrans" cxnId="{AD2CBAD3-D218-4F03-83D3-6BE407F8154B}">
      <dgm:prSet/>
      <dgm:spPr/>
      <dgm:t>
        <a:bodyPr/>
        <a:lstStyle/>
        <a:p>
          <a:endParaRPr lang="en-US"/>
        </a:p>
      </dgm:t>
    </dgm:pt>
    <dgm:pt modelId="{4C428A88-709C-4103-AD6A-D772A5223C0C}" type="sibTrans" cxnId="{AD2CBAD3-D218-4F03-83D3-6BE407F8154B}">
      <dgm:prSet/>
      <dgm:spPr/>
      <dgm:t>
        <a:bodyPr/>
        <a:lstStyle/>
        <a:p>
          <a:endParaRPr lang="en-US"/>
        </a:p>
      </dgm:t>
    </dgm:pt>
    <dgm:pt modelId="{C0A76BE1-4514-4E82-AA13-6CD836CB10A2}">
      <dgm:prSet custT="1"/>
      <dgm:spPr/>
      <dgm:t>
        <a:bodyPr/>
        <a:lstStyle/>
        <a:p>
          <a:pPr rtl="0"/>
          <a:r>
            <a:rPr lang="en-US" sz="2400" dirty="0" smtClean="0">
              <a:latin typeface="Times New Roman" pitchFamily="18" charset="0"/>
              <a:cs typeface="Times New Roman" pitchFamily="18" charset="0"/>
            </a:rPr>
            <a:t>Structure of Church Managements </a:t>
          </a:r>
          <a:endParaRPr lang="en-US" sz="2400" dirty="0">
            <a:latin typeface="Times New Roman" pitchFamily="18" charset="0"/>
            <a:cs typeface="Times New Roman" pitchFamily="18" charset="0"/>
          </a:endParaRPr>
        </a:p>
      </dgm:t>
    </dgm:pt>
    <dgm:pt modelId="{FB3EE097-142A-4CD7-9FA8-24BCAC22BD09}" type="parTrans" cxnId="{C1782D67-C944-4656-80C4-E8C6CB00407C}">
      <dgm:prSet/>
      <dgm:spPr/>
      <dgm:t>
        <a:bodyPr/>
        <a:lstStyle/>
        <a:p>
          <a:endParaRPr lang="en-US"/>
        </a:p>
      </dgm:t>
    </dgm:pt>
    <dgm:pt modelId="{4A9BAAF7-BF95-43AA-B78E-D8557A33411F}" type="sibTrans" cxnId="{C1782D67-C944-4656-80C4-E8C6CB00407C}">
      <dgm:prSet/>
      <dgm:spPr/>
      <dgm:t>
        <a:bodyPr/>
        <a:lstStyle/>
        <a:p>
          <a:endParaRPr lang="en-US"/>
        </a:p>
      </dgm:t>
    </dgm:pt>
    <dgm:pt modelId="{5CDFBB71-9CAD-43E8-8827-A902AB7C1434}">
      <dgm:prSet custT="1"/>
      <dgm:spPr/>
      <dgm:t>
        <a:bodyPr/>
        <a:lstStyle/>
        <a:p>
          <a:pPr rtl="0"/>
          <a:r>
            <a:rPr lang="en-US" sz="2400" dirty="0" smtClean="0">
              <a:latin typeface="Times New Roman" pitchFamily="18" charset="0"/>
              <a:cs typeface="Times New Roman" pitchFamily="18" charset="0"/>
            </a:rPr>
            <a:t>Duties and responsibility of Church leaders</a:t>
          </a:r>
          <a:endParaRPr lang="en-US" sz="2400" dirty="0">
            <a:latin typeface="Times New Roman" pitchFamily="18" charset="0"/>
            <a:cs typeface="Times New Roman" pitchFamily="18" charset="0"/>
          </a:endParaRPr>
        </a:p>
      </dgm:t>
    </dgm:pt>
    <dgm:pt modelId="{43EBFEA9-4CB5-4AEA-A0C8-8A53ACB61AB6}" type="parTrans" cxnId="{03BAF9AC-EC43-463F-8438-FDBE282EDA38}">
      <dgm:prSet/>
      <dgm:spPr/>
      <dgm:t>
        <a:bodyPr/>
        <a:lstStyle/>
        <a:p>
          <a:endParaRPr lang="en-US"/>
        </a:p>
      </dgm:t>
    </dgm:pt>
    <dgm:pt modelId="{49442C42-F108-466D-87BC-6B2CFA5FDF26}" type="sibTrans" cxnId="{03BAF9AC-EC43-463F-8438-FDBE282EDA38}">
      <dgm:prSet/>
      <dgm:spPr/>
      <dgm:t>
        <a:bodyPr/>
        <a:lstStyle/>
        <a:p>
          <a:endParaRPr lang="en-US"/>
        </a:p>
      </dgm:t>
    </dgm:pt>
    <dgm:pt modelId="{7C1F81C0-715C-48F2-9A8C-D7A8A3B1F6E8}">
      <dgm:prSet custT="1"/>
      <dgm:spPr/>
      <dgm:t>
        <a:bodyPr/>
        <a:lstStyle/>
        <a:p>
          <a:pPr rtl="0"/>
          <a:r>
            <a:rPr lang="en-US" sz="2400" dirty="0" smtClean="0">
              <a:latin typeface="Times New Roman" pitchFamily="18" charset="0"/>
              <a:cs typeface="Times New Roman" pitchFamily="18" charset="0"/>
            </a:rPr>
            <a:t>Guidelines of Church Management</a:t>
          </a:r>
          <a:endParaRPr lang="en-US" sz="2400" dirty="0">
            <a:latin typeface="Times New Roman" pitchFamily="18" charset="0"/>
            <a:cs typeface="Times New Roman" pitchFamily="18" charset="0"/>
          </a:endParaRPr>
        </a:p>
      </dgm:t>
    </dgm:pt>
    <dgm:pt modelId="{19CECE68-57A1-4C1F-AD4E-3D34F6C9F3C2}" type="parTrans" cxnId="{A16188F9-D951-49D7-8A08-041BE76AF7DE}">
      <dgm:prSet/>
      <dgm:spPr/>
      <dgm:t>
        <a:bodyPr/>
        <a:lstStyle/>
        <a:p>
          <a:endParaRPr lang="en-US"/>
        </a:p>
      </dgm:t>
    </dgm:pt>
    <dgm:pt modelId="{E7357207-48F4-4199-B525-3C7C3923D325}" type="sibTrans" cxnId="{A16188F9-D951-49D7-8A08-041BE76AF7DE}">
      <dgm:prSet/>
      <dgm:spPr/>
      <dgm:t>
        <a:bodyPr/>
        <a:lstStyle/>
        <a:p>
          <a:endParaRPr lang="en-US"/>
        </a:p>
      </dgm:t>
    </dgm:pt>
    <dgm:pt modelId="{C11ACB4C-0218-4BC3-8803-14AACFA4EFA5}">
      <dgm:prSet custT="1"/>
      <dgm:spPr/>
      <dgm:t>
        <a:bodyPr/>
        <a:lstStyle/>
        <a:p>
          <a:pPr rtl="0"/>
          <a:endParaRPr lang="en-US" sz="2400" dirty="0">
            <a:latin typeface="Times New Roman" pitchFamily="18" charset="0"/>
            <a:cs typeface="Times New Roman" pitchFamily="18" charset="0"/>
          </a:endParaRPr>
        </a:p>
      </dgm:t>
    </dgm:pt>
    <dgm:pt modelId="{1474D9E1-F096-469F-9BB6-B6138213047B}" type="parTrans" cxnId="{79361D8C-241E-4B8C-8789-F3B9AEE3817C}">
      <dgm:prSet/>
      <dgm:spPr/>
    </dgm:pt>
    <dgm:pt modelId="{5B707745-1A6E-4582-8B20-9C466EA574A8}" type="sibTrans" cxnId="{79361D8C-241E-4B8C-8789-F3B9AEE3817C}">
      <dgm:prSet/>
      <dgm:spPr/>
    </dgm:pt>
    <dgm:pt modelId="{7FBB6FC5-3CCE-4F2A-A710-BA0D04E04FD7}">
      <dgm:prSet custT="1"/>
      <dgm:spPr/>
      <dgm:t>
        <a:bodyPr/>
        <a:lstStyle/>
        <a:p>
          <a:pPr rtl="0"/>
          <a:r>
            <a:rPr lang="en-US" sz="2400" dirty="0" smtClean="0">
              <a:latin typeface="Times New Roman" pitchFamily="18" charset="0"/>
              <a:cs typeface="Times New Roman" pitchFamily="18" charset="0"/>
            </a:rPr>
            <a:t>The fundamental principles of the Orthodox church </a:t>
          </a:r>
          <a:endParaRPr lang="en-US" sz="2400" dirty="0">
            <a:latin typeface="Times New Roman" pitchFamily="18" charset="0"/>
            <a:cs typeface="Times New Roman" pitchFamily="18" charset="0"/>
          </a:endParaRPr>
        </a:p>
      </dgm:t>
    </dgm:pt>
    <dgm:pt modelId="{194F277F-4ED6-4DCC-B3C6-F5E7338C8A40}" type="parTrans" cxnId="{B919C956-D4CF-4B50-B944-B9C5B76C7C6B}">
      <dgm:prSet/>
      <dgm:spPr/>
    </dgm:pt>
    <dgm:pt modelId="{4908A12D-5050-44F4-BE09-A8A31A84657E}" type="sibTrans" cxnId="{B919C956-D4CF-4B50-B944-B9C5B76C7C6B}">
      <dgm:prSet/>
      <dgm:spPr/>
    </dgm:pt>
    <dgm:pt modelId="{2C3E9991-CE28-4D30-B0D1-AEC76BD6F372}">
      <dgm:prSet custT="1"/>
      <dgm:spPr/>
      <dgm:t>
        <a:bodyPr/>
        <a:lstStyle/>
        <a:p>
          <a:pPr rtl="0"/>
          <a:endParaRPr lang="en-US" sz="2400" dirty="0">
            <a:latin typeface="Times New Roman" pitchFamily="18" charset="0"/>
            <a:cs typeface="Times New Roman" pitchFamily="18" charset="0"/>
          </a:endParaRPr>
        </a:p>
      </dgm:t>
    </dgm:pt>
    <dgm:pt modelId="{6E4AB1D5-B61B-43C3-9B9C-3A139408334F}" type="parTrans" cxnId="{40901F8C-000F-4BC9-8B46-009A89852A5E}">
      <dgm:prSet/>
      <dgm:spPr/>
    </dgm:pt>
    <dgm:pt modelId="{9CCD6DF1-59D4-4DAC-9841-7ED1F6618B52}" type="sibTrans" cxnId="{40901F8C-000F-4BC9-8B46-009A89852A5E}">
      <dgm:prSet/>
      <dgm:spPr/>
    </dgm:pt>
    <dgm:pt modelId="{4239EFEF-0B12-424D-BF6B-FA0147F3ECF4}" type="pres">
      <dgm:prSet presAssocID="{6D5AF248-CF7F-4B71-AF0B-29BEA2001825}" presName="linear" presStyleCnt="0">
        <dgm:presLayoutVars>
          <dgm:animLvl val="lvl"/>
          <dgm:resizeHandles val="exact"/>
        </dgm:presLayoutVars>
      </dgm:prSet>
      <dgm:spPr/>
      <dgm:t>
        <a:bodyPr/>
        <a:lstStyle/>
        <a:p>
          <a:endParaRPr lang="en-US"/>
        </a:p>
      </dgm:t>
    </dgm:pt>
    <dgm:pt modelId="{501D0167-5143-4C42-A4FC-21F3974A19E7}" type="pres">
      <dgm:prSet presAssocID="{3111CC27-0EE3-4355-AF57-7F56B7CFFB8B}" presName="parentText" presStyleLbl="node1" presStyleIdx="0" presStyleCnt="2" custLinFactNeighborX="838" custLinFactNeighborY="-2789">
        <dgm:presLayoutVars>
          <dgm:chMax val="0"/>
          <dgm:bulletEnabled val="1"/>
        </dgm:presLayoutVars>
      </dgm:prSet>
      <dgm:spPr/>
      <dgm:t>
        <a:bodyPr/>
        <a:lstStyle/>
        <a:p>
          <a:endParaRPr lang="en-US"/>
        </a:p>
      </dgm:t>
    </dgm:pt>
    <dgm:pt modelId="{F6ED2225-9461-499B-AE0B-005FC0178501}" type="pres">
      <dgm:prSet presAssocID="{3111CC27-0EE3-4355-AF57-7F56B7CFFB8B}" presName="childText" presStyleLbl="revTx" presStyleIdx="0" presStyleCnt="2" custScaleY="136979" custLinFactY="-3085" custLinFactNeighborX="76" custLinFactNeighborY="-100000">
        <dgm:presLayoutVars>
          <dgm:bulletEnabled val="1"/>
        </dgm:presLayoutVars>
      </dgm:prSet>
      <dgm:spPr/>
      <dgm:t>
        <a:bodyPr/>
        <a:lstStyle/>
        <a:p>
          <a:endParaRPr lang="en-US"/>
        </a:p>
      </dgm:t>
    </dgm:pt>
    <dgm:pt modelId="{304F86B7-DB4D-45A4-A773-20422D262296}" type="pres">
      <dgm:prSet presAssocID="{5E2D5F1F-089D-4A4E-A918-6A9A7A1FE608}" presName="parentText" presStyleLbl="node1" presStyleIdx="1" presStyleCnt="2" custLinFactNeighborY="-7257">
        <dgm:presLayoutVars>
          <dgm:chMax val="0"/>
          <dgm:bulletEnabled val="1"/>
        </dgm:presLayoutVars>
      </dgm:prSet>
      <dgm:spPr/>
      <dgm:t>
        <a:bodyPr/>
        <a:lstStyle/>
        <a:p>
          <a:endParaRPr lang="en-US"/>
        </a:p>
      </dgm:t>
    </dgm:pt>
    <dgm:pt modelId="{B8D26590-7D77-4499-92DC-DDED7C3D7513}" type="pres">
      <dgm:prSet presAssocID="{5E2D5F1F-089D-4A4E-A918-6A9A7A1FE608}" presName="childText" presStyleLbl="revTx" presStyleIdx="1" presStyleCnt="2" custScaleY="144342">
        <dgm:presLayoutVars>
          <dgm:bulletEnabled val="1"/>
        </dgm:presLayoutVars>
      </dgm:prSet>
      <dgm:spPr/>
      <dgm:t>
        <a:bodyPr/>
        <a:lstStyle/>
        <a:p>
          <a:endParaRPr lang="en-US"/>
        </a:p>
      </dgm:t>
    </dgm:pt>
  </dgm:ptLst>
  <dgm:cxnLst>
    <dgm:cxn modelId="{71C5AB9D-3E63-4228-8DB6-2F34B1C72B29}" srcId="{3111CC27-0EE3-4355-AF57-7F56B7CFFB8B}" destId="{4A83A970-2721-4B54-A412-A3739AF705EA}" srcOrd="4" destOrd="0" parTransId="{E70C6FEC-9669-4FB7-BB89-1736DECADD21}" sibTransId="{720BB186-1A52-4B55-A85E-3C3B843547F6}"/>
    <dgm:cxn modelId="{8761229E-C9BB-4CC2-B42A-C8BBD9344088}" type="presOf" srcId="{2C3E9991-CE28-4D30-B0D1-AEC76BD6F372}" destId="{F6ED2225-9461-499B-AE0B-005FC0178501}" srcOrd="0" destOrd="1" presId="urn:microsoft.com/office/officeart/2005/8/layout/vList2"/>
    <dgm:cxn modelId="{12C9116A-10FB-4E00-874C-8D9C02634CEC}" type="presOf" srcId="{C11ACB4C-0218-4BC3-8803-14AACFA4EFA5}" destId="{F6ED2225-9461-499B-AE0B-005FC0178501}" srcOrd="0" destOrd="0" presId="urn:microsoft.com/office/officeart/2005/8/layout/vList2"/>
    <dgm:cxn modelId="{BCADF814-B530-492C-A0FB-FED2BCC06A2F}" type="presOf" srcId="{7C1F81C0-715C-48F2-9A8C-D7A8A3B1F6E8}" destId="{B8D26590-7D77-4499-92DC-DDED7C3D7513}" srcOrd="0" destOrd="5" presId="urn:microsoft.com/office/officeart/2005/8/layout/vList2"/>
    <dgm:cxn modelId="{C463D995-98B8-4594-97EF-DA3B29F9BAC7}" srcId="{3111CC27-0EE3-4355-AF57-7F56B7CFFB8B}" destId="{1684E7EA-D19A-40FF-957C-F04C9EAF6271}" srcOrd="6" destOrd="0" parTransId="{266EF313-8DE4-45F8-B595-DE64E3C7ABB1}" sibTransId="{4EEE7816-9FD4-4DAE-92AD-E00FDE673E0A}"/>
    <dgm:cxn modelId="{9E9BEF09-6F57-4D57-A4B8-28B6B2A98CD8}" type="presOf" srcId="{09A83477-4602-4652-B3E7-61A939FFEAD7}" destId="{B8D26590-7D77-4499-92DC-DDED7C3D7513}" srcOrd="0" destOrd="0" presId="urn:microsoft.com/office/officeart/2005/8/layout/vList2"/>
    <dgm:cxn modelId="{03BAF9AC-EC43-463F-8438-FDBE282EDA38}" srcId="{5E2D5F1F-089D-4A4E-A918-6A9A7A1FE608}" destId="{5CDFBB71-9CAD-43E8-8827-A902AB7C1434}" srcOrd="4" destOrd="0" parTransId="{43EBFEA9-4CB5-4AEA-A0C8-8A53ACB61AB6}" sibTransId="{49442C42-F108-466D-87BC-6B2CFA5FDF26}"/>
    <dgm:cxn modelId="{AD2CBAD3-D218-4F03-83D3-6BE407F8154B}" srcId="{5E2D5F1F-089D-4A4E-A918-6A9A7A1FE608}" destId="{CF4C063A-F4ED-4D01-86C4-964DAE6D4D3A}" srcOrd="2" destOrd="0" parTransId="{DCBF1FDA-D4FE-425A-8CC4-055AB3DBB8B7}" sibTransId="{4C428A88-709C-4103-AD6A-D772A5223C0C}"/>
    <dgm:cxn modelId="{02231E1E-0958-4EDA-810C-DED26CD1E120}" type="presOf" srcId="{C0A76BE1-4514-4E82-AA13-6CD836CB10A2}" destId="{B8D26590-7D77-4499-92DC-DDED7C3D7513}" srcOrd="0" destOrd="3" presId="urn:microsoft.com/office/officeart/2005/8/layout/vList2"/>
    <dgm:cxn modelId="{40901F8C-000F-4BC9-8B46-009A89852A5E}" srcId="{3111CC27-0EE3-4355-AF57-7F56B7CFFB8B}" destId="{2C3E9991-CE28-4D30-B0D1-AEC76BD6F372}" srcOrd="1" destOrd="0" parTransId="{6E4AB1D5-B61B-43C3-9B9C-3A139408334F}" sibTransId="{9CCD6DF1-59D4-4DAC-9841-7ED1F6618B52}"/>
    <dgm:cxn modelId="{2FD7F494-5580-463D-B22D-624015E58A3F}" type="presOf" srcId="{C4F60B9B-1082-461C-8A7E-8C627B3CD7ED}" destId="{B8D26590-7D77-4499-92DC-DDED7C3D7513}" srcOrd="0" destOrd="1" presId="urn:microsoft.com/office/officeart/2005/8/layout/vList2"/>
    <dgm:cxn modelId="{EF026132-0A8C-4C90-B201-A610E2B90D81}" type="presOf" srcId="{CF4C063A-F4ED-4D01-86C4-964DAE6D4D3A}" destId="{B8D26590-7D77-4499-92DC-DDED7C3D7513}" srcOrd="0" destOrd="2" presId="urn:microsoft.com/office/officeart/2005/8/layout/vList2"/>
    <dgm:cxn modelId="{79361D8C-241E-4B8C-8789-F3B9AEE3817C}" srcId="{3111CC27-0EE3-4355-AF57-7F56B7CFFB8B}" destId="{C11ACB4C-0218-4BC3-8803-14AACFA4EFA5}" srcOrd="0" destOrd="0" parTransId="{1474D9E1-F096-469F-9BB6-B6138213047B}" sibTransId="{5B707745-1A6E-4582-8B20-9C466EA574A8}"/>
    <dgm:cxn modelId="{A5013CA7-214A-4042-8D27-CC97E3211A5C}" srcId="{3111CC27-0EE3-4355-AF57-7F56B7CFFB8B}" destId="{F6E98D90-6555-4EDD-BB37-F43E425EE194}" srcOrd="7" destOrd="0" parTransId="{4CCC26BE-D456-4038-A3A7-2ABE663DF0F8}" sibTransId="{AC5E2AB2-3F59-47A3-87EF-FCB7368108E6}"/>
    <dgm:cxn modelId="{A16188F9-D951-49D7-8A08-041BE76AF7DE}" srcId="{5E2D5F1F-089D-4A4E-A918-6A9A7A1FE608}" destId="{7C1F81C0-715C-48F2-9A8C-D7A8A3B1F6E8}" srcOrd="5" destOrd="0" parTransId="{19CECE68-57A1-4C1F-AD4E-3D34F6C9F3C2}" sibTransId="{E7357207-48F4-4199-B525-3C7C3923D325}"/>
    <dgm:cxn modelId="{C1782D67-C944-4656-80C4-E8C6CB00407C}" srcId="{5E2D5F1F-089D-4A4E-A918-6A9A7A1FE608}" destId="{C0A76BE1-4514-4E82-AA13-6CD836CB10A2}" srcOrd="3" destOrd="0" parTransId="{FB3EE097-142A-4CD7-9FA8-24BCAC22BD09}" sibTransId="{4A9BAAF7-BF95-43AA-B78E-D8557A33411F}"/>
    <dgm:cxn modelId="{B919C956-D4CF-4B50-B944-B9C5B76C7C6B}" srcId="{3111CC27-0EE3-4355-AF57-7F56B7CFFB8B}" destId="{7FBB6FC5-3CCE-4F2A-A710-BA0D04E04FD7}" srcOrd="2" destOrd="0" parTransId="{194F277F-4ED6-4DCC-B3C6-F5E7338C8A40}" sibTransId="{4908A12D-5050-44F4-BE09-A8A31A84657E}"/>
    <dgm:cxn modelId="{524EFCB8-6991-44A5-907C-F48B5E0B6261}" type="presOf" srcId="{6D5AF248-CF7F-4B71-AF0B-29BEA2001825}" destId="{4239EFEF-0B12-424D-BF6B-FA0147F3ECF4}" srcOrd="0" destOrd="0" presId="urn:microsoft.com/office/officeart/2005/8/layout/vList2"/>
    <dgm:cxn modelId="{D03BBB3F-92B7-4EBD-B970-FD45003BF653}" type="presOf" srcId="{5CDFBB71-9CAD-43E8-8827-A902AB7C1434}" destId="{B8D26590-7D77-4499-92DC-DDED7C3D7513}" srcOrd="0" destOrd="4" presId="urn:microsoft.com/office/officeart/2005/8/layout/vList2"/>
    <dgm:cxn modelId="{857BF057-BC76-4AEF-9BD6-7B88B14E6273}" type="presOf" srcId="{60E03FB2-F7CC-4703-B1C3-6E6134FA8CE3}" destId="{F6ED2225-9461-499B-AE0B-005FC0178501}" srcOrd="0" destOrd="5" presId="urn:microsoft.com/office/officeart/2005/8/layout/vList2"/>
    <dgm:cxn modelId="{64C2BF2C-8E0D-48CF-A6D5-66BFA9B12E3F}" srcId="{6D5AF248-CF7F-4B71-AF0B-29BEA2001825}" destId="{5E2D5F1F-089D-4A4E-A918-6A9A7A1FE608}" srcOrd="1" destOrd="0" parTransId="{5EEA45EE-9376-4535-8BC9-273D1B16AFE7}" sibTransId="{0A3253BC-63F9-41DF-9713-CC9AE664E636}"/>
    <dgm:cxn modelId="{A7F32EDF-B456-4A01-9D6B-7EF2C2F64FFF}" type="presOf" srcId="{1684E7EA-D19A-40FF-957C-F04C9EAF6271}" destId="{F6ED2225-9461-499B-AE0B-005FC0178501}" srcOrd="0" destOrd="6" presId="urn:microsoft.com/office/officeart/2005/8/layout/vList2"/>
    <dgm:cxn modelId="{18AD53FC-883E-4FD6-8F14-1B0BCA736BA2}" type="presOf" srcId="{FF799962-D0F1-4078-BE79-29F758BDCDC8}" destId="{F6ED2225-9461-499B-AE0B-005FC0178501}" srcOrd="0" destOrd="3" presId="urn:microsoft.com/office/officeart/2005/8/layout/vList2"/>
    <dgm:cxn modelId="{A6D20BC3-27D8-4C66-B37C-B2C649375805}" srcId="{3111CC27-0EE3-4355-AF57-7F56B7CFFB8B}" destId="{FF799962-D0F1-4078-BE79-29F758BDCDC8}" srcOrd="3" destOrd="0" parTransId="{FFF72D2A-2A75-47B0-9CEE-688AE5C1418C}" sibTransId="{306D8361-1B07-40B2-AE85-49A5DAF9F3F6}"/>
    <dgm:cxn modelId="{32C4D39A-1A15-41AC-82DE-EDBE47DDA604}" type="presOf" srcId="{4A83A970-2721-4B54-A412-A3739AF705EA}" destId="{F6ED2225-9461-499B-AE0B-005FC0178501}" srcOrd="0" destOrd="4" presId="urn:microsoft.com/office/officeart/2005/8/layout/vList2"/>
    <dgm:cxn modelId="{06F7065D-98F0-4EA5-8B3E-4E492327262E}" srcId="{6D5AF248-CF7F-4B71-AF0B-29BEA2001825}" destId="{3111CC27-0EE3-4355-AF57-7F56B7CFFB8B}" srcOrd="0" destOrd="0" parTransId="{0835DC7E-A11E-4437-9E23-CEAF57738D0C}" sibTransId="{5746026D-CD47-4916-9541-4D1ADCCD4370}"/>
    <dgm:cxn modelId="{7D40A270-E39E-44CA-85FB-8E477FBF5E34}" srcId="{5E2D5F1F-089D-4A4E-A918-6A9A7A1FE608}" destId="{C4F60B9B-1082-461C-8A7E-8C627B3CD7ED}" srcOrd="1" destOrd="0" parTransId="{A78F1038-EEFF-4D1A-ABE1-05D2EFF28154}" sibTransId="{9ED9294E-8C7E-473D-B54A-BAA065CB3209}"/>
    <dgm:cxn modelId="{A39F0920-A10B-4D7C-9DF7-CF139BCE49C2}" type="presOf" srcId="{E6E9DDBE-030D-42E7-B913-96FDA6A60E93}" destId="{F6ED2225-9461-499B-AE0B-005FC0178501}" srcOrd="0" destOrd="8" presId="urn:microsoft.com/office/officeart/2005/8/layout/vList2"/>
    <dgm:cxn modelId="{E2CB8532-BEF6-47CA-A79D-1577AA4F63D7}" srcId="{3111CC27-0EE3-4355-AF57-7F56B7CFFB8B}" destId="{E6E9DDBE-030D-42E7-B913-96FDA6A60E93}" srcOrd="8" destOrd="0" parTransId="{34B64DB4-F195-4D27-8E8E-4473B161D2F6}" sibTransId="{98D881B5-162B-4AB3-8D87-12986153EEBA}"/>
    <dgm:cxn modelId="{21604710-455D-4500-B29B-9A9719CE647E}" type="presOf" srcId="{7FBB6FC5-3CCE-4F2A-A710-BA0D04E04FD7}" destId="{F6ED2225-9461-499B-AE0B-005FC0178501}" srcOrd="0" destOrd="2" presId="urn:microsoft.com/office/officeart/2005/8/layout/vList2"/>
    <dgm:cxn modelId="{0DCEC207-9C69-4368-95AD-CFA5872FA970}" srcId="{5E2D5F1F-089D-4A4E-A918-6A9A7A1FE608}" destId="{09A83477-4602-4652-B3E7-61A939FFEAD7}" srcOrd="0" destOrd="0" parTransId="{042B5B9F-385A-4088-81A2-9192AE94A81F}" sibTransId="{D849145A-8B2E-4ED2-BF30-E1383E277A35}"/>
    <dgm:cxn modelId="{46DFC7BE-154F-40C8-9DBD-588A73F75B58}" type="presOf" srcId="{5E2D5F1F-089D-4A4E-A918-6A9A7A1FE608}" destId="{304F86B7-DB4D-45A4-A773-20422D262296}" srcOrd="0" destOrd="0" presId="urn:microsoft.com/office/officeart/2005/8/layout/vList2"/>
    <dgm:cxn modelId="{ADF58F57-3F83-4080-96FD-525042A45754}" srcId="{3111CC27-0EE3-4355-AF57-7F56B7CFFB8B}" destId="{60E03FB2-F7CC-4703-B1C3-6E6134FA8CE3}" srcOrd="5" destOrd="0" parTransId="{03278662-CAF6-4143-9CD0-1792D1CF7580}" sibTransId="{80B77B73-9D7D-4402-8852-C8B0DF36A1B3}"/>
    <dgm:cxn modelId="{C5312CB1-ED2F-4630-816C-BAC2D81003DC}" type="presOf" srcId="{3111CC27-0EE3-4355-AF57-7F56B7CFFB8B}" destId="{501D0167-5143-4C42-A4FC-21F3974A19E7}" srcOrd="0" destOrd="0" presId="urn:microsoft.com/office/officeart/2005/8/layout/vList2"/>
    <dgm:cxn modelId="{EDD1615C-C00B-4AB4-9103-171D531FD301}" type="presOf" srcId="{F6E98D90-6555-4EDD-BB37-F43E425EE194}" destId="{F6ED2225-9461-499B-AE0B-005FC0178501}" srcOrd="0" destOrd="7" presId="urn:microsoft.com/office/officeart/2005/8/layout/vList2"/>
    <dgm:cxn modelId="{9E12F78D-A424-48EF-8A02-4C05D3250FCA}" type="presParOf" srcId="{4239EFEF-0B12-424D-BF6B-FA0147F3ECF4}" destId="{501D0167-5143-4C42-A4FC-21F3974A19E7}" srcOrd="0" destOrd="0" presId="urn:microsoft.com/office/officeart/2005/8/layout/vList2"/>
    <dgm:cxn modelId="{C5B3C67C-8A93-46DD-B02E-78395DB7E692}" type="presParOf" srcId="{4239EFEF-0B12-424D-BF6B-FA0147F3ECF4}" destId="{F6ED2225-9461-499B-AE0B-005FC0178501}" srcOrd="1" destOrd="0" presId="urn:microsoft.com/office/officeart/2005/8/layout/vList2"/>
    <dgm:cxn modelId="{37712C9E-3F8B-4716-B563-6593382B659A}" type="presParOf" srcId="{4239EFEF-0B12-424D-BF6B-FA0147F3ECF4}" destId="{304F86B7-DB4D-45A4-A773-20422D262296}" srcOrd="2" destOrd="0" presId="urn:microsoft.com/office/officeart/2005/8/layout/vList2"/>
    <dgm:cxn modelId="{ED655061-CB08-40E9-8B16-7838119506FC}" type="presParOf" srcId="{4239EFEF-0B12-424D-BF6B-FA0147F3ECF4}" destId="{B8D26590-7D77-4499-92DC-DDED7C3D7513}"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DC65FD2-7811-4876-B9A6-0FE9EA552CD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7777C3D-6DBE-41FE-AAFA-2C02251A363C}">
      <dgm:prSet custT="1"/>
      <dgm:spPr/>
      <dgm:t>
        <a:bodyPr/>
        <a:lstStyle/>
        <a:p>
          <a:pPr algn="just" rtl="0"/>
          <a:r>
            <a:rPr lang="en-US" sz="2000" b="1" dirty="0" smtClean="0">
              <a:solidFill>
                <a:schemeClr val="tx1"/>
              </a:solidFill>
              <a:latin typeface="Times New Roman" pitchFamily="18" charset="0"/>
              <a:cs typeface="Times New Roman" pitchFamily="18" charset="0"/>
            </a:rPr>
            <a:t>CHAPTER ONE: CANON LAW AND CHURCH ADMINISTRATION </a:t>
          </a:r>
          <a:endParaRPr lang="en-US" sz="2000" dirty="0">
            <a:solidFill>
              <a:schemeClr val="tx1"/>
            </a:solidFill>
            <a:latin typeface="Times New Roman" pitchFamily="18" charset="0"/>
            <a:cs typeface="Times New Roman" pitchFamily="18" charset="0"/>
          </a:endParaRPr>
        </a:p>
      </dgm:t>
    </dgm:pt>
    <dgm:pt modelId="{7FDE2054-4EDD-4005-95A3-BB04A491631B}" type="parTrans" cxnId="{B2D75847-C62D-4684-B058-449E18EBD346}">
      <dgm:prSet/>
      <dgm:spPr/>
      <dgm:t>
        <a:bodyPr/>
        <a:lstStyle/>
        <a:p>
          <a:endParaRPr lang="en-US"/>
        </a:p>
      </dgm:t>
    </dgm:pt>
    <dgm:pt modelId="{F76C02D5-7F8B-4321-9EDE-81C33543EB53}" type="sibTrans" cxnId="{B2D75847-C62D-4684-B058-449E18EBD346}">
      <dgm:prSet/>
      <dgm:spPr/>
      <dgm:t>
        <a:bodyPr/>
        <a:lstStyle/>
        <a:p>
          <a:endParaRPr lang="en-US"/>
        </a:p>
      </dgm:t>
    </dgm:pt>
    <dgm:pt modelId="{CBC44122-9B42-493C-9DC9-486ECC7DCC24}">
      <dgm:prSet custT="1"/>
      <dgm:spPr/>
      <dgm:t>
        <a:bodyPr/>
        <a:lstStyle/>
        <a:p>
          <a:pPr rtl="0"/>
          <a:r>
            <a:rPr lang="en-US" sz="2400" b="1" dirty="0" smtClean="0">
              <a:latin typeface="Times New Roman" pitchFamily="18" charset="0"/>
              <a:ea typeface="Ebrima" pitchFamily="2" charset="0"/>
              <a:cs typeface="Times New Roman" pitchFamily="18" charset="0"/>
            </a:rPr>
            <a:t>1.1. Definition of Canon Law or Church Law</a:t>
          </a:r>
          <a:endParaRPr lang="en-US" sz="2400" dirty="0">
            <a:latin typeface="Times New Roman" pitchFamily="18" charset="0"/>
            <a:ea typeface="Ebrima" pitchFamily="2" charset="0"/>
            <a:cs typeface="Times New Roman" pitchFamily="18" charset="0"/>
          </a:endParaRPr>
        </a:p>
      </dgm:t>
    </dgm:pt>
    <dgm:pt modelId="{CAA7F719-F4EF-47A2-9573-03D993A048E5}" type="parTrans" cxnId="{D4B13FAE-9AA4-49DE-915D-C315F0552F39}">
      <dgm:prSet/>
      <dgm:spPr/>
      <dgm:t>
        <a:bodyPr/>
        <a:lstStyle/>
        <a:p>
          <a:endParaRPr lang="en-US"/>
        </a:p>
      </dgm:t>
    </dgm:pt>
    <dgm:pt modelId="{4A9B9FB1-5916-41A1-BA97-52709B74E09B}" type="sibTrans" cxnId="{D4B13FAE-9AA4-49DE-915D-C315F0552F39}">
      <dgm:prSet/>
      <dgm:spPr/>
      <dgm:t>
        <a:bodyPr/>
        <a:lstStyle/>
        <a:p>
          <a:endParaRPr lang="en-US"/>
        </a:p>
      </dgm:t>
    </dgm:pt>
    <dgm:pt modelId="{AA5081C1-3CA1-4F89-9792-8E319C394CF1}">
      <dgm:prSet custT="1"/>
      <dgm:spPr/>
      <dgm:t>
        <a:bodyPr/>
        <a:lstStyle/>
        <a:p>
          <a:pPr algn="just" rtl="0">
            <a:lnSpc>
              <a:spcPct val="100000"/>
            </a:lnSpc>
            <a:spcAft>
              <a:spcPts val="0"/>
            </a:spcAft>
          </a:pPr>
          <a:r>
            <a:rPr lang="en-US" sz="2300" dirty="0" smtClean="0">
              <a:latin typeface="Times New Roman" pitchFamily="18" charset="0"/>
              <a:ea typeface="Ebrima" pitchFamily="2" charset="0"/>
              <a:cs typeface="Times New Roman" pitchFamily="18" charset="0"/>
            </a:rPr>
            <a:t>The word "canon" is derived from a word that originally denotes a means to measure wood or stone for construction and, when used for the Orthodox Church's ecclesiastical legislation, implies a standard for behavior</a:t>
          </a:r>
          <a:endParaRPr lang="en-US" sz="2300" dirty="0">
            <a:latin typeface="Times New Roman" pitchFamily="18" charset="0"/>
            <a:ea typeface="Ebrima" pitchFamily="2" charset="0"/>
            <a:cs typeface="Times New Roman" pitchFamily="18" charset="0"/>
          </a:endParaRPr>
        </a:p>
      </dgm:t>
    </dgm:pt>
    <dgm:pt modelId="{81BF54F2-9ABF-4A7B-8E16-EDA7DD68055C}" type="parTrans" cxnId="{8C92A53F-7EC1-4841-823E-5BF85E2E498F}">
      <dgm:prSet/>
      <dgm:spPr/>
      <dgm:t>
        <a:bodyPr/>
        <a:lstStyle/>
        <a:p>
          <a:endParaRPr lang="en-US"/>
        </a:p>
      </dgm:t>
    </dgm:pt>
    <dgm:pt modelId="{391ABE80-EB1E-497C-AD36-CE9D83D1858F}" type="sibTrans" cxnId="{8C92A53F-7EC1-4841-823E-5BF85E2E498F}">
      <dgm:prSet/>
      <dgm:spPr/>
      <dgm:t>
        <a:bodyPr/>
        <a:lstStyle/>
        <a:p>
          <a:endParaRPr lang="en-US"/>
        </a:p>
      </dgm:t>
    </dgm:pt>
    <dgm:pt modelId="{1D3A5DC2-659E-4841-BAF2-0BCA9EBF00F9}">
      <dgm:prSet custT="1"/>
      <dgm:spPr/>
      <dgm:t>
        <a:bodyPr/>
        <a:lstStyle/>
        <a:p>
          <a:pPr algn="just" rtl="0">
            <a:lnSpc>
              <a:spcPct val="100000"/>
            </a:lnSpc>
            <a:spcAft>
              <a:spcPts val="0"/>
            </a:spcAft>
          </a:pPr>
          <a:r>
            <a:rPr lang="en-US" sz="2300" dirty="0" smtClean="0">
              <a:latin typeface="Times New Roman" pitchFamily="18" charset="0"/>
              <a:ea typeface="Ebrima" pitchFamily="2" charset="0"/>
              <a:cs typeface="Times New Roman" pitchFamily="18" charset="0"/>
            </a:rPr>
            <a:t>It is the body of law and regulation made or adopted by lawful ecclesiastical authority, for the government of the Christian Church and its members</a:t>
          </a:r>
          <a:endParaRPr lang="en-US" sz="2300" dirty="0">
            <a:latin typeface="Times New Roman" pitchFamily="18" charset="0"/>
            <a:ea typeface="Ebrima" pitchFamily="2" charset="0"/>
            <a:cs typeface="Times New Roman" pitchFamily="18" charset="0"/>
          </a:endParaRPr>
        </a:p>
      </dgm:t>
    </dgm:pt>
    <dgm:pt modelId="{5DEA600C-3684-4359-A2D0-1960F945A7A4}" type="parTrans" cxnId="{5E9772D3-883F-461F-B39E-693C80B3678E}">
      <dgm:prSet/>
      <dgm:spPr/>
      <dgm:t>
        <a:bodyPr/>
        <a:lstStyle/>
        <a:p>
          <a:endParaRPr lang="en-US"/>
        </a:p>
      </dgm:t>
    </dgm:pt>
    <dgm:pt modelId="{4DA4C25A-B756-4471-AAE7-67268643BD98}" type="sibTrans" cxnId="{5E9772D3-883F-461F-B39E-693C80B3678E}">
      <dgm:prSet/>
      <dgm:spPr/>
      <dgm:t>
        <a:bodyPr/>
        <a:lstStyle/>
        <a:p>
          <a:endParaRPr lang="en-US"/>
        </a:p>
      </dgm:t>
    </dgm:pt>
    <dgm:pt modelId="{3C956FE4-7567-411E-A686-98F03D97318D}">
      <dgm:prSet custT="1"/>
      <dgm:spPr/>
      <dgm:t>
        <a:bodyPr/>
        <a:lstStyle/>
        <a:p>
          <a:pPr algn="just" rtl="0">
            <a:lnSpc>
              <a:spcPct val="100000"/>
            </a:lnSpc>
            <a:spcAft>
              <a:spcPts val="0"/>
            </a:spcAft>
          </a:pPr>
          <a:r>
            <a:rPr lang="en-US" sz="2300" dirty="0" smtClean="0">
              <a:latin typeface="Times New Roman" pitchFamily="18" charset="0"/>
              <a:ea typeface="Ebrima" pitchFamily="2" charset="0"/>
              <a:cs typeface="Times New Roman" pitchFamily="18" charset="0"/>
            </a:rPr>
            <a:t>It is the tradition of canonical legislation, which governs Orthodox Church life.</a:t>
          </a:r>
          <a:endParaRPr lang="en-US" sz="2300" dirty="0">
            <a:latin typeface="Times New Roman" pitchFamily="18" charset="0"/>
            <a:ea typeface="Ebrima" pitchFamily="2" charset="0"/>
            <a:cs typeface="Times New Roman" pitchFamily="18" charset="0"/>
          </a:endParaRPr>
        </a:p>
      </dgm:t>
    </dgm:pt>
    <dgm:pt modelId="{DEBD7C14-69D3-4966-8713-060ADB654202}" type="parTrans" cxnId="{04EA38DD-BCF9-42C1-93DC-22F6E8E2F62C}">
      <dgm:prSet/>
      <dgm:spPr/>
      <dgm:t>
        <a:bodyPr/>
        <a:lstStyle/>
        <a:p>
          <a:endParaRPr lang="en-US"/>
        </a:p>
      </dgm:t>
    </dgm:pt>
    <dgm:pt modelId="{79EA1703-7F39-424F-A24F-94C717DD1B2C}" type="sibTrans" cxnId="{04EA38DD-BCF9-42C1-93DC-22F6E8E2F62C}">
      <dgm:prSet/>
      <dgm:spPr/>
      <dgm:t>
        <a:bodyPr/>
        <a:lstStyle/>
        <a:p>
          <a:endParaRPr lang="en-US"/>
        </a:p>
      </dgm:t>
    </dgm:pt>
    <dgm:pt modelId="{81B2E573-EE74-4415-A10A-1EB241A51592}">
      <dgm:prSet custT="1"/>
      <dgm:spPr/>
      <dgm:t>
        <a:bodyPr/>
        <a:lstStyle/>
        <a:p>
          <a:pPr algn="just" rtl="0">
            <a:lnSpc>
              <a:spcPct val="100000"/>
            </a:lnSpc>
            <a:spcAft>
              <a:spcPts val="0"/>
            </a:spcAft>
          </a:pPr>
          <a:r>
            <a:rPr lang="en-US" sz="2300" dirty="0" smtClean="0">
              <a:latin typeface="Times New Roman" pitchFamily="18" charset="0"/>
              <a:ea typeface="Ebrima" pitchFamily="2" charset="0"/>
              <a:cs typeface="Times New Roman" pitchFamily="18" charset="0"/>
            </a:rPr>
            <a:t>It is an official proclamation given by church fathers at ecumenical, particular council (synod). </a:t>
          </a:r>
          <a:endParaRPr lang="en-US" sz="2300" dirty="0">
            <a:latin typeface="Times New Roman" pitchFamily="18" charset="0"/>
            <a:ea typeface="Ebrima" pitchFamily="2" charset="0"/>
            <a:cs typeface="Times New Roman" pitchFamily="18" charset="0"/>
          </a:endParaRPr>
        </a:p>
      </dgm:t>
    </dgm:pt>
    <dgm:pt modelId="{C5AAD958-E214-4DA3-8FC7-1F924600CF09}" type="parTrans" cxnId="{5B28575F-550F-4ED2-9945-1643C66AD6CD}">
      <dgm:prSet/>
      <dgm:spPr/>
      <dgm:t>
        <a:bodyPr/>
        <a:lstStyle/>
        <a:p>
          <a:endParaRPr lang="en-US"/>
        </a:p>
      </dgm:t>
    </dgm:pt>
    <dgm:pt modelId="{A69A3E68-76E7-4E84-9464-157541C1B2FF}" type="sibTrans" cxnId="{5B28575F-550F-4ED2-9945-1643C66AD6CD}">
      <dgm:prSet/>
      <dgm:spPr/>
      <dgm:t>
        <a:bodyPr/>
        <a:lstStyle/>
        <a:p>
          <a:endParaRPr lang="en-US"/>
        </a:p>
      </dgm:t>
    </dgm:pt>
    <dgm:pt modelId="{5ACE7CE9-EC6B-4813-A7D3-4C5E2D396ACB}">
      <dgm:prSet custT="1"/>
      <dgm:spPr/>
      <dgm:t>
        <a:bodyPr/>
        <a:lstStyle/>
        <a:p>
          <a:pPr algn="just" rtl="0">
            <a:lnSpc>
              <a:spcPct val="100000"/>
            </a:lnSpc>
            <a:spcAft>
              <a:spcPts val="0"/>
            </a:spcAft>
          </a:pPr>
          <a:r>
            <a:rPr lang="en-US" sz="2300" dirty="0" smtClean="0">
              <a:latin typeface="Times New Roman" pitchFamily="18" charset="0"/>
              <a:ea typeface="Ebrima" pitchFamily="2" charset="0"/>
              <a:cs typeface="Times New Roman" pitchFamily="18" charset="0"/>
            </a:rPr>
            <a:t>In theological terms, canon law reflects the application of truth, the Church's divine nature, within a very historical dimension, the Church's human nature.</a:t>
          </a:r>
          <a:endParaRPr lang="en-US" sz="2300" dirty="0">
            <a:latin typeface="Times New Roman" pitchFamily="18" charset="0"/>
            <a:ea typeface="Ebrima" pitchFamily="2" charset="0"/>
            <a:cs typeface="Times New Roman" pitchFamily="18" charset="0"/>
          </a:endParaRPr>
        </a:p>
      </dgm:t>
    </dgm:pt>
    <dgm:pt modelId="{6CF96059-E8EF-4705-8D8D-BA6113F97444}" type="parTrans" cxnId="{81A15A07-AE0F-4CE3-9E7F-0DCFC3655AEC}">
      <dgm:prSet/>
      <dgm:spPr/>
      <dgm:t>
        <a:bodyPr/>
        <a:lstStyle/>
        <a:p>
          <a:endParaRPr lang="en-US"/>
        </a:p>
      </dgm:t>
    </dgm:pt>
    <dgm:pt modelId="{31A58B2E-0967-4923-A5CD-517087DD5CDA}" type="sibTrans" cxnId="{81A15A07-AE0F-4CE3-9E7F-0DCFC3655AEC}">
      <dgm:prSet/>
      <dgm:spPr/>
      <dgm:t>
        <a:bodyPr/>
        <a:lstStyle/>
        <a:p>
          <a:endParaRPr lang="en-US"/>
        </a:p>
      </dgm:t>
    </dgm:pt>
    <dgm:pt modelId="{87E77900-C88D-4436-9ECD-C84167BC8444}">
      <dgm:prSet custT="1"/>
      <dgm:spPr/>
      <dgm:t>
        <a:bodyPr/>
        <a:lstStyle/>
        <a:p>
          <a:pPr algn="just" rtl="0">
            <a:lnSpc>
              <a:spcPct val="100000"/>
            </a:lnSpc>
            <a:spcAft>
              <a:spcPts val="0"/>
            </a:spcAft>
          </a:pPr>
          <a:r>
            <a:rPr lang="en-US" sz="2300" dirty="0" smtClean="0">
              <a:latin typeface="Times New Roman" pitchFamily="18" charset="0"/>
              <a:ea typeface="Ebrima" pitchFamily="2" charset="0"/>
              <a:cs typeface="Times New Roman" pitchFamily="18" charset="0"/>
            </a:rPr>
            <a:t>Canon Law can be said church law, ecclesiastical law or religious law</a:t>
          </a:r>
          <a:endParaRPr lang="en-US" sz="2300" dirty="0">
            <a:latin typeface="Times New Roman" pitchFamily="18" charset="0"/>
            <a:ea typeface="Ebrima" pitchFamily="2" charset="0"/>
            <a:cs typeface="Times New Roman" pitchFamily="18" charset="0"/>
          </a:endParaRPr>
        </a:p>
      </dgm:t>
    </dgm:pt>
    <dgm:pt modelId="{C5E6D88B-4DF2-467B-9E93-FFFB0EB853D9}" type="parTrans" cxnId="{7CDF066A-E5C3-4247-8AB6-62FA6A06F6F6}">
      <dgm:prSet/>
      <dgm:spPr/>
      <dgm:t>
        <a:bodyPr/>
        <a:lstStyle/>
        <a:p>
          <a:endParaRPr lang="en-US"/>
        </a:p>
      </dgm:t>
    </dgm:pt>
    <dgm:pt modelId="{9B3D90D4-77E9-4FD2-8146-A6E99D5C1FFE}" type="sibTrans" cxnId="{7CDF066A-E5C3-4247-8AB6-62FA6A06F6F6}">
      <dgm:prSet/>
      <dgm:spPr/>
      <dgm:t>
        <a:bodyPr/>
        <a:lstStyle/>
        <a:p>
          <a:endParaRPr lang="en-US"/>
        </a:p>
      </dgm:t>
    </dgm:pt>
    <dgm:pt modelId="{3A798502-8F13-4862-B84E-A246E36236BD}">
      <dgm:prSet custT="1"/>
      <dgm:spPr/>
      <dgm:t>
        <a:bodyPr/>
        <a:lstStyle/>
        <a:p>
          <a:pPr algn="just" rtl="0">
            <a:lnSpc>
              <a:spcPct val="100000"/>
            </a:lnSpc>
            <a:spcAft>
              <a:spcPts val="0"/>
            </a:spcAft>
          </a:pPr>
          <a:r>
            <a:rPr lang="en-US" sz="2300" dirty="0" smtClean="0">
              <a:latin typeface="Times New Roman" pitchFamily="18" charset="0"/>
              <a:ea typeface="Ebrima" pitchFamily="2" charset="0"/>
              <a:cs typeface="Times New Roman" pitchFamily="18" charset="0"/>
            </a:rPr>
            <a:t>The canons of the Church may be viewed as a set of rules governing the lives of the faithful. </a:t>
          </a:r>
          <a:endParaRPr lang="en-US" sz="2300" dirty="0">
            <a:latin typeface="Times New Roman" pitchFamily="18" charset="0"/>
            <a:ea typeface="Ebrima" pitchFamily="2" charset="0"/>
            <a:cs typeface="Times New Roman" pitchFamily="18" charset="0"/>
          </a:endParaRPr>
        </a:p>
      </dgm:t>
    </dgm:pt>
    <dgm:pt modelId="{B2F259A3-DE9E-48A3-AB02-7EB6D1ED7266}" type="parTrans" cxnId="{0D6180BF-E3FE-4251-A73B-A8D0F051B134}">
      <dgm:prSet/>
      <dgm:spPr/>
    </dgm:pt>
    <dgm:pt modelId="{2382164E-A384-4D93-8DF3-8DA6243F62AC}" type="sibTrans" cxnId="{0D6180BF-E3FE-4251-A73B-A8D0F051B134}">
      <dgm:prSet/>
      <dgm:spPr/>
    </dgm:pt>
    <dgm:pt modelId="{20BCABD7-DCC6-43DC-A43B-AEF340D7A0A4}" type="pres">
      <dgm:prSet presAssocID="{9DC65FD2-7811-4876-B9A6-0FE9EA552CDB}" presName="linear" presStyleCnt="0">
        <dgm:presLayoutVars>
          <dgm:animLvl val="lvl"/>
          <dgm:resizeHandles val="exact"/>
        </dgm:presLayoutVars>
      </dgm:prSet>
      <dgm:spPr/>
      <dgm:t>
        <a:bodyPr/>
        <a:lstStyle/>
        <a:p>
          <a:endParaRPr lang="en-US"/>
        </a:p>
      </dgm:t>
    </dgm:pt>
    <dgm:pt modelId="{911E807B-84A2-4F10-8634-798D980C1F42}" type="pres">
      <dgm:prSet presAssocID="{57777C3D-6DBE-41FE-AAFA-2C02251A363C}" presName="parentText" presStyleLbl="node1" presStyleIdx="0" presStyleCnt="2" custLinFactY="-60117" custLinFactNeighborX="-862" custLinFactNeighborY="-100000">
        <dgm:presLayoutVars>
          <dgm:chMax val="0"/>
          <dgm:bulletEnabled val="1"/>
        </dgm:presLayoutVars>
      </dgm:prSet>
      <dgm:spPr/>
      <dgm:t>
        <a:bodyPr/>
        <a:lstStyle/>
        <a:p>
          <a:endParaRPr lang="en-US"/>
        </a:p>
      </dgm:t>
    </dgm:pt>
    <dgm:pt modelId="{BF4764E0-E7B7-4D16-B0FD-58DFB568F1D5}" type="pres">
      <dgm:prSet presAssocID="{F76C02D5-7F8B-4321-9EDE-81C33543EB53}" presName="spacer" presStyleCnt="0"/>
      <dgm:spPr/>
    </dgm:pt>
    <dgm:pt modelId="{4DDEF496-9FAC-4381-AE33-530F1EA362D6}" type="pres">
      <dgm:prSet presAssocID="{CBC44122-9B42-493C-9DC9-486ECC7DCC24}" presName="parentText" presStyleLbl="node1" presStyleIdx="1" presStyleCnt="2" custLinFactNeighborY="-158">
        <dgm:presLayoutVars>
          <dgm:chMax val="0"/>
          <dgm:bulletEnabled val="1"/>
        </dgm:presLayoutVars>
      </dgm:prSet>
      <dgm:spPr/>
      <dgm:t>
        <a:bodyPr/>
        <a:lstStyle/>
        <a:p>
          <a:endParaRPr lang="en-US"/>
        </a:p>
      </dgm:t>
    </dgm:pt>
    <dgm:pt modelId="{F0B1FAC8-859A-49D5-AA43-ADBAA780F673}" type="pres">
      <dgm:prSet presAssocID="{CBC44122-9B42-493C-9DC9-486ECC7DCC24}" presName="childText" presStyleLbl="revTx" presStyleIdx="0" presStyleCnt="1" custScaleY="126169" custLinFactNeighborY="-1421">
        <dgm:presLayoutVars>
          <dgm:bulletEnabled val="1"/>
        </dgm:presLayoutVars>
      </dgm:prSet>
      <dgm:spPr/>
      <dgm:t>
        <a:bodyPr/>
        <a:lstStyle/>
        <a:p>
          <a:endParaRPr lang="en-US"/>
        </a:p>
      </dgm:t>
    </dgm:pt>
  </dgm:ptLst>
  <dgm:cxnLst>
    <dgm:cxn modelId="{9CC4B1D8-F8EA-4116-BDF3-C0EBF4827831}" type="presOf" srcId="{87E77900-C88D-4436-9ECD-C84167BC8444}" destId="{F0B1FAC8-859A-49D5-AA43-ADBAA780F673}" srcOrd="0" destOrd="6" presId="urn:microsoft.com/office/officeart/2005/8/layout/vList2"/>
    <dgm:cxn modelId="{6BF3357A-EBF0-4771-A4D0-61053EA79344}" type="presOf" srcId="{57777C3D-6DBE-41FE-AAFA-2C02251A363C}" destId="{911E807B-84A2-4F10-8634-798D980C1F42}" srcOrd="0" destOrd="0" presId="urn:microsoft.com/office/officeart/2005/8/layout/vList2"/>
    <dgm:cxn modelId="{0D6180BF-E3FE-4251-A73B-A8D0F051B134}" srcId="{CBC44122-9B42-493C-9DC9-486ECC7DCC24}" destId="{3A798502-8F13-4862-B84E-A246E36236BD}" srcOrd="1" destOrd="0" parTransId="{B2F259A3-DE9E-48A3-AB02-7EB6D1ED7266}" sibTransId="{2382164E-A384-4D93-8DF3-8DA6243F62AC}"/>
    <dgm:cxn modelId="{D4B13FAE-9AA4-49DE-915D-C315F0552F39}" srcId="{9DC65FD2-7811-4876-B9A6-0FE9EA552CDB}" destId="{CBC44122-9B42-493C-9DC9-486ECC7DCC24}" srcOrd="1" destOrd="0" parTransId="{CAA7F719-F4EF-47A2-9573-03D993A048E5}" sibTransId="{4A9B9FB1-5916-41A1-BA97-52709B74E09B}"/>
    <dgm:cxn modelId="{5E9772D3-883F-461F-B39E-693C80B3678E}" srcId="{CBC44122-9B42-493C-9DC9-486ECC7DCC24}" destId="{1D3A5DC2-659E-4841-BAF2-0BCA9EBF00F9}" srcOrd="2" destOrd="0" parTransId="{5DEA600C-3684-4359-A2D0-1960F945A7A4}" sibTransId="{4DA4C25A-B756-4471-AAE7-67268643BD98}"/>
    <dgm:cxn modelId="{8C92A53F-7EC1-4841-823E-5BF85E2E498F}" srcId="{CBC44122-9B42-493C-9DC9-486ECC7DCC24}" destId="{AA5081C1-3CA1-4F89-9792-8E319C394CF1}" srcOrd="0" destOrd="0" parTransId="{81BF54F2-9ABF-4A7B-8E16-EDA7DD68055C}" sibTransId="{391ABE80-EB1E-497C-AD36-CE9D83D1858F}"/>
    <dgm:cxn modelId="{B2D75847-C62D-4684-B058-449E18EBD346}" srcId="{9DC65FD2-7811-4876-B9A6-0FE9EA552CDB}" destId="{57777C3D-6DBE-41FE-AAFA-2C02251A363C}" srcOrd="0" destOrd="0" parTransId="{7FDE2054-4EDD-4005-95A3-BB04A491631B}" sibTransId="{F76C02D5-7F8B-4321-9EDE-81C33543EB53}"/>
    <dgm:cxn modelId="{A118F242-FAF1-4B1E-B7E6-1B8E064D3FDF}" type="presOf" srcId="{CBC44122-9B42-493C-9DC9-486ECC7DCC24}" destId="{4DDEF496-9FAC-4381-AE33-530F1EA362D6}" srcOrd="0" destOrd="0" presId="urn:microsoft.com/office/officeart/2005/8/layout/vList2"/>
    <dgm:cxn modelId="{763B254B-DB95-48E3-A5AE-B212B46240A8}" type="presOf" srcId="{5ACE7CE9-EC6B-4813-A7D3-4C5E2D396ACB}" destId="{F0B1FAC8-859A-49D5-AA43-ADBAA780F673}" srcOrd="0" destOrd="5" presId="urn:microsoft.com/office/officeart/2005/8/layout/vList2"/>
    <dgm:cxn modelId="{04EA38DD-BCF9-42C1-93DC-22F6E8E2F62C}" srcId="{CBC44122-9B42-493C-9DC9-486ECC7DCC24}" destId="{3C956FE4-7567-411E-A686-98F03D97318D}" srcOrd="3" destOrd="0" parTransId="{DEBD7C14-69D3-4966-8713-060ADB654202}" sibTransId="{79EA1703-7F39-424F-A24F-94C717DD1B2C}"/>
    <dgm:cxn modelId="{1629274B-74A9-490E-88C4-F9C92929A04C}" type="presOf" srcId="{3A798502-8F13-4862-B84E-A246E36236BD}" destId="{F0B1FAC8-859A-49D5-AA43-ADBAA780F673}" srcOrd="0" destOrd="1" presId="urn:microsoft.com/office/officeart/2005/8/layout/vList2"/>
    <dgm:cxn modelId="{DE1F61C7-6023-407B-B645-9313DE4AE2F3}" type="presOf" srcId="{3C956FE4-7567-411E-A686-98F03D97318D}" destId="{F0B1FAC8-859A-49D5-AA43-ADBAA780F673}" srcOrd="0" destOrd="3" presId="urn:microsoft.com/office/officeart/2005/8/layout/vList2"/>
    <dgm:cxn modelId="{DC6FA481-5B22-4D4D-B672-339FFEAC630E}" type="presOf" srcId="{1D3A5DC2-659E-4841-BAF2-0BCA9EBF00F9}" destId="{F0B1FAC8-859A-49D5-AA43-ADBAA780F673}" srcOrd="0" destOrd="2" presId="urn:microsoft.com/office/officeart/2005/8/layout/vList2"/>
    <dgm:cxn modelId="{5720B38E-9690-4F91-9796-7C6ED28080EF}" type="presOf" srcId="{81B2E573-EE74-4415-A10A-1EB241A51592}" destId="{F0B1FAC8-859A-49D5-AA43-ADBAA780F673}" srcOrd="0" destOrd="4" presId="urn:microsoft.com/office/officeart/2005/8/layout/vList2"/>
    <dgm:cxn modelId="{B911F960-2E3F-4DDE-B1D8-0B61DBD2FA2B}" type="presOf" srcId="{AA5081C1-3CA1-4F89-9792-8E319C394CF1}" destId="{F0B1FAC8-859A-49D5-AA43-ADBAA780F673}" srcOrd="0" destOrd="0" presId="urn:microsoft.com/office/officeart/2005/8/layout/vList2"/>
    <dgm:cxn modelId="{7CDF066A-E5C3-4247-8AB6-62FA6A06F6F6}" srcId="{CBC44122-9B42-493C-9DC9-486ECC7DCC24}" destId="{87E77900-C88D-4436-9ECD-C84167BC8444}" srcOrd="6" destOrd="0" parTransId="{C5E6D88B-4DF2-467B-9E93-FFFB0EB853D9}" sibTransId="{9B3D90D4-77E9-4FD2-8146-A6E99D5C1FFE}"/>
    <dgm:cxn modelId="{3C174F46-E5F3-44BE-B8EE-A46D51B9BF24}" type="presOf" srcId="{9DC65FD2-7811-4876-B9A6-0FE9EA552CDB}" destId="{20BCABD7-DCC6-43DC-A43B-AEF340D7A0A4}" srcOrd="0" destOrd="0" presId="urn:microsoft.com/office/officeart/2005/8/layout/vList2"/>
    <dgm:cxn modelId="{81A15A07-AE0F-4CE3-9E7F-0DCFC3655AEC}" srcId="{CBC44122-9B42-493C-9DC9-486ECC7DCC24}" destId="{5ACE7CE9-EC6B-4813-A7D3-4C5E2D396ACB}" srcOrd="5" destOrd="0" parTransId="{6CF96059-E8EF-4705-8D8D-BA6113F97444}" sibTransId="{31A58B2E-0967-4923-A5CD-517087DD5CDA}"/>
    <dgm:cxn modelId="{5B28575F-550F-4ED2-9945-1643C66AD6CD}" srcId="{CBC44122-9B42-493C-9DC9-486ECC7DCC24}" destId="{81B2E573-EE74-4415-A10A-1EB241A51592}" srcOrd="4" destOrd="0" parTransId="{C5AAD958-E214-4DA3-8FC7-1F924600CF09}" sibTransId="{A69A3E68-76E7-4E84-9464-157541C1B2FF}"/>
    <dgm:cxn modelId="{1DA1D6C7-4B8B-4F73-9C62-7114B2ACCAA2}" type="presParOf" srcId="{20BCABD7-DCC6-43DC-A43B-AEF340D7A0A4}" destId="{911E807B-84A2-4F10-8634-798D980C1F42}" srcOrd="0" destOrd="0" presId="urn:microsoft.com/office/officeart/2005/8/layout/vList2"/>
    <dgm:cxn modelId="{2A4AA2DC-963A-4616-A554-B58DCA0A091C}" type="presParOf" srcId="{20BCABD7-DCC6-43DC-A43B-AEF340D7A0A4}" destId="{BF4764E0-E7B7-4D16-B0FD-58DFB568F1D5}" srcOrd="1" destOrd="0" presId="urn:microsoft.com/office/officeart/2005/8/layout/vList2"/>
    <dgm:cxn modelId="{05DE99C7-3899-4362-B725-AFE59E41B461}" type="presParOf" srcId="{20BCABD7-DCC6-43DC-A43B-AEF340D7A0A4}" destId="{4DDEF496-9FAC-4381-AE33-530F1EA362D6}" srcOrd="2" destOrd="0" presId="urn:microsoft.com/office/officeart/2005/8/layout/vList2"/>
    <dgm:cxn modelId="{10E532A8-FF3C-497C-9695-21EC1C145A62}" type="presParOf" srcId="{20BCABD7-DCC6-43DC-A43B-AEF340D7A0A4}" destId="{F0B1FAC8-859A-49D5-AA43-ADBAA780F673}"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9AD9D4D-2453-4782-ADA1-13743EDD228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30C3D1C-24D3-4A6C-A6D4-BED3C34FC45D}">
      <dgm:prSet/>
      <dgm:spPr/>
      <dgm:t>
        <a:bodyPr/>
        <a:lstStyle/>
        <a:p>
          <a:pPr rtl="0"/>
          <a:r>
            <a:rPr lang="en-US" b="1" dirty="0" smtClean="0">
              <a:latin typeface="Times New Roman" pitchFamily="18" charset="0"/>
              <a:cs typeface="Times New Roman" pitchFamily="18" charset="0"/>
            </a:rPr>
            <a:t>1.2. Purposes of Canon law: It used</a:t>
          </a:r>
          <a:r>
            <a:rPr lang="en-US" b="1" dirty="0" smtClean="0"/>
            <a:t>:</a:t>
          </a:r>
          <a:endParaRPr lang="en-US" dirty="0"/>
        </a:p>
      </dgm:t>
    </dgm:pt>
    <dgm:pt modelId="{232A5AAB-95E3-4B6D-90FF-879CFEE99065}" type="parTrans" cxnId="{F46A3691-DA8E-4BF1-B24C-6525A8D49AAB}">
      <dgm:prSet/>
      <dgm:spPr/>
      <dgm:t>
        <a:bodyPr/>
        <a:lstStyle/>
        <a:p>
          <a:endParaRPr lang="en-US"/>
        </a:p>
      </dgm:t>
    </dgm:pt>
    <dgm:pt modelId="{5B1C0D83-0903-41DE-A736-ECE5F43A4115}" type="sibTrans" cxnId="{F46A3691-DA8E-4BF1-B24C-6525A8D49AAB}">
      <dgm:prSet/>
      <dgm:spPr/>
      <dgm:t>
        <a:bodyPr/>
        <a:lstStyle/>
        <a:p>
          <a:endParaRPr lang="en-US"/>
        </a:p>
      </dgm:t>
    </dgm:pt>
    <dgm:pt modelId="{DEBAD072-C766-4B20-8489-B3B236F4177A}">
      <dgm:prSet/>
      <dgm:spPr/>
      <dgm:t>
        <a:bodyPr/>
        <a:lstStyle/>
        <a:p>
          <a:pPr algn="just" rtl="0">
            <a:lnSpc>
              <a:spcPct val="100000"/>
            </a:lnSpc>
            <a:spcAft>
              <a:spcPts val="0"/>
            </a:spcAft>
          </a:pPr>
          <a:r>
            <a:rPr lang="en-US" dirty="0" smtClean="0">
              <a:latin typeface="Times New Roman" pitchFamily="18" charset="0"/>
              <a:cs typeface="Times New Roman" pitchFamily="18" charset="0"/>
            </a:rPr>
            <a:t>To reflects social, political, economic, cultural and ecclesiastical changes that have taken place in the past two millennia.</a:t>
          </a:r>
          <a:endParaRPr lang="en-US" dirty="0">
            <a:latin typeface="Times New Roman" pitchFamily="18" charset="0"/>
            <a:cs typeface="Times New Roman" pitchFamily="18" charset="0"/>
          </a:endParaRPr>
        </a:p>
      </dgm:t>
    </dgm:pt>
    <dgm:pt modelId="{50980A3F-0DDE-4812-9D4B-31E94B1C2FC8}" type="parTrans" cxnId="{D1DE3CE8-6571-4E8D-9624-FEA084602034}">
      <dgm:prSet/>
      <dgm:spPr/>
      <dgm:t>
        <a:bodyPr/>
        <a:lstStyle/>
        <a:p>
          <a:endParaRPr lang="en-US"/>
        </a:p>
      </dgm:t>
    </dgm:pt>
    <dgm:pt modelId="{04013D0E-D59A-4CA0-8428-646F3A753C06}" type="sibTrans" cxnId="{D1DE3CE8-6571-4E8D-9624-FEA084602034}">
      <dgm:prSet/>
      <dgm:spPr/>
      <dgm:t>
        <a:bodyPr/>
        <a:lstStyle/>
        <a:p>
          <a:endParaRPr lang="en-US"/>
        </a:p>
      </dgm:t>
    </dgm:pt>
    <dgm:pt modelId="{805C644F-0F54-48DD-96E4-B3AADE67614C}">
      <dgm:prSet/>
      <dgm:spPr/>
      <dgm:t>
        <a:bodyPr/>
        <a:lstStyle/>
        <a:p>
          <a:pPr algn="just" rtl="0">
            <a:lnSpc>
              <a:spcPct val="100000"/>
            </a:lnSpc>
            <a:spcAft>
              <a:spcPts val="0"/>
            </a:spcAft>
          </a:pPr>
          <a:r>
            <a:rPr lang="en-US" dirty="0" smtClean="0">
              <a:latin typeface="Times New Roman" pitchFamily="18" charset="0"/>
              <a:cs typeface="Times New Roman" pitchFamily="18" charset="0"/>
            </a:rPr>
            <a:t>To ensure the mission of the church (i.e. the salvation of the souls). </a:t>
          </a:r>
          <a:endParaRPr lang="en-US" dirty="0">
            <a:latin typeface="Times New Roman" pitchFamily="18" charset="0"/>
            <a:cs typeface="Times New Roman" pitchFamily="18" charset="0"/>
          </a:endParaRPr>
        </a:p>
      </dgm:t>
    </dgm:pt>
    <dgm:pt modelId="{4F7613BB-B24A-4DB6-AB27-1CF7293E9B13}" type="parTrans" cxnId="{2AA9612C-D05E-4BF6-A93A-0FB418D95162}">
      <dgm:prSet/>
      <dgm:spPr/>
      <dgm:t>
        <a:bodyPr/>
        <a:lstStyle/>
        <a:p>
          <a:endParaRPr lang="en-US"/>
        </a:p>
      </dgm:t>
    </dgm:pt>
    <dgm:pt modelId="{DCA0A8C9-42CC-4995-BD8A-EAA3B92ED470}" type="sibTrans" cxnId="{2AA9612C-D05E-4BF6-A93A-0FB418D95162}">
      <dgm:prSet/>
      <dgm:spPr/>
      <dgm:t>
        <a:bodyPr/>
        <a:lstStyle/>
        <a:p>
          <a:endParaRPr lang="en-US"/>
        </a:p>
      </dgm:t>
    </dgm:pt>
    <dgm:pt modelId="{FCB51A26-8D14-488A-9CA6-5800F1803FC5}">
      <dgm:prSet/>
      <dgm:spPr/>
      <dgm:t>
        <a:bodyPr/>
        <a:lstStyle/>
        <a:p>
          <a:pPr algn="just" rtl="0">
            <a:lnSpc>
              <a:spcPct val="100000"/>
            </a:lnSpc>
            <a:spcAft>
              <a:spcPts val="0"/>
            </a:spcAft>
          </a:pPr>
          <a:r>
            <a:rPr lang="en-US" dirty="0" smtClean="0">
              <a:latin typeface="Times New Roman" pitchFamily="18" charset="0"/>
              <a:cs typeface="Times New Roman" pitchFamily="18" charset="0"/>
            </a:rPr>
            <a:t>To keep church authority, rules and organizational structure.</a:t>
          </a:r>
          <a:endParaRPr lang="en-US" dirty="0">
            <a:latin typeface="Times New Roman" pitchFamily="18" charset="0"/>
            <a:cs typeface="Times New Roman" pitchFamily="18" charset="0"/>
          </a:endParaRPr>
        </a:p>
      </dgm:t>
    </dgm:pt>
    <dgm:pt modelId="{E28753CD-3D8E-415C-8495-1836F53FB205}" type="parTrans" cxnId="{6EA18A6A-27B0-4150-8A81-95E6E5226BBA}">
      <dgm:prSet/>
      <dgm:spPr/>
      <dgm:t>
        <a:bodyPr/>
        <a:lstStyle/>
        <a:p>
          <a:endParaRPr lang="en-US"/>
        </a:p>
      </dgm:t>
    </dgm:pt>
    <dgm:pt modelId="{477034C1-89C1-4482-B36E-6FF212943354}" type="sibTrans" cxnId="{6EA18A6A-27B0-4150-8A81-95E6E5226BBA}">
      <dgm:prSet/>
      <dgm:spPr/>
      <dgm:t>
        <a:bodyPr/>
        <a:lstStyle/>
        <a:p>
          <a:endParaRPr lang="en-US"/>
        </a:p>
      </dgm:t>
    </dgm:pt>
    <dgm:pt modelId="{6E9B2C2E-3D29-4C07-ADAF-7583AD6DC197}">
      <dgm:prSet/>
      <dgm:spPr/>
      <dgm:t>
        <a:bodyPr/>
        <a:lstStyle/>
        <a:p>
          <a:pPr algn="just" rtl="0">
            <a:lnSpc>
              <a:spcPct val="100000"/>
            </a:lnSpc>
            <a:spcAft>
              <a:spcPts val="0"/>
            </a:spcAft>
          </a:pPr>
          <a:r>
            <a:rPr lang="en-US" dirty="0" smtClean="0">
              <a:latin typeface="Times New Roman" pitchFamily="18" charset="0"/>
              <a:cs typeface="Times New Roman" pitchFamily="18" charset="0"/>
            </a:rPr>
            <a:t>To involves in the development and maintenance of church  institutions through liturgy, preaching, and social activities.</a:t>
          </a:r>
          <a:endParaRPr lang="en-US" dirty="0">
            <a:latin typeface="Times New Roman" pitchFamily="18" charset="0"/>
            <a:cs typeface="Times New Roman" pitchFamily="18" charset="0"/>
          </a:endParaRPr>
        </a:p>
      </dgm:t>
    </dgm:pt>
    <dgm:pt modelId="{9127C0A3-B109-429A-BE1B-56A22BA06C31}" type="parTrans" cxnId="{44308991-2E04-474F-9BE0-E2768C573884}">
      <dgm:prSet/>
      <dgm:spPr/>
      <dgm:t>
        <a:bodyPr/>
        <a:lstStyle/>
        <a:p>
          <a:endParaRPr lang="en-US"/>
        </a:p>
      </dgm:t>
    </dgm:pt>
    <dgm:pt modelId="{2BF576C0-FE30-478C-8079-0F156EF63CA3}" type="sibTrans" cxnId="{44308991-2E04-474F-9BE0-E2768C573884}">
      <dgm:prSet/>
      <dgm:spPr/>
      <dgm:t>
        <a:bodyPr/>
        <a:lstStyle/>
        <a:p>
          <a:endParaRPr lang="en-US"/>
        </a:p>
      </dgm:t>
    </dgm:pt>
    <dgm:pt modelId="{B7E2377A-BC66-45E7-8EC4-F2A90D2CE2C6}">
      <dgm:prSet/>
      <dgm:spPr/>
      <dgm:t>
        <a:bodyPr/>
        <a:lstStyle/>
        <a:p>
          <a:pPr algn="just" rtl="0">
            <a:lnSpc>
              <a:spcPct val="100000"/>
            </a:lnSpc>
            <a:spcAft>
              <a:spcPts val="0"/>
            </a:spcAft>
          </a:pPr>
          <a:r>
            <a:rPr lang="en-US" dirty="0" smtClean="0">
              <a:latin typeface="Times New Roman" pitchFamily="18" charset="0"/>
              <a:cs typeface="Times New Roman" pitchFamily="18" charset="0"/>
            </a:rPr>
            <a:t>To makes the hierarchical and organic structure of the Church visible. </a:t>
          </a:r>
          <a:endParaRPr lang="en-US" dirty="0">
            <a:latin typeface="Times New Roman" pitchFamily="18" charset="0"/>
            <a:cs typeface="Times New Roman" pitchFamily="18" charset="0"/>
          </a:endParaRPr>
        </a:p>
      </dgm:t>
    </dgm:pt>
    <dgm:pt modelId="{1ADEB0C4-35F4-494F-A5B2-DCB65B8EFDFA}" type="parTrans" cxnId="{0CC9544F-52BE-49D3-BDAB-F1699BE5B713}">
      <dgm:prSet/>
      <dgm:spPr/>
      <dgm:t>
        <a:bodyPr/>
        <a:lstStyle/>
        <a:p>
          <a:endParaRPr lang="en-US"/>
        </a:p>
      </dgm:t>
    </dgm:pt>
    <dgm:pt modelId="{2E6CFC86-5D74-4850-A0DC-E3465F787A45}" type="sibTrans" cxnId="{0CC9544F-52BE-49D3-BDAB-F1699BE5B713}">
      <dgm:prSet/>
      <dgm:spPr/>
      <dgm:t>
        <a:bodyPr/>
        <a:lstStyle/>
        <a:p>
          <a:endParaRPr lang="en-US"/>
        </a:p>
      </dgm:t>
    </dgm:pt>
    <dgm:pt modelId="{BEB13D7C-112B-4B84-97C2-9E0360C4FBDC}">
      <dgm:prSet/>
      <dgm:spPr/>
      <dgm:t>
        <a:bodyPr/>
        <a:lstStyle/>
        <a:p>
          <a:pPr algn="just" rtl="0">
            <a:lnSpc>
              <a:spcPct val="100000"/>
            </a:lnSpc>
            <a:spcAft>
              <a:spcPts val="0"/>
            </a:spcAft>
          </a:pPr>
          <a:r>
            <a:rPr lang="en-US" dirty="0" smtClean="0">
              <a:latin typeface="Times New Roman" pitchFamily="18" charset="0"/>
              <a:cs typeface="Times New Roman" pitchFamily="18" charset="0"/>
            </a:rPr>
            <a:t>To ensures the proper exercise of the blessing function of the Church.</a:t>
          </a:r>
          <a:endParaRPr lang="en-US" dirty="0">
            <a:latin typeface="Times New Roman" pitchFamily="18" charset="0"/>
            <a:cs typeface="Times New Roman" pitchFamily="18" charset="0"/>
          </a:endParaRPr>
        </a:p>
      </dgm:t>
    </dgm:pt>
    <dgm:pt modelId="{2051ECA4-438C-4B86-8D0B-AB18A922E6E7}" type="parTrans" cxnId="{0AB72CEB-1D6F-4133-935C-4D312EF05FC9}">
      <dgm:prSet/>
      <dgm:spPr/>
      <dgm:t>
        <a:bodyPr/>
        <a:lstStyle/>
        <a:p>
          <a:endParaRPr lang="en-US"/>
        </a:p>
      </dgm:t>
    </dgm:pt>
    <dgm:pt modelId="{4CCDA9A9-D0A1-461B-B6FA-35EE5A01289C}" type="sibTrans" cxnId="{0AB72CEB-1D6F-4133-935C-4D312EF05FC9}">
      <dgm:prSet/>
      <dgm:spPr/>
      <dgm:t>
        <a:bodyPr/>
        <a:lstStyle/>
        <a:p>
          <a:endParaRPr lang="en-US"/>
        </a:p>
      </dgm:t>
    </dgm:pt>
    <dgm:pt modelId="{51BA5242-9F65-4D5B-9403-914DC65B3F6E}">
      <dgm:prSet/>
      <dgm:spPr/>
      <dgm:t>
        <a:bodyPr/>
        <a:lstStyle/>
        <a:p>
          <a:pPr algn="just" rtl="0">
            <a:lnSpc>
              <a:spcPct val="100000"/>
            </a:lnSpc>
            <a:spcAft>
              <a:spcPts val="0"/>
            </a:spcAft>
          </a:pPr>
          <a:r>
            <a:rPr lang="en-US" dirty="0" smtClean="0">
              <a:latin typeface="Times New Roman" pitchFamily="18" charset="0"/>
              <a:cs typeface="Times New Roman" pitchFamily="18" charset="0"/>
            </a:rPr>
            <a:t>To provides rights, obligations, and methods of resolving conflicts in the Church</a:t>
          </a:r>
          <a:endParaRPr lang="en-US" dirty="0">
            <a:latin typeface="Times New Roman" pitchFamily="18" charset="0"/>
            <a:cs typeface="Times New Roman" pitchFamily="18" charset="0"/>
          </a:endParaRPr>
        </a:p>
      </dgm:t>
    </dgm:pt>
    <dgm:pt modelId="{D2F07C08-65B9-462F-9E5C-57219B6399DE}" type="parTrans" cxnId="{3F71FD0D-5863-4307-8DEF-4459B6E07E0C}">
      <dgm:prSet/>
      <dgm:spPr/>
      <dgm:t>
        <a:bodyPr/>
        <a:lstStyle/>
        <a:p>
          <a:endParaRPr lang="en-US"/>
        </a:p>
      </dgm:t>
    </dgm:pt>
    <dgm:pt modelId="{83247E4C-4C08-4429-80C2-97D24E51733E}" type="sibTrans" cxnId="{3F71FD0D-5863-4307-8DEF-4459B6E07E0C}">
      <dgm:prSet/>
      <dgm:spPr/>
      <dgm:t>
        <a:bodyPr/>
        <a:lstStyle/>
        <a:p>
          <a:endParaRPr lang="en-US"/>
        </a:p>
      </dgm:t>
    </dgm:pt>
    <dgm:pt modelId="{A9DF5578-8D8A-4634-B925-315858244ED2}">
      <dgm:prSet/>
      <dgm:spPr/>
      <dgm:t>
        <a:bodyPr/>
        <a:lstStyle/>
        <a:p>
          <a:pPr algn="just" rtl="0">
            <a:lnSpc>
              <a:spcPct val="100000"/>
            </a:lnSpc>
            <a:spcAft>
              <a:spcPts val="0"/>
            </a:spcAft>
          </a:pPr>
          <a:r>
            <a:rPr lang="en-US" dirty="0" smtClean="0">
              <a:latin typeface="Times New Roman" pitchFamily="18" charset="0"/>
              <a:cs typeface="Times New Roman" pitchFamily="18" charset="0"/>
            </a:rPr>
            <a:t>To provides the structures that sustain and direct the Church’s common initiatives.</a:t>
          </a:r>
          <a:endParaRPr lang="en-US" dirty="0">
            <a:latin typeface="Times New Roman" pitchFamily="18" charset="0"/>
            <a:cs typeface="Times New Roman" pitchFamily="18" charset="0"/>
          </a:endParaRPr>
        </a:p>
      </dgm:t>
    </dgm:pt>
    <dgm:pt modelId="{CADF7D35-EF59-465B-AC67-F2423EC0A090}" type="parTrans" cxnId="{A1B42896-4794-4E9A-9EEB-2FEC77A4A6F0}">
      <dgm:prSet/>
      <dgm:spPr/>
      <dgm:t>
        <a:bodyPr/>
        <a:lstStyle/>
        <a:p>
          <a:endParaRPr lang="en-US"/>
        </a:p>
      </dgm:t>
    </dgm:pt>
    <dgm:pt modelId="{FED79D9C-B0D9-4F53-A798-5974AAD1D74F}" type="sibTrans" cxnId="{A1B42896-4794-4E9A-9EEB-2FEC77A4A6F0}">
      <dgm:prSet/>
      <dgm:spPr/>
      <dgm:t>
        <a:bodyPr/>
        <a:lstStyle/>
        <a:p>
          <a:endParaRPr lang="en-US"/>
        </a:p>
      </dgm:t>
    </dgm:pt>
    <dgm:pt modelId="{3027A984-87BD-4901-AF4D-9A4BD81DB30B}" type="pres">
      <dgm:prSet presAssocID="{59AD9D4D-2453-4782-ADA1-13743EDD2280}" presName="linear" presStyleCnt="0">
        <dgm:presLayoutVars>
          <dgm:animLvl val="lvl"/>
          <dgm:resizeHandles val="exact"/>
        </dgm:presLayoutVars>
      </dgm:prSet>
      <dgm:spPr/>
      <dgm:t>
        <a:bodyPr/>
        <a:lstStyle/>
        <a:p>
          <a:endParaRPr lang="en-US"/>
        </a:p>
      </dgm:t>
    </dgm:pt>
    <dgm:pt modelId="{7A017425-C61F-4F23-81D6-375709ED55B4}" type="pres">
      <dgm:prSet presAssocID="{130C3D1C-24D3-4A6C-A6D4-BED3C34FC45D}" presName="parentText" presStyleLbl="node1" presStyleIdx="0" presStyleCnt="1" custLinFactNeighborY="-4146">
        <dgm:presLayoutVars>
          <dgm:chMax val="0"/>
          <dgm:bulletEnabled val="1"/>
        </dgm:presLayoutVars>
      </dgm:prSet>
      <dgm:spPr/>
      <dgm:t>
        <a:bodyPr/>
        <a:lstStyle/>
        <a:p>
          <a:endParaRPr lang="en-US"/>
        </a:p>
      </dgm:t>
    </dgm:pt>
    <dgm:pt modelId="{A70AF1A9-6CF1-4952-B9CB-59F33264853E}" type="pres">
      <dgm:prSet presAssocID="{130C3D1C-24D3-4A6C-A6D4-BED3C34FC45D}" presName="childText" presStyleLbl="revTx" presStyleIdx="0" presStyleCnt="1" custScaleY="112932">
        <dgm:presLayoutVars>
          <dgm:bulletEnabled val="1"/>
        </dgm:presLayoutVars>
      </dgm:prSet>
      <dgm:spPr/>
      <dgm:t>
        <a:bodyPr/>
        <a:lstStyle/>
        <a:p>
          <a:endParaRPr lang="en-US"/>
        </a:p>
      </dgm:t>
    </dgm:pt>
  </dgm:ptLst>
  <dgm:cxnLst>
    <dgm:cxn modelId="{1AA9E3A1-6ADA-43BF-97AE-8CAC61EE8A7B}" type="presOf" srcId="{A9DF5578-8D8A-4634-B925-315858244ED2}" destId="{A70AF1A9-6CF1-4952-B9CB-59F33264853E}" srcOrd="0" destOrd="7" presId="urn:microsoft.com/office/officeart/2005/8/layout/vList2"/>
    <dgm:cxn modelId="{CB943CD4-7EA9-4794-95D2-E20C328F7A69}" type="presOf" srcId="{805C644F-0F54-48DD-96E4-B3AADE67614C}" destId="{A70AF1A9-6CF1-4952-B9CB-59F33264853E}" srcOrd="0" destOrd="1" presId="urn:microsoft.com/office/officeart/2005/8/layout/vList2"/>
    <dgm:cxn modelId="{240AB48F-97AD-473F-9C4B-A6884D09A045}" type="presOf" srcId="{DEBAD072-C766-4B20-8489-B3B236F4177A}" destId="{A70AF1A9-6CF1-4952-B9CB-59F33264853E}" srcOrd="0" destOrd="0" presId="urn:microsoft.com/office/officeart/2005/8/layout/vList2"/>
    <dgm:cxn modelId="{F46A3691-DA8E-4BF1-B24C-6525A8D49AAB}" srcId="{59AD9D4D-2453-4782-ADA1-13743EDD2280}" destId="{130C3D1C-24D3-4A6C-A6D4-BED3C34FC45D}" srcOrd="0" destOrd="0" parTransId="{232A5AAB-95E3-4B6D-90FF-879CFEE99065}" sibTransId="{5B1C0D83-0903-41DE-A736-ECE5F43A4115}"/>
    <dgm:cxn modelId="{3F71FD0D-5863-4307-8DEF-4459B6E07E0C}" srcId="{130C3D1C-24D3-4A6C-A6D4-BED3C34FC45D}" destId="{51BA5242-9F65-4D5B-9403-914DC65B3F6E}" srcOrd="6" destOrd="0" parTransId="{D2F07C08-65B9-462F-9E5C-57219B6399DE}" sibTransId="{83247E4C-4C08-4429-80C2-97D24E51733E}"/>
    <dgm:cxn modelId="{247F7EB0-D6EA-425F-A0D8-1D5169B49B13}" type="presOf" srcId="{FCB51A26-8D14-488A-9CA6-5800F1803FC5}" destId="{A70AF1A9-6CF1-4952-B9CB-59F33264853E}" srcOrd="0" destOrd="2" presId="urn:microsoft.com/office/officeart/2005/8/layout/vList2"/>
    <dgm:cxn modelId="{D1DE3CE8-6571-4E8D-9624-FEA084602034}" srcId="{130C3D1C-24D3-4A6C-A6D4-BED3C34FC45D}" destId="{DEBAD072-C766-4B20-8489-B3B236F4177A}" srcOrd="0" destOrd="0" parTransId="{50980A3F-0DDE-4812-9D4B-31E94B1C2FC8}" sibTransId="{04013D0E-D59A-4CA0-8428-646F3A753C06}"/>
    <dgm:cxn modelId="{7B4B978F-EABD-431E-9299-7137BA8B64DC}" type="presOf" srcId="{BEB13D7C-112B-4B84-97C2-9E0360C4FBDC}" destId="{A70AF1A9-6CF1-4952-B9CB-59F33264853E}" srcOrd="0" destOrd="5" presId="urn:microsoft.com/office/officeart/2005/8/layout/vList2"/>
    <dgm:cxn modelId="{0CC9544F-52BE-49D3-BDAB-F1699BE5B713}" srcId="{130C3D1C-24D3-4A6C-A6D4-BED3C34FC45D}" destId="{B7E2377A-BC66-45E7-8EC4-F2A90D2CE2C6}" srcOrd="4" destOrd="0" parTransId="{1ADEB0C4-35F4-494F-A5B2-DCB65B8EFDFA}" sibTransId="{2E6CFC86-5D74-4850-A0DC-E3465F787A45}"/>
    <dgm:cxn modelId="{2AA9612C-D05E-4BF6-A93A-0FB418D95162}" srcId="{130C3D1C-24D3-4A6C-A6D4-BED3C34FC45D}" destId="{805C644F-0F54-48DD-96E4-B3AADE67614C}" srcOrd="1" destOrd="0" parTransId="{4F7613BB-B24A-4DB6-AB27-1CF7293E9B13}" sibTransId="{DCA0A8C9-42CC-4995-BD8A-EAA3B92ED470}"/>
    <dgm:cxn modelId="{A1B42896-4794-4E9A-9EEB-2FEC77A4A6F0}" srcId="{130C3D1C-24D3-4A6C-A6D4-BED3C34FC45D}" destId="{A9DF5578-8D8A-4634-B925-315858244ED2}" srcOrd="7" destOrd="0" parTransId="{CADF7D35-EF59-465B-AC67-F2423EC0A090}" sibTransId="{FED79D9C-B0D9-4F53-A798-5974AAD1D74F}"/>
    <dgm:cxn modelId="{6EA18A6A-27B0-4150-8A81-95E6E5226BBA}" srcId="{130C3D1C-24D3-4A6C-A6D4-BED3C34FC45D}" destId="{FCB51A26-8D14-488A-9CA6-5800F1803FC5}" srcOrd="2" destOrd="0" parTransId="{E28753CD-3D8E-415C-8495-1836F53FB205}" sibTransId="{477034C1-89C1-4482-B36E-6FF212943354}"/>
    <dgm:cxn modelId="{0AB72CEB-1D6F-4133-935C-4D312EF05FC9}" srcId="{130C3D1C-24D3-4A6C-A6D4-BED3C34FC45D}" destId="{BEB13D7C-112B-4B84-97C2-9E0360C4FBDC}" srcOrd="5" destOrd="0" parTransId="{2051ECA4-438C-4B86-8D0B-AB18A922E6E7}" sibTransId="{4CCDA9A9-D0A1-461B-B6FA-35EE5A01289C}"/>
    <dgm:cxn modelId="{5DD2F44A-60FC-4128-99F5-09AB2E546EF5}" type="presOf" srcId="{B7E2377A-BC66-45E7-8EC4-F2A90D2CE2C6}" destId="{A70AF1A9-6CF1-4952-B9CB-59F33264853E}" srcOrd="0" destOrd="4" presId="urn:microsoft.com/office/officeart/2005/8/layout/vList2"/>
    <dgm:cxn modelId="{9EE0CFFF-BA20-4C4F-A799-0F0B466C8F2C}" type="presOf" srcId="{130C3D1C-24D3-4A6C-A6D4-BED3C34FC45D}" destId="{7A017425-C61F-4F23-81D6-375709ED55B4}" srcOrd="0" destOrd="0" presId="urn:microsoft.com/office/officeart/2005/8/layout/vList2"/>
    <dgm:cxn modelId="{44308991-2E04-474F-9BE0-E2768C573884}" srcId="{130C3D1C-24D3-4A6C-A6D4-BED3C34FC45D}" destId="{6E9B2C2E-3D29-4C07-ADAF-7583AD6DC197}" srcOrd="3" destOrd="0" parTransId="{9127C0A3-B109-429A-BE1B-56A22BA06C31}" sibTransId="{2BF576C0-FE30-478C-8079-0F156EF63CA3}"/>
    <dgm:cxn modelId="{1F770E5F-B2BE-4741-B43D-A4A0400F3166}" type="presOf" srcId="{51BA5242-9F65-4D5B-9403-914DC65B3F6E}" destId="{A70AF1A9-6CF1-4952-B9CB-59F33264853E}" srcOrd="0" destOrd="6" presId="urn:microsoft.com/office/officeart/2005/8/layout/vList2"/>
    <dgm:cxn modelId="{27BE3CE4-D74F-4046-B1E3-C7CAE6663717}" type="presOf" srcId="{59AD9D4D-2453-4782-ADA1-13743EDD2280}" destId="{3027A984-87BD-4901-AF4D-9A4BD81DB30B}" srcOrd="0" destOrd="0" presId="urn:microsoft.com/office/officeart/2005/8/layout/vList2"/>
    <dgm:cxn modelId="{E011FFA8-AF06-4493-A5D6-B5E72874BF6A}" type="presOf" srcId="{6E9B2C2E-3D29-4C07-ADAF-7583AD6DC197}" destId="{A70AF1A9-6CF1-4952-B9CB-59F33264853E}" srcOrd="0" destOrd="3" presId="urn:microsoft.com/office/officeart/2005/8/layout/vList2"/>
    <dgm:cxn modelId="{6E010028-0FB7-436F-9282-0CAB18D9CB46}" type="presParOf" srcId="{3027A984-87BD-4901-AF4D-9A4BD81DB30B}" destId="{7A017425-C61F-4F23-81D6-375709ED55B4}" srcOrd="0" destOrd="0" presId="urn:microsoft.com/office/officeart/2005/8/layout/vList2"/>
    <dgm:cxn modelId="{555D51E7-7F8A-4B36-BCA2-EE2AEF0BC08E}" type="presParOf" srcId="{3027A984-87BD-4901-AF4D-9A4BD81DB30B}" destId="{A70AF1A9-6CF1-4952-B9CB-59F33264853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764BDA2-B4DC-4745-84D9-867FAC669CB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5D5FB83-0463-4B0B-ACBC-9A227531B5E5}">
      <dgm:prSet custT="1"/>
      <dgm:spPr/>
      <dgm:t>
        <a:bodyPr/>
        <a:lstStyle/>
        <a:p>
          <a:pPr algn="just" rtl="0"/>
          <a:r>
            <a:rPr lang="en-US" sz="2800" b="1" dirty="0" smtClean="0">
              <a:latin typeface="Times New Roman" pitchFamily="18" charset="0"/>
              <a:cs typeface="Times New Roman" pitchFamily="18" charset="0"/>
            </a:rPr>
            <a:t>1.3. Natures of  Canon Law </a:t>
          </a:r>
          <a:endParaRPr lang="en-US" sz="2800" dirty="0">
            <a:latin typeface="Times New Roman" pitchFamily="18" charset="0"/>
            <a:cs typeface="Times New Roman" pitchFamily="18" charset="0"/>
          </a:endParaRPr>
        </a:p>
      </dgm:t>
    </dgm:pt>
    <dgm:pt modelId="{02D042FA-F27C-4444-A454-D81823922C0E}" type="parTrans" cxnId="{F7BF2814-EF59-492D-A86B-6E6735346908}">
      <dgm:prSet/>
      <dgm:spPr/>
      <dgm:t>
        <a:bodyPr/>
        <a:lstStyle/>
        <a:p>
          <a:endParaRPr lang="en-US"/>
        </a:p>
      </dgm:t>
    </dgm:pt>
    <dgm:pt modelId="{CD5B2E9F-0E73-4270-9A76-A5FBE568358D}" type="sibTrans" cxnId="{F7BF2814-EF59-492D-A86B-6E6735346908}">
      <dgm:prSet/>
      <dgm:spPr/>
      <dgm:t>
        <a:bodyPr/>
        <a:lstStyle/>
        <a:p>
          <a:endParaRPr lang="en-US"/>
        </a:p>
      </dgm:t>
    </dgm:pt>
    <dgm:pt modelId="{766B7F5F-7BE7-449D-977D-1C2ACFBD481A}">
      <dgm:prSet custT="1"/>
      <dgm:spPr/>
      <dgm:t>
        <a:bodyPr/>
        <a:lstStyle/>
        <a:p>
          <a:pPr algn="just" rtl="0">
            <a:lnSpc>
              <a:spcPct val="150000"/>
            </a:lnSpc>
            <a:spcAft>
              <a:spcPts val="0"/>
            </a:spcAft>
          </a:pPr>
          <a:r>
            <a:rPr lang="en-US" sz="2200" dirty="0" smtClean="0">
              <a:latin typeface="Times New Roman" pitchFamily="18" charset="0"/>
              <a:cs typeface="Times New Roman" pitchFamily="18" charset="0"/>
            </a:rPr>
            <a:t>As a system of rules, canons can be organized and applied to categories of human behavior in its physical, spiritual and Social  dimensions. </a:t>
          </a:r>
          <a:endParaRPr lang="en-US" sz="2200" dirty="0">
            <a:latin typeface="Times New Roman" pitchFamily="18" charset="0"/>
            <a:cs typeface="Times New Roman" pitchFamily="18" charset="0"/>
          </a:endParaRPr>
        </a:p>
      </dgm:t>
    </dgm:pt>
    <dgm:pt modelId="{D2CE736D-0C05-4547-873B-D176C8EB27BF}" type="parTrans" cxnId="{C9B41546-F0E7-4AB9-933F-A5C03164F83E}">
      <dgm:prSet/>
      <dgm:spPr/>
      <dgm:t>
        <a:bodyPr/>
        <a:lstStyle/>
        <a:p>
          <a:endParaRPr lang="en-US"/>
        </a:p>
      </dgm:t>
    </dgm:pt>
    <dgm:pt modelId="{4D2C739F-2B7F-4932-AA82-C9FC38191083}" type="sibTrans" cxnId="{C9B41546-F0E7-4AB9-933F-A5C03164F83E}">
      <dgm:prSet/>
      <dgm:spPr/>
      <dgm:t>
        <a:bodyPr/>
        <a:lstStyle/>
        <a:p>
          <a:endParaRPr lang="en-US"/>
        </a:p>
      </dgm:t>
    </dgm:pt>
    <dgm:pt modelId="{7E504571-3953-40B4-822E-256A2AE3A179}">
      <dgm:prSet custT="1"/>
      <dgm:spPr/>
      <dgm:t>
        <a:bodyPr/>
        <a:lstStyle/>
        <a:p>
          <a:pPr algn="just" rtl="0">
            <a:lnSpc>
              <a:spcPct val="150000"/>
            </a:lnSpc>
            <a:spcAft>
              <a:spcPts val="0"/>
            </a:spcAft>
          </a:pPr>
          <a:r>
            <a:rPr lang="en-US" sz="2200" dirty="0" smtClean="0">
              <a:latin typeface="Times New Roman" pitchFamily="18" charset="0"/>
              <a:cs typeface="Times New Roman" pitchFamily="18" charset="0"/>
            </a:rPr>
            <a:t>Canons usually used to cheek the purity or impurity of the believers. </a:t>
          </a:r>
          <a:endParaRPr lang="en-US" sz="2200" dirty="0">
            <a:latin typeface="Times New Roman" pitchFamily="18" charset="0"/>
            <a:cs typeface="Times New Roman" pitchFamily="18" charset="0"/>
          </a:endParaRPr>
        </a:p>
      </dgm:t>
    </dgm:pt>
    <dgm:pt modelId="{9D7348E0-62B9-4648-9194-6FB31232B87E}" type="parTrans" cxnId="{D2B10C2D-2920-4D3D-9301-ED44E5A7720D}">
      <dgm:prSet/>
      <dgm:spPr/>
      <dgm:t>
        <a:bodyPr/>
        <a:lstStyle/>
        <a:p>
          <a:endParaRPr lang="en-US"/>
        </a:p>
      </dgm:t>
    </dgm:pt>
    <dgm:pt modelId="{AC9F8A34-B56A-4558-8D67-14B7A930D034}" type="sibTrans" cxnId="{D2B10C2D-2920-4D3D-9301-ED44E5A7720D}">
      <dgm:prSet/>
      <dgm:spPr/>
      <dgm:t>
        <a:bodyPr/>
        <a:lstStyle/>
        <a:p>
          <a:endParaRPr lang="en-US"/>
        </a:p>
      </dgm:t>
    </dgm:pt>
    <dgm:pt modelId="{827325E1-5C3F-4161-9AAA-FB9860B98F2B}">
      <dgm:prSet custT="1"/>
      <dgm:spPr/>
      <dgm:t>
        <a:bodyPr/>
        <a:lstStyle/>
        <a:p>
          <a:pPr algn="just" rtl="0">
            <a:lnSpc>
              <a:spcPct val="150000"/>
            </a:lnSpc>
            <a:spcAft>
              <a:spcPts val="0"/>
            </a:spcAft>
          </a:pPr>
          <a:r>
            <a:rPr lang="en-US" sz="2200" dirty="0" smtClean="0">
              <a:latin typeface="Times New Roman" pitchFamily="18" charset="0"/>
              <a:cs typeface="Times New Roman" pitchFamily="18" charset="0"/>
            </a:rPr>
            <a:t>The application of church law is illustrated by legislation dealing with spiritual or unspiritual life. </a:t>
          </a:r>
          <a:endParaRPr lang="en-US" sz="2200" dirty="0">
            <a:latin typeface="Times New Roman" pitchFamily="18" charset="0"/>
            <a:cs typeface="Times New Roman" pitchFamily="18" charset="0"/>
          </a:endParaRPr>
        </a:p>
      </dgm:t>
    </dgm:pt>
    <dgm:pt modelId="{AA4B5CEA-E726-4962-8D35-AC8469055624}" type="parTrans" cxnId="{9C467C45-CD6B-43F1-A454-E4411224C210}">
      <dgm:prSet/>
      <dgm:spPr/>
      <dgm:t>
        <a:bodyPr/>
        <a:lstStyle/>
        <a:p>
          <a:endParaRPr lang="en-US"/>
        </a:p>
      </dgm:t>
    </dgm:pt>
    <dgm:pt modelId="{EE6614FD-AB96-449F-A219-A02F8F4252B0}" type="sibTrans" cxnId="{9C467C45-CD6B-43F1-A454-E4411224C210}">
      <dgm:prSet/>
      <dgm:spPr/>
      <dgm:t>
        <a:bodyPr/>
        <a:lstStyle/>
        <a:p>
          <a:endParaRPr lang="en-US"/>
        </a:p>
      </dgm:t>
    </dgm:pt>
    <dgm:pt modelId="{E0E4EB95-95B9-4FDC-BFE4-80006C0FAE83}">
      <dgm:prSet custT="1"/>
      <dgm:spPr/>
      <dgm:t>
        <a:bodyPr/>
        <a:lstStyle/>
        <a:p>
          <a:pPr algn="just" rtl="0">
            <a:lnSpc>
              <a:spcPct val="150000"/>
            </a:lnSpc>
            <a:spcAft>
              <a:spcPts val="0"/>
            </a:spcAft>
          </a:pPr>
          <a:r>
            <a:rPr lang="en-US" sz="2200" dirty="0" smtClean="0">
              <a:latin typeface="Times New Roman" pitchFamily="18" charset="0"/>
              <a:cs typeface="Times New Roman" pitchFamily="18" charset="0"/>
            </a:rPr>
            <a:t>Canon law is the attempt to apply dogma to practical situations in the daily life of each Christian. From this point of view, canon law expresses God's truth given the time and circumstances.</a:t>
          </a:r>
          <a:endParaRPr lang="en-US" sz="2200" dirty="0">
            <a:latin typeface="Times New Roman" pitchFamily="18" charset="0"/>
            <a:cs typeface="Times New Roman" pitchFamily="18" charset="0"/>
          </a:endParaRPr>
        </a:p>
      </dgm:t>
    </dgm:pt>
    <dgm:pt modelId="{6088DA82-1EB7-4CE8-BC59-091E3B562738}" type="parTrans" cxnId="{CB581681-B5BB-423F-951B-249FD336652B}">
      <dgm:prSet/>
      <dgm:spPr/>
      <dgm:t>
        <a:bodyPr/>
        <a:lstStyle/>
        <a:p>
          <a:endParaRPr lang="en-US"/>
        </a:p>
      </dgm:t>
    </dgm:pt>
    <dgm:pt modelId="{D9C2905E-7787-4810-8EA3-49CF52E2E525}" type="sibTrans" cxnId="{CB581681-B5BB-423F-951B-249FD336652B}">
      <dgm:prSet/>
      <dgm:spPr/>
      <dgm:t>
        <a:bodyPr/>
        <a:lstStyle/>
        <a:p>
          <a:endParaRPr lang="en-US"/>
        </a:p>
      </dgm:t>
    </dgm:pt>
    <dgm:pt modelId="{B734BDC9-F164-4E6F-9543-0E3B4F19B3BF}">
      <dgm:prSet custT="1"/>
      <dgm:spPr/>
      <dgm:t>
        <a:bodyPr/>
        <a:lstStyle/>
        <a:p>
          <a:pPr algn="just" rtl="0">
            <a:lnSpc>
              <a:spcPct val="150000"/>
            </a:lnSpc>
            <a:spcAft>
              <a:spcPts val="0"/>
            </a:spcAft>
          </a:pPr>
          <a:r>
            <a:rPr lang="en-US" sz="2200" dirty="0" smtClean="0">
              <a:latin typeface="Times New Roman" pitchFamily="18" charset="0"/>
              <a:cs typeface="Times New Roman" pitchFamily="18" charset="0"/>
            </a:rPr>
            <a:t>The canons are a divine-human reality parallel to the nature of the Savior and an extension of God's saving work and divine redemption.</a:t>
          </a:r>
          <a:endParaRPr lang="en-US" sz="2200" dirty="0">
            <a:latin typeface="Times New Roman" pitchFamily="18" charset="0"/>
            <a:cs typeface="Times New Roman" pitchFamily="18" charset="0"/>
          </a:endParaRPr>
        </a:p>
      </dgm:t>
    </dgm:pt>
    <dgm:pt modelId="{207DB77E-5225-4118-B41B-2F5E55DC63EE}" type="parTrans" cxnId="{D0E24ED8-6FD1-40A5-B3BE-A57631CBED59}">
      <dgm:prSet/>
      <dgm:spPr/>
      <dgm:t>
        <a:bodyPr/>
        <a:lstStyle/>
        <a:p>
          <a:endParaRPr lang="en-US"/>
        </a:p>
      </dgm:t>
    </dgm:pt>
    <dgm:pt modelId="{21EF8DE8-4E52-4186-BD08-DC3442FB98FF}" type="sibTrans" cxnId="{D0E24ED8-6FD1-40A5-B3BE-A57631CBED59}">
      <dgm:prSet/>
      <dgm:spPr/>
      <dgm:t>
        <a:bodyPr/>
        <a:lstStyle/>
        <a:p>
          <a:endParaRPr lang="en-US"/>
        </a:p>
      </dgm:t>
    </dgm:pt>
    <dgm:pt modelId="{81F62C47-93D0-4714-A626-1794E0C74DA7}">
      <dgm:prSet custT="1"/>
      <dgm:spPr/>
      <dgm:t>
        <a:bodyPr/>
        <a:lstStyle/>
        <a:p>
          <a:pPr algn="just" rtl="0">
            <a:lnSpc>
              <a:spcPct val="150000"/>
            </a:lnSpc>
            <a:spcAft>
              <a:spcPts val="0"/>
            </a:spcAft>
          </a:pPr>
          <a:r>
            <a:rPr lang="en-US" sz="2200" dirty="0" smtClean="0">
              <a:latin typeface="Times New Roman" pitchFamily="18" charset="0"/>
              <a:cs typeface="Times New Roman" pitchFamily="18" charset="0"/>
            </a:rPr>
            <a:t>As an incarnational reality, canon law is the expression of the Church's pastoral life.</a:t>
          </a:r>
          <a:endParaRPr lang="en-US" sz="2200" dirty="0">
            <a:latin typeface="Times New Roman" pitchFamily="18" charset="0"/>
            <a:cs typeface="Times New Roman" pitchFamily="18" charset="0"/>
          </a:endParaRPr>
        </a:p>
      </dgm:t>
    </dgm:pt>
    <dgm:pt modelId="{D849B2D4-4935-4077-B043-F2E429C33371}" type="parTrans" cxnId="{E8F2C5CD-5546-4139-B9F9-655EF3335EC5}">
      <dgm:prSet/>
      <dgm:spPr/>
      <dgm:t>
        <a:bodyPr/>
        <a:lstStyle/>
        <a:p>
          <a:endParaRPr lang="en-US"/>
        </a:p>
      </dgm:t>
    </dgm:pt>
    <dgm:pt modelId="{8A17F2E8-EE4A-4B41-A6DE-7E38365A59B6}" type="sibTrans" cxnId="{E8F2C5CD-5546-4139-B9F9-655EF3335EC5}">
      <dgm:prSet/>
      <dgm:spPr/>
      <dgm:t>
        <a:bodyPr/>
        <a:lstStyle/>
        <a:p>
          <a:endParaRPr lang="en-US"/>
        </a:p>
      </dgm:t>
    </dgm:pt>
    <dgm:pt modelId="{71CD993B-5CAC-495E-9580-3BA6CDFD0D8D}" type="pres">
      <dgm:prSet presAssocID="{B764BDA2-B4DC-4745-84D9-867FAC669CB9}" presName="linear" presStyleCnt="0">
        <dgm:presLayoutVars>
          <dgm:animLvl val="lvl"/>
          <dgm:resizeHandles val="exact"/>
        </dgm:presLayoutVars>
      </dgm:prSet>
      <dgm:spPr/>
      <dgm:t>
        <a:bodyPr/>
        <a:lstStyle/>
        <a:p>
          <a:endParaRPr lang="en-US"/>
        </a:p>
      </dgm:t>
    </dgm:pt>
    <dgm:pt modelId="{63484003-E340-418F-9C3D-32565DFDF6FF}" type="pres">
      <dgm:prSet presAssocID="{05D5FB83-0463-4B0B-ACBC-9A227531B5E5}" presName="parentText" presStyleLbl="node1" presStyleIdx="0" presStyleCnt="1" custLinFactNeighborY="-6611">
        <dgm:presLayoutVars>
          <dgm:chMax val="0"/>
          <dgm:bulletEnabled val="1"/>
        </dgm:presLayoutVars>
      </dgm:prSet>
      <dgm:spPr/>
      <dgm:t>
        <a:bodyPr/>
        <a:lstStyle/>
        <a:p>
          <a:endParaRPr lang="en-US"/>
        </a:p>
      </dgm:t>
    </dgm:pt>
    <dgm:pt modelId="{72708649-A32B-41F8-97E6-12D019A52AA4}" type="pres">
      <dgm:prSet presAssocID="{05D5FB83-0463-4B0B-ACBC-9A227531B5E5}" presName="childText" presStyleLbl="revTx" presStyleIdx="0" presStyleCnt="1" custScaleY="110754" custLinFactNeighborY="-25047">
        <dgm:presLayoutVars>
          <dgm:bulletEnabled val="1"/>
        </dgm:presLayoutVars>
      </dgm:prSet>
      <dgm:spPr/>
      <dgm:t>
        <a:bodyPr/>
        <a:lstStyle/>
        <a:p>
          <a:endParaRPr lang="en-US"/>
        </a:p>
      </dgm:t>
    </dgm:pt>
  </dgm:ptLst>
  <dgm:cxnLst>
    <dgm:cxn modelId="{C9B41546-F0E7-4AB9-933F-A5C03164F83E}" srcId="{05D5FB83-0463-4B0B-ACBC-9A227531B5E5}" destId="{766B7F5F-7BE7-449D-977D-1C2ACFBD481A}" srcOrd="0" destOrd="0" parTransId="{D2CE736D-0C05-4547-873B-D176C8EB27BF}" sibTransId="{4D2C739F-2B7F-4932-AA82-C9FC38191083}"/>
    <dgm:cxn modelId="{E57B8CAA-3F81-4E90-A33B-C4E985682FFA}" type="presOf" srcId="{05D5FB83-0463-4B0B-ACBC-9A227531B5E5}" destId="{63484003-E340-418F-9C3D-32565DFDF6FF}" srcOrd="0" destOrd="0" presId="urn:microsoft.com/office/officeart/2005/8/layout/vList2"/>
    <dgm:cxn modelId="{2BB45266-0A0F-4D55-B9E8-EF54B837BF23}" type="presOf" srcId="{7E504571-3953-40B4-822E-256A2AE3A179}" destId="{72708649-A32B-41F8-97E6-12D019A52AA4}" srcOrd="0" destOrd="1" presId="urn:microsoft.com/office/officeart/2005/8/layout/vList2"/>
    <dgm:cxn modelId="{9C467C45-CD6B-43F1-A454-E4411224C210}" srcId="{05D5FB83-0463-4B0B-ACBC-9A227531B5E5}" destId="{827325E1-5C3F-4161-9AAA-FB9860B98F2B}" srcOrd="2" destOrd="0" parTransId="{AA4B5CEA-E726-4962-8D35-AC8469055624}" sibTransId="{EE6614FD-AB96-449F-A219-A02F8F4252B0}"/>
    <dgm:cxn modelId="{CB581681-B5BB-423F-951B-249FD336652B}" srcId="{05D5FB83-0463-4B0B-ACBC-9A227531B5E5}" destId="{E0E4EB95-95B9-4FDC-BFE4-80006C0FAE83}" srcOrd="3" destOrd="0" parTransId="{6088DA82-1EB7-4CE8-BC59-091E3B562738}" sibTransId="{D9C2905E-7787-4810-8EA3-49CF52E2E525}"/>
    <dgm:cxn modelId="{01383070-D58E-4BEA-B97E-BE9ED371B4E6}" type="presOf" srcId="{766B7F5F-7BE7-449D-977D-1C2ACFBD481A}" destId="{72708649-A32B-41F8-97E6-12D019A52AA4}" srcOrd="0" destOrd="0" presId="urn:microsoft.com/office/officeart/2005/8/layout/vList2"/>
    <dgm:cxn modelId="{F7BF2814-EF59-492D-A86B-6E6735346908}" srcId="{B764BDA2-B4DC-4745-84D9-867FAC669CB9}" destId="{05D5FB83-0463-4B0B-ACBC-9A227531B5E5}" srcOrd="0" destOrd="0" parTransId="{02D042FA-F27C-4444-A454-D81823922C0E}" sibTransId="{CD5B2E9F-0E73-4270-9A76-A5FBE568358D}"/>
    <dgm:cxn modelId="{C2E306CA-0429-4713-8E92-9A2DBEB62D64}" type="presOf" srcId="{827325E1-5C3F-4161-9AAA-FB9860B98F2B}" destId="{72708649-A32B-41F8-97E6-12D019A52AA4}" srcOrd="0" destOrd="2" presId="urn:microsoft.com/office/officeart/2005/8/layout/vList2"/>
    <dgm:cxn modelId="{4D467FE4-4EB9-4779-919A-F7F525BB46E3}" type="presOf" srcId="{B734BDC9-F164-4E6F-9543-0E3B4F19B3BF}" destId="{72708649-A32B-41F8-97E6-12D019A52AA4}" srcOrd="0" destOrd="4" presId="urn:microsoft.com/office/officeart/2005/8/layout/vList2"/>
    <dgm:cxn modelId="{FF4FCEBB-C6EB-4F94-9672-82F8FAF8230A}" type="presOf" srcId="{E0E4EB95-95B9-4FDC-BFE4-80006C0FAE83}" destId="{72708649-A32B-41F8-97E6-12D019A52AA4}" srcOrd="0" destOrd="3" presId="urn:microsoft.com/office/officeart/2005/8/layout/vList2"/>
    <dgm:cxn modelId="{D0E24ED8-6FD1-40A5-B3BE-A57631CBED59}" srcId="{05D5FB83-0463-4B0B-ACBC-9A227531B5E5}" destId="{B734BDC9-F164-4E6F-9543-0E3B4F19B3BF}" srcOrd="4" destOrd="0" parTransId="{207DB77E-5225-4118-B41B-2F5E55DC63EE}" sibTransId="{21EF8DE8-4E52-4186-BD08-DC3442FB98FF}"/>
    <dgm:cxn modelId="{BDC7CDAB-66CC-477B-BAB1-F787CD52B815}" type="presOf" srcId="{81F62C47-93D0-4714-A626-1794E0C74DA7}" destId="{72708649-A32B-41F8-97E6-12D019A52AA4}" srcOrd="0" destOrd="5" presId="urn:microsoft.com/office/officeart/2005/8/layout/vList2"/>
    <dgm:cxn modelId="{D2B10C2D-2920-4D3D-9301-ED44E5A7720D}" srcId="{05D5FB83-0463-4B0B-ACBC-9A227531B5E5}" destId="{7E504571-3953-40B4-822E-256A2AE3A179}" srcOrd="1" destOrd="0" parTransId="{9D7348E0-62B9-4648-9194-6FB31232B87E}" sibTransId="{AC9F8A34-B56A-4558-8D67-14B7A930D034}"/>
    <dgm:cxn modelId="{E8F2C5CD-5546-4139-B9F9-655EF3335EC5}" srcId="{05D5FB83-0463-4B0B-ACBC-9A227531B5E5}" destId="{81F62C47-93D0-4714-A626-1794E0C74DA7}" srcOrd="5" destOrd="0" parTransId="{D849B2D4-4935-4077-B043-F2E429C33371}" sibTransId="{8A17F2E8-EE4A-4B41-A6DE-7E38365A59B6}"/>
    <dgm:cxn modelId="{963E1050-E82B-4A4C-871E-2B694B8C9ED1}" type="presOf" srcId="{B764BDA2-B4DC-4745-84D9-867FAC669CB9}" destId="{71CD993B-5CAC-495E-9580-3BA6CDFD0D8D}" srcOrd="0" destOrd="0" presId="urn:microsoft.com/office/officeart/2005/8/layout/vList2"/>
    <dgm:cxn modelId="{4EBD8E7B-DE30-4BB5-BE69-6982298726B5}" type="presParOf" srcId="{71CD993B-5CAC-495E-9580-3BA6CDFD0D8D}" destId="{63484003-E340-418F-9C3D-32565DFDF6FF}" srcOrd="0" destOrd="0" presId="urn:microsoft.com/office/officeart/2005/8/layout/vList2"/>
    <dgm:cxn modelId="{769FCC24-EE5A-4AD0-A31B-51003CB62B0B}" type="presParOf" srcId="{71CD993B-5CAC-495E-9580-3BA6CDFD0D8D}" destId="{72708649-A32B-41F8-97E6-12D019A52AA4}"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B9C255A-0324-44B3-92E7-9CA2A73DE1E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9CBB64E-F83B-4D19-A337-F45B821BF209}">
      <dgm:prSet/>
      <dgm:spPr/>
      <dgm:t>
        <a:bodyPr/>
        <a:lstStyle/>
        <a:p>
          <a:pPr rtl="0"/>
          <a:r>
            <a:rPr lang="en-US" b="1" dirty="0" smtClean="0">
              <a:latin typeface="Times New Roman" pitchFamily="18" charset="0"/>
              <a:cs typeface="Times New Roman" pitchFamily="18" charset="0"/>
            </a:rPr>
            <a:t>1.4. Characteristics of Canon Law</a:t>
          </a:r>
          <a:endParaRPr lang="en-US" dirty="0">
            <a:latin typeface="Times New Roman" pitchFamily="18" charset="0"/>
            <a:cs typeface="Times New Roman" pitchFamily="18" charset="0"/>
          </a:endParaRPr>
        </a:p>
      </dgm:t>
    </dgm:pt>
    <dgm:pt modelId="{FFC9AC9F-F443-4156-B3B8-270E4F8F9DF9}" type="parTrans" cxnId="{048B3DB7-3162-4248-8D24-68BF6B1E8C46}">
      <dgm:prSet/>
      <dgm:spPr/>
      <dgm:t>
        <a:bodyPr/>
        <a:lstStyle/>
        <a:p>
          <a:endParaRPr lang="en-US"/>
        </a:p>
      </dgm:t>
    </dgm:pt>
    <dgm:pt modelId="{15B98D86-487F-467A-BD24-BFC2E26549F5}" type="sibTrans" cxnId="{048B3DB7-3162-4248-8D24-68BF6B1E8C46}">
      <dgm:prSet/>
      <dgm:spPr/>
      <dgm:t>
        <a:bodyPr/>
        <a:lstStyle/>
        <a:p>
          <a:endParaRPr lang="en-US"/>
        </a:p>
      </dgm:t>
    </dgm:pt>
    <dgm:pt modelId="{0D7BDD59-727E-4217-A5E9-651BF5777CB6}">
      <dgm:prSet/>
      <dgm:spPr/>
      <dgm:t>
        <a:bodyPr/>
        <a:lstStyle/>
        <a:p>
          <a:pPr algn="just" rtl="0"/>
          <a:r>
            <a:rPr lang="en-US" dirty="0" smtClean="0">
              <a:latin typeface="Times New Roman" pitchFamily="18" charset="0"/>
              <a:cs typeface="Times New Roman" pitchFamily="18" charset="0"/>
            </a:rPr>
            <a:t>It must depend on theology for its inspiration. </a:t>
          </a:r>
          <a:endParaRPr lang="en-US" dirty="0">
            <a:latin typeface="Times New Roman" pitchFamily="18" charset="0"/>
            <a:cs typeface="Times New Roman" pitchFamily="18" charset="0"/>
          </a:endParaRPr>
        </a:p>
      </dgm:t>
    </dgm:pt>
    <dgm:pt modelId="{23675523-8110-4E4F-A826-52CF09747D4D}" type="parTrans" cxnId="{403A103C-01B6-4716-81AF-3D53BB368906}">
      <dgm:prSet/>
      <dgm:spPr/>
      <dgm:t>
        <a:bodyPr/>
        <a:lstStyle/>
        <a:p>
          <a:endParaRPr lang="en-US"/>
        </a:p>
      </dgm:t>
    </dgm:pt>
    <dgm:pt modelId="{900878D2-F55B-4FCA-A5BD-6931DFDB845F}" type="sibTrans" cxnId="{403A103C-01B6-4716-81AF-3D53BB368906}">
      <dgm:prSet/>
      <dgm:spPr/>
      <dgm:t>
        <a:bodyPr/>
        <a:lstStyle/>
        <a:p>
          <a:endParaRPr lang="en-US"/>
        </a:p>
      </dgm:t>
    </dgm:pt>
    <dgm:pt modelId="{61A2F776-EA65-487B-9D8C-6A23C1C04EF5}">
      <dgm:prSet/>
      <dgm:spPr/>
      <dgm:t>
        <a:bodyPr/>
        <a:lstStyle/>
        <a:p>
          <a:pPr algn="just" rtl="0"/>
          <a:r>
            <a:rPr lang="en-US" smtClean="0">
              <a:latin typeface="Times New Roman" pitchFamily="18" charset="0"/>
              <a:cs typeface="Times New Roman" pitchFamily="18" charset="0"/>
            </a:rPr>
            <a:t>It  should be  made or adopted by lawful ecclesiastical authority.</a:t>
          </a:r>
          <a:endParaRPr lang="en-US">
            <a:latin typeface="Times New Roman" pitchFamily="18" charset="0"/>
            <a:cs typeface="Times New Roman" pitchFamily="18" charset="0"/>
          </a:endParaRPr>
        </a:p>
      </dgm:t>
    </dgm:pt>
    <dgm:pt modelId="{B05CB953-F226-48B6-B0C8-6376D43334DF}" type="parTrans" cxnId="{E0E739A8-7AEF-4404-A5D0-CB6FBF28BDD4}">
      <dgm:prSet/>
      <dgm:spPr/>
      <dgm:t>
        <a:bodyPr/>
        <a:lstStyle/>
        <a:p>
          <a:endParaRPr lang="en-US"/>
        </a:p>
      </dgm:t>
    </dgm:pt>
    <dgm:pt modelId="{8CA77E8B-7420-4D82-88B9-50ADAC0D251F}" type="sibTrans" cxnId="{E0E739A8-7AEF-4404-A5D0-CB6FBF28BDD4}">
      <dgm:prSet/>
      <dgm:spPr/>
      <dgm:t>
        <a:bodyPr/>
        <a:lstStyle/>
        <a:p>
          <a:endParaRPr lang="en-US"/>
        </a:p>
      </dgm:t>
    </dgm:pt>
    <dgm:pt modelId="{30528D20-26BC-4C92-A116-1E5FACCCBCA3}">
      <dgm:prSet/>
      <dgm:spPr/>
      <dgm:t>
        <a:bodyPr/>
        <a:lstStyle/>
        <a:p>
          <a:pPr algn="just" rtl="0"/>
          <a:r>
            <a:rPr lang="en-US" dirty="0" smtClean="0">
              <a:latin typeface="Times New Roman" pitchFamily="18" charset="0"/>
              <a:cs typeface="Times New Roman" pitchFamily="18" charset="0"/>
            </a:rPr>
            <a:t>It  should be systematic and controlled</a:t>
          </a:r>
          <a:endParaRPr lang="en-US" dirty="0">
            <a:latin typeface="Times New Roman" pitchFamily="18" charset="0"/>
            <a:cs typeface="Times New Roman" pitchFamily="18" charset="0"/>
          </a:endParaRPr>
        </a:p>
      </dgm:t>
    </dgm:pt>
    <dgm:pt modelId="{ED697B45-46D4-436F-83F9-E1BEEFBBE175}" type="parTrans" cxnId="{963C323E-E91D-4857-A0BC-74D3449EA3C0}">
      <dgm:prSet/>
      <dgm:spPr/>
      <dgm:t>
        <a:bodyPr/>
        <a:lstStyle/>
        <a:p>
          <a:endParaRPr lang="en-US"/>
        </a:p>
      </dgm:t>
    </dgm:pt>
    <dgm:pt modelId="{0AF89879-70BA-4F87-8DFD-E86BB74E7944}" type="sibTrans" cxnId="{963C323E-E91D-4857-A0BC-74D3449EA3C0}">
      <dgm:prSet/>
      <dgm:spPr/>
      <dgm:t>
        <a:bodyPr/>
        <a:lstStyle/>
        <a:p>
          <a:endParaRPr lang="en-US"/>
        </a:p>
      </dgm:t>
    </dgm:pt>
    <dgm:pt modelId="{4F0706EB-8C48-4E94-9C42-12310DA1E1BC}">
      <dgm:prSet/>
      <dgm:spPr/>
      <dgm:t>
        <a:bodyPr/>
        <a:lstStyle/>
        <a:p>
          <a:pPr rtl="0"/>
          <a:r>
            <a:rPr lang="en-US" b="1" dirty="0" smtClean="0">
              <a:latin typeface="Times New Roman" pitchFamily="18" charset="0"/>
              <a:cs typeface="Times New Roman" pitchFamily="18" charset="0"/>
            </a:rPr>
            <a:t>1.5. Canon law as Ecclesiology</a:t>
          </a:r>
          <a:endParaRPr lang="en-US" dirty="0">
            <a:latin typeface="Times New Roman" pitchFamily="18" charset="0"/>
            <a:cs typeface="Times New Roman" pitchFamily="18" charset="0"/>
          </a:endParaRPr>
        </a:p>
      </dgm:t>
    </dgm:pt>
    <dgm:pt modelId="{BBD12C5F-5B8B-40BA-AE13-4F5268D19D5A}" type="parTrans" cxnId="{CA5B5915-1DE2-4EAC-A208-C48754F99066}">
      <dgm:prSet/>
      <dgm:spPr/>
      <dgm:t>
        <a:bodyPr/>
        <a:lstStyle/>
        <a:p>
          <a:endParaRPr lang="en-US"/>
        </a:p>
      </dgm:t>
    </dgm:pt>
    <dgm:pt modelId="{67EDCA24-A646-48E5-AE13-2826B7AA75EC}" type="sibTrans" cxnId="{CA5B5915-1DE2-4EAC-A208-C48754F99066}">
      <dgm:prSet/>
      <dgm:spPr/>
      <dgm:t>
        <a:bodyPr/>
        <a:lstStyle/>
        <a:p>
          <a:endParaRPr lang="en-US"/>
        </a:p>
      </dgm:t>
    </dgm:pt>
    <dgm:pt modelId="{282B999B-E1FE-449E-8655-1F942D5333C2}">
      <dgm:prSet/>
      <dgm:spPr/>
      <dgm:t>
        <a:bodyPr/>
        <a:lstStyle/>
        <a:p>
          <a:pPr algn="just" rtl="0"/>
          <a:r>
            <a:rPr lang="en-US" dirty="0" smtClean="0">
              <a:latin typeface="Times New Roman" pitchFamily="18" charset="0"/>
              <a:cs typeface="Times New Roman" pitchFamily="18" charset="0"/>
            </a:rPr>
            <a:t>Orthodox canon law is part of ecclesiology or the theology of the Church. </a:t>
          </a:r>
          <a:endParaRPr lang="en-US" dirty="0">
            <a:latin typeface="Times New Roman" pitchFamily="18" charset="0"/>
            <a:cs typeface="Times New Roman" pitchFamily="18" charset="0"/>
          </a:endParaRPr>
        </a:p>
      </dgm:t>
    </dgm:pt>
    <dgm:pt modelId="{B4448FE8-78C4-4487-BB6A-991B14306F3B}" type="parTrans" cxnId="{3F885E05-F075-4DDF-93CE-0776FB912DF1}">
      <dgm:prSet/>
      <dgm:spPr/>
      <dgm:t>
        <a:bodyPr/>
        <a:lstStyle/>
        <a:p>
          <a:endParaRPr lang="en-US"/>
        </a:p>
      </dgm:t>
    </dgm:pt>
    <dgm:pt modelId="{A4CAB545-82F2-432F-8B9C-C73B61B3F686}" type="sibTrans" cxnId="{3F885E05-F075-4DDF-93CE-0776FB912DF1}">
      <dgm:prSet/>
      <dgm:spPr/>
      <dgm:t>
        <a:bodyPr/>
        <a:lstStyle/>
        <a:p>
          <a:endParaRPr lang="en-US"/>
        </a:p>
      </dgm:t>
    </dgm:pt>
    <dgm:pt modelId="{E1614CFE-8299-41FB-86FE-975F0F303421}">
      <dgm:prSet/>
      <dgm:spPr/>
      <dgm:t>
        <a:bodyPr/>
        <a:lstStyle/>
        <a:p>
          <a:pPr algn="just" rtl="0"/>
          <a:r>
            <a:rPr lang="en-US" dirty="0" smtClean="0">
              <a:latin typeface="Times New Roman" pitchFamily="18" charset="0"/>
              <a:cs typeface="Times New Roman" pitchFamily="18" charset="0"/>
            </a:rPr>
            <a:t>Canon law is an expression of the Church's existence in history and constitutes knowledge about the Church in this sense.</a:t>
          </a:r>
          <a:endParaRPr lang="en-US" dirty="0">
            <a:latin typeface="Times New Roman" pitchFamily="18" charset="0"/>
            <a:cs typeface="Times New Roman" pitchFamily="18" charset="0"/>
          </a:endParaRPr>
        </a:p>
      </dgm:t>
    </dgm:pt>
    <dgm:pt modelId="{04F0F311-7128-4D5D-AE3B-45311479B70D}" type="parTrans" cxnId="{166054B8-E426-4A1C-8791-CD83A3A6D049}">
      <dgm:prSet/>
      <dgm:spPr/>
      <dgm:t>
        <a:bodyPr/>
        <a:lstStyle/>
        <a:p>
          <a:endParaRPr lang="en-US"/>
        </a:p>
      </dgm:t>
    </dgm:pt>
    <dgm:pt modelId="{A9581DDC-E61D-4951-8EF0-A1420FBD74D3}" type="sibTrans" cxnId="{166054B8-E426-4A1C-8791-CD83A3A6D049}">
      <dgm:prSet/>
      <dgm:spPr/>
      <dgm:t>
        <a:bodyPr/>
        <a:lstStyle/>
        <a:p>
          <a:endParaRPr lang="en-US"/>
        </a:p>
      </dgm:t>
    </dgm:pt>
    <dgm:pt modelId="{E621A69D-4EA2-4CED-B4A0-27AE07299A19}">
      <dgm:prSet/>
      <dgm:spPr/>
      <dgm:t>
        <a:bodyPr/>
        <a:lstStyle/>
        <a:p>
          <a:pPr algn="just" rtl="0"/>
          <a:r>
            <a:rPr lang="en-US" dirty="0" smtClean="0">
              <a:latin typeface="Times New Roman" pitchFamily="18" charset="0"/>
              <a:cs typeface="Times New Roman" pitchFamily="18" charset="0"/>
            </a:rPr>
            <a:t>It is the practical and daily historical description of the Church's life in any period.</a:t>
          </a:r>
          <a:endParaRPr lang="en-US" dirty="0">
            <a:latin typeface="Times New Roman" pitchFamily="18" charset="0"/>
            <a:cs typeface="Times New Roman" pitchFamily="18" charset="0"/>
          </a:endParaRPr>
        </a:p>
      </dgm:t>
    </dgm:pt>
    <dgm:pt modelId="{73EBB20A-A8B1-4670-AEE7-9F4128F74E66}" type="parTrans" cxnId="{ACFF9F82-DA12-45BD-9905-267A26193AD6}">
      <dgm:prSet/>
      <dgm:spPr/>
      <dgm:t>
        <a:bodyPr/>
        <a:lstStyle/>
        <a:p>
          <a:endParaRPr lang="en-US"/>
        </a:p>
      </dgm:t>
    </dgm:pt>
    <dgm:pt modelId="{B8FFE78C-4C9E-4859-97C3-7024158EAC52}" type="sibTrans" cxnId="{ACFF9F82-DA12-45BD-9905-267A26193AD6}">
      <dgm:prSet/>
      <dgm:spPr/>
      <dgm:t>
        <a:bodyPr/>
        <a:lstStyle/>
        <a:p>
          <a:endParaRPr lang="en-US"/>
        </a:p>
      </dgm:t>
    </dgm:pt>
    <dgm:pt modelId="{5D69C6DD-46B6-49CA-BA38-7DEDCB1BF839}">
      <dgm:prSet/>
      <dgm:spPr/>
      <dgm:t>
        <a:bodyPr/>
        <a:lstStyle/>
        <a:p>
          <a:pPr algn="just" rtl="0"/>
          <a:r>
            <a:rPr lang="en-US" dirty="0" smtClean="0">
              <a:latin typeface="Times New Roman" pitchFamily="18" charset="0"/>
              <a:cs typeface="Times New Roman" pitchFamily="18" charset="0"/>
            </a:rPr>
            <a:t>Nevertheless, a canon's appearance in a collection does not mean that it was in force. Some canonical collections are simply preserving the memory of long-gone institutions and practices.</a:t>
          </a:r>
          <a:endParaRPr lang="en-US" dirty="0">
            <a:latin typeface="Times New Roman" pitchFamily="18" charset="0"/>
            <a:cs typeface="Times New Roman" pitchFamily="18" charset="0"/>
          </a:endParaRPr>
        </a:p>
      </dgm:t>
    </dgm:pt>
    <dgm:pt modelId="{486839E6-44D2-4808-9464-96BCC4F04AD3}" type="parTrans" cxnId="{6A625196-43BC-4A33-BCD8-B5BB204F06B1}">
      <dgm:prSet/>
      <dgm:spPr/>
      <dgm:t>
        <a:bodyPr/>
        <a:lstStyle/>
        <a:p>
          <a:endParaRPr lang="en-US"/>
        </a:p>
      </dgm:t>
    </dgm:pt>
    <dgm:pt modelId="{D20EC9CF-36A5-4C19-9387-08770B12E838}" type="sibTrans" cxnId="{6A625196-43BC-4A33-BCD8-B5BB204F06B1}">
      <dgm:prSet/>
      <dgm:spPr/>
      <dgm:t>
        <a:bodyPr/>
        <a:lstStyle/>
        <a:p>
          <a:endParaRPr lang="en-US"/>
        </a:p>
      </dgm:t>
    </dgm:pt>
    <dgm:pt modelId="{BC74CFCA-F759-42EE-8776-DB64F91FFF7E}">
      <dgm:prSet/>
      <dgm:spPr/>
      <dgm:t>
        <a:bodyPr/>
        <a:lstStyle/>
        <a:p>
          <a:pPr algn="just" rtl="0"/>
          <a:r>
            <a:rPr lang="en-US" dirty="0" smtClean="0">
              <a:latin typeface="Times New Roman" pitchFamily="18" charset="0"/>
              <a:cs typeface="Times New Roman" pitchFamily="18" charset="0"/>
            </a:rPr>
            <a:t>In summary, Orthodox canon law is linked to the nature of the Church, which, in turn, is based on Christology.</a:t>
          </a:r>
          <a:endParaRPr lang="en-US" dirty="0">
            <a:latin typeface="Times New Roman" pitchFamily="18" charset="0"/>
            <a:cs typeface="Times New Roman" pitchFamily="18" charset="0"/>
          </a:endParaRPr>
        </a:p>
      </dgm:t>
    </dgm:pt>
    <dgm:pt modelId="{B1ED4168-6205-4803-95D3-A569B122087D}" type="parTrans" cxnId="{53B5F23E-A09B-4C99-A65F-C5F7D7E10BA7}">
      <dgm:prSet/>
      <dgm:spPr/>
      <dgm:t>
        <a:bodyPr/>
        <a:lstStyle/>
        <a:p>
          <a:endParaRPr lang="en-US"/>
        </a:p>
      </dgm:t>
    </dgm:pt>
    <dgm:pt modelId="{5AAA4FDA-046F-4BE1-B029-FABCD7905389}" type="sibTrans" cxnId="{53B5F23E-A09B-4C99-A65F-C5F7D7E10BA7}">
      <dgm:prSet/>
      <dgm:spPr/>
      <dgm:t>
        <a:bodyPr/>
        <a:lstStyle/>
        <a:p>
          <a:endParaRPr lang="en-US"/>
        </a:p>
      </dgm:t>
    </dgm:pt>
    <dgm:pt modelId="{DCD48DD8-EAF7-4698-AF8C-E1AE7762F482}">
      <dgm:prSet/>
      <dgm:spPr/>
      <dgm:t>
        <a:bodyPr/>
        <a:lstStyle/>
        <a:p>
          <a:pPr algn="just" rtl="0"/>
          <a:r>
            <a:rPr lang="en-US" b="1" dirty="0" smtClean="0">
              <a:latin typeface="Times New Roman" pitchFamily="18" charset="0"/>
              <a:cs typeface="Times New Roman" pitchFamily="18" charset="0"/>
            </a:rPr>
            <a:t>1.6. Scope of Canon Law</a:t>
          </a:r>
          <a:endParaRPr lang="en-US" dirty="0">
            <a:latin typeface="Times New Roman" pitchFamily="18" charset="0"/>
            <a:cs typeface="Times New Roman" pitchFamily="18" charset="0"/>
          </a:endParaRPr>
        </a:p>
      </dgm:t>
    </dgm:pt>
    <dgm:pt modelId="{4CDC7BEB-7A1A-49F1-829B-A8F29ADD7182}" type="parTrans" cxnId="{4849D32D-8B04-4F8D-9BD4-8F830D829097}">
      <dgm:prSet/>
      <dgm:spPr/>
      <dgm:t>
        <a:bodyPr/>
        <a:lstStyle/>
        <a:p>
          <a:endParaRPr lang="en-US"/>
        </a:p>
      </dgm:t>
    </dgm:pt>
    <dgm:pt modelId="{BA834037-AA0A-4C00-9E4E-5F103BE40D56}" type="sibTrans" cxnId="{4849D32D-8B04-4F8D-9BD4-8F830D829097}">
      <dgm:prSet/>
      <dgm:spPr/>
      <dgm:t>
        <a:bodyPr/>
        <a:lstStyle/>
        <a:p>
          <a:endParaRPr lang="en-US"/>
        </a:p>
      </dgm:t>
    </dgm:pt>
    <dgm:pt modelId="{C8FCF684-A266-4942-BB9E-818B7553D655}">
      <dgm:prSet/>
      <dgm:spPr/>
      <dgm:t>
        <a:bodyPr/>
        <a:lstStyle/>
        <a:p>
          <a:pPr algn="just" rtl="0"/>
          <a:r>
            <a:rPr lang="en-US" b="1" dirty="0" smtClean="0">
              <a:latin typeface="Times New Roman" pitchFamily="18" charset="0"/>
              <a:cs typeface="Times New Roman" pitchFamily="18" charset="0"/>
            </a:rPr>
            <a:t>General laws (Universal ecclesiastical laws): </a:t>
          </a:r>
          <a:r>
            <a:rPr lang="en-US" dirty="0" smtClean="0">
              <a:latin typeface="Times New Roman" pitchFamily="18" charset="0"/>
              <a:cs typeface="Times New Roman" pitchFamily="18" charset="0"/>
            </a:rPr>
            <a:t>They are not limited to the a particular territory; it is universally applicable. Universal law do not derogate with special laws.</a:t>
          </a:r>
          <a:endParaRPr lang="en-US" dirty="0">
            <a:latin typeface="Times New Roman" pitchFamily="18" charset="0"/>
            <a:cs typeface="Times New Roman" pitchFamily="18" charset="0"/>
          </a:endParaRPr>
        </a:p>
      </dgm:t>
    </dgm:pt>
    <dgm:pt modelId="{C53C5A7E-B023-40E1-ABE4-EB3495F937BF}" type="parTrans" cxnId="{DD362C0D-8FDA-4525-821B-F52BDC8C2505}">
      <dgm:prSet/>
      <dgm:spPr/>
      <dgm:t>
        <a:bodyPr/>
        <a:lstStyle/>
        <a:p>
          <a:endParaRPr lang="en-US"/>
        </a:p>
      </dgm:t>
    </dgm:pt>
    <dgm:pt modelId="{B74D7A89-431B-4845-A8BD-6D8E48033D3C}" type="sibTrans" cxnId="{DD362C0D-8FDA-4525-821B-F52BDC8C2505}">
      <dgm:prSet/>
      <dgm:spPr/>
      <dgm:t>
        <a:bodyPr/>
        <a:lstStyle/>
        <a:p>
          <a:endParaRPr lang="en-US"/>
        </a:p>
      </dgm:t>
    </dgm:pt>
    <dgm:pt modelId="{DBD097A6-1C32-4A01-9026-3012BDC2EE62}">
      <dgm:prSet/>
      <dgm:spPr/>
      <dgm:t>
        <a:bodyPr/>
        <a:lstStyle/>
        <a:p>
          <a:pPr algn="just" rtl="0"/>
          <a:r>
            <a:rPr lang="en-US" b="1" dirty="0" smtClean="0">
              <a:latin typeface="Times New Roman" pitchFamily="18" charset="0"/>
              <a:cs typeface="Times New Roman" pitchFamily="18" charset="0"/>
            </a:rPr>
            <a:t>Particular canon laws: </a:t>
          </a:r>
          <a:r>
            <a:rPr lang="en-US" dirty="0" smtClean="0">
              <a:latin typeface="Times New Roman" pitchFamily="18" charset="0"/>
              <a:cs typeface="Times New Roman" pitchFamily="18" charset="0"/>
            </a:rPr>
            <a:t>They are made for a particular territory. Particular laws are promulgated in the manner determined by the legislator.</a:t>
          </a:r>
          <a:endParaRPr lang="en-US" dirty="0">
            <a:latin typeface="Times New Roman" pitchFamily="18" charset="0"/>
            <a:cs typeface="Times New Roman" pitchFamily="18" charset="0"/>
          </a:endParaRPr>
        </a:p>
      </dgm:t>
    </dgm:pt>
    <dgm:pt modelId="{98CF02D1-1EAF-4FFA-BBAA-ECF23F476ED0}" type="parTrans" cxnId="{772A77C9-49BF-40FC-9919-4FB5A3965382}">
      <dgm:prSet/>
      <dgm:spPr/>
      <dgm:t>
        <a:bodyPr/>
        <a:lstStyle/>
        <a:p>
          <a:endParaRPr lang="en-US"/>
        </a:p>
      </dgm:t>
    </dgm:pt>
    <dgm:pt modelId="{A4FD9204-CF79-4AF9-9DDC-C033E2249F7F}" type="sibTrans" cxnId="{772A77C9-49BF-40FC-9919-4FB5A3965382}">
      <dgm:prSet/>
      <dgm:spPr/>
      <dgm:t>
        <a:bodyPr/>
        <a:lstStyle/>
        <a:p>
          <a:endParaRPr lang="en-US"/>
        </a:p>
      </dgm:t>
    </dgm:pt>
    <dgm:pt modelId="{659E337E-1507-48CA-AE2F-FF8551816A7B}" type="pres">
      <dgm:prSet presAssocID="{FB9C255A-0324-44B3-92E7-9CA2A73DE1E8}" presName="linear" presStyleCnt="0">
        <dgm:presLayoutVars>
          <dgm:animLvl val="lvl"/>
          <dgm:resizeHandles val="exact"/>
        </dgm:presLayoutVars>
      </dgm:prSet>
      <dgm:spPr/>
      <dgm:t>
        <a:bodyPr/>
        <a:lstStyle/>
        <a:p>
          <a:endParaRPr lang="en-US"/>
        </a:p>
      </dgm:t>
    </dgm:pt>
    <dgm:pt modelId="{388A9AA3-2E66-40CB-9294-681CE980DC43}" type="pres">
      <dgm:prSet presAssocID="{99CBB64E-F83B-4D19-A337-F45B821BF209}" presName="parentText" presStyleLbl="node1" presStyleIdx="0" presStyleCnt="3">
        <dgm:presLayoutVars>
          <dgm:chMax val="0"/>
          <dgm:bulletEnabled val="1"/>
        </dgm:presLayoutVars>
      </dgm:prSet>
      <dgm:spPr/>
      <dgm:t>
        <a:bodyPr/>
        <a:lstStyle/>
        <a:p>
          <a:endParaRPr lang="en-US"/>
        </a:p>
      </dgm:t>
    </dgm:pt>
    <dgm:pt modelId="{CE06BF4E-FD30-4A73-A075-9B25BCCD9D17}" type="pres">
      <dgm:prSet presAssocID="{99CBB64E-F83B-4D19-A337-F45B821BF209}" presName="childText" presStyleLbl="revTx" presStyleIdx="0" presStyleCnt="3">
        <dgm:presLayoutVars>
          <dgm:bulletEnabled val="1"/>
        </dgm:presLayoutVars>
      </dgm:prSet>
      <dgm:spPr/>
      <dgm:t>
        <a:bodyPr/>
        <a:lstStyle/>
        <a:p>
          <a:endParaRPr lang="en-US"/>
        </a:p>
      </dgm:t>
    </dgm:pt>
    <dgm:pt modelId="{89BE4131-F095-47FE-8282-E11B90B0B636}" type="pres">
      <dgm:prSet presAssocID="{4F0706EB-8C48-4E94-9C42-12310DA1E1BC}" presName="parentText" presStyleLbl="node1" presStyleIdx="1" presStyleCnt="3">
        <dgm:presLayoutVars>
          <dgm:chMax val="0"/>
          <dgm:bulletEnabled val="1"/>
        </dgm:presLayoutVars>
      </dgm:prSet>
      <dgm:spPr/>
      <dgm:t>
        <a:bodyPr/>
        <a:lstStyle/>
        <a:p>
          <a:endParaRPr lang="en-US"/>
        </a:p>
      </dgm:t>
    </dgm:pt>
    <dgm:pt modelId="{A95DC470-6B10-413E-A747-6DC4C31CB740}" type="pres">
      <dgm:prSet presAssocID="{4F0706EB-8C48-4E94-9C42-12310DA1E1BC}" presName="childText" presStyleLbl="revTx" presStyleIdx="1" presStyleCnt="3">
        <dgm:presLayoutVars>
          <dgm:bulletEnabled val="1"/>
        </dgm:presLayoutVars>
      </dgm:prSet>
      <dgm:spPr/>
      <dgm:t>
        <a:bodyPr/>
        <a:lstStyle/>
        <a:p>
          <a:endParaRPr lang="en-US"/>
        </a:p>
      </dgm:t>
    </dgm:pt>
    <dgm:pt modelId="{04637552-B61C-44D6-8BDB-FFB8AAEF2EF2}" type="pres">
      <dgm:prSet presAssocID="{DCD48DD8-EAF7-4698-AF8C-E1AE7762F482}" presName="parentText" presStyleLbl="node1" presStyleIdx="2" presStyleCnt="3">
        <dgm:presLayoutVars>
          <dgm:chMax val="0"/>
          <dgm:bulletEnabled val="1"/>
        </dgm:presLayoutVars>
      </dgm:prSet>
      <dgm:spPr/>
      <dgm:t>
        <a:bodyPr/>
        <a:lstStyle/>
        <a:p>
          <a:endParaRPr lang="en-US"/>
        </a:p>
      </dgm:t>
    </dgm:pt>
    <dgm:pt modelId="{0B0EF071-1112-4DCA-B870-6832A1384094}" type="pres">
      <dgm:prSet presAssocID="{DCD48DD8-EAF7-4698-AF8C-E1AE7762F482}" presName="childText" presStyleLbl="revTx" presStyleIdx="2" presStyleCnt="3">
        <dgm:presLayoutVars>
          <dgm:bulletEnabled val="1"/>
        </dgm:presLayoutVars>
      </dgm:prSet>
      <dgm:spPr/>
      <dgm:t>
        <a:bodyPr/>
        <a:lstStyle/>
        <a:p>
          <a:endParaRPr lang="en-US"/>
        </a:p>
      </dgm:t>
    </dgm:pt>
  </dgm:ptLst>
  <dgm:cxnLst>
    <dgm:cxn modelId="{E0E739A8-7AEF-4404-A5D0-CB6FBF28BDD4}" srcId="{99CBB64E-F83B-4D19-A337-F45B821BF209}" destId="{61A2F776-EA65-487B-9D8C-6A23C1C04EF5}" srcOrd="1" destOrd="0" parTransId="{B05CB953-F226-48B6-B0C8-6376D43334DF}" sibTransId="{8CA77E8B-7420-4D82-88B9-50ADAC0D251F}"/>
    <dgm:cxn modelId="{4E9C914F-A8EB-4B19-A053-7B98D5B62BE7}" type="presOf" srcId="{282B999B-E1FE-449E-8655-1F942D5333C2}" destId="{A95DC470-6B10-413E-A747-6DC4C31CB740}" srcOrd="0" destOrd="0" presId="urn:microsoft.com/office/officeart/2005/8/layout/vList2"/>
    <dgm:cxn modelId="{6A625196-43BC-4A33-BCD8-B5BB204F06B1}" srcId="{4F0706EB-8C48-4E94-9C42-12310DA1E1BC}" destId="{5D69C6DD-46B6-49CA-BA38-7DEDCB1BF839}" srcOrd="3" destOrd="0" parTransId="{486839E6-44D2-4808-9464-96BCC4F04AD3}" sibTransId="{D20EC9CF-36A5-4C19-9387-08770B12E838}"/>
    <dgm:cxn modelId="{403A103C-01B6-4716-81AF-3D53BB368906}" srcId="{99CBB64E-F83B-4D19-A337-F45B821BF209}" destId="{0D7BDD59-727E-4217-A5E9-651BF5777CB6}" srcOrd="0" destOrd="0" parTransId="{23675523-8110-4E4F-A826-52CF09747D4D}" sibTransId="{900878D2-F55B-4FCA-A5BD-6931DFDB845F}"/>
    <dgm:cxn modelId="{DD362C0D-8FDA-4525-821B-F52BDC8C2505}" srcId="{DCD48DD8-EAF7-4698-AF8C-E1AE7762F482}" destId="{C8FCF684-A266-4942-BB9E-818B7553D655}" srcOrd="0" destOrd="0" parTransId="{C53C5A7E-B023-40E1-ABE4-EB3495F937BF}" sibTransId="{B74D7A89-431B-4845-A8BD-6D8E48033D3C}"/>
    <dgm:cxn modelId="{166054B8-E426-4A1C-8791-CD83A3A6D049}" srcId="{4F0706EB-8C48-4E94-9C42-12310DA1E1BC}" destId="{E1614CFE-8299-41FB-86FE-975F0F303421}" srcOrd="1" destOrd="0" parTransId="{04F0F311-7128-4D5D-AE3B-45311479B70D}" sibTransId="{A9581DDC-E61D-4951-8EF0-A1420FBD74D3}"/>
    <dgm:cxn modelId="{CA5B5915-1DE2-4EAC-A208-C48754F99066}" srcId="{FB9C255A-0324-44B3-92E7-9CA2A73DE1E8}" destId="{4F0706EB-8C48-4E94-9C42-12310DA1E1BC}" srcOrd="1" destOrd="0" parTransId="{BBD12C5F-5B8B-40BA-AE13-4F5268D19D5A}" sibTransId="{67EDCA24-A646-48E5-AE13-2826B7AA75EC}"/>
    <dgm:cxn modelId="{5DB3934E-CDAE-4D9B-888E-404B777FC5B9}" type="presOf" srcId="{DCD48DD8-EAF7-4698-AF8C-E1AE7762F482}" destId="{04637552-B61C-44D6-8BDB-FFB8AAEF2EF2}" srcOrd="0" destOrd="0" presId="urn:microsoft.com/office/officeart/2005/8/layout/vList2"/>
    <dgm:cxn modelId="{ACFF9F82-DA12-45BD-9905-267A26193AD6}" srcId="{4F0706EB-8C48-4E94-9C42-12310DA1E1BC}" destId="{E621A69D-4EA2-4CED-B4A0-27AE07299A19}" srcOrd="2" destOrd="0" parTransId="{73EBB20A-A8B1-4670-AEE7-9F4128F74E66}" sibTransId="{B8FFE78C-4C9E-4859-97C3-7024158EAC52}"/>
    <dgm:cxn modelId="{65AB2122-8222-4C8D-B792-7E6D78025EFD}" type="presOf" srcId="{E1614CFE-8299-41FB-86FE-975F0F303421}" destId="{A95DC470-6B10-413E-A747-6DC4C31CB740}" srcOrd="0" destOrd="1" presId="urn:microsoft.com/office/officeart/2005/8/layout/vList2"/>
    <dgm:cxn modelId="{C8DB4162-6F0F-4A90-A9CA-BCC613CFA96E}" type="presOf" srcId="{5D69C6DD-46B6-49CA-BA38-7DEDCB1BF839}" destId="{A95DC470-6B10-413E-A747-6DC4C31CB740}" srcOrd="0" destOrd="3" presId="urn:microsoft.com/office/officeart/2005/8/layout/vList2"/>
    <dgm:cxn modelId="{0E62D6FF-A5DB-4D5E-A40A-6AB91D95B61B}" type="presOf" srcId="{FB9C255A-0324-44B3-92E7-9CA2A73DE1E8}" destId="{659E337E-1507-48CA-AE2F-FF8551816A7B}" srcOrd="0" destOrd="0" presId="urn:microsoft.com/office/officeart/2005/8/layout/vList2"/>
    <dgm:cxn modelId="{53B5F23E-A09B-4C99-A65F-C5F7D7E10BA7}" srcId="{4F0706EB-8C48-4E94-9C42-12310DA1E1BC}" destId="{BC74CFCA-F759-42EE-8776-DB64F91FFF7E}" srcOrd="4" destOrd="0" parTransId="{B1ED4168-6205-4803-95D3-A569B122087D}" sibTransId="{5AAA4FDA-046F-4BE1-B029-FABCD7905389}"/>
    <dgm:cxn modelId="{048B3DB7-3162-4248-8D24-68BF6B1E8C46}" srcId="{FB9C255A-0324-44B3-92E7-9CA2A73DE1E8}" destId="{99CBB64E-F83B-4D19-A337-F45B821BF209}" srcOrd="0" destOrd="0" parTransId="{FFC9AC9F-F443-4156-B3B8-270E4F8F9DF9}" sibTransId="{15B98D86-487F-467A-BD24-BFC2E26549F5}"/>
    <dgm:cxn modelId="{DE7B747B-2918-4CFF-8C78-2BF2459DE5E4}" type="presOf" srcId="{4F0706EB-8C48-4E94-9C42-12310DA1E1BC}" destId="{89BE4131-F095-47FE-8282-E11B90B0B636}" srcOrd="0" destOrd="0" presId="urn:microsoft.com/office/officeart/2005/8/layout/vList2"/>
    <dgm:cxn modelId="{4849D32D-8B04-4F8D-9BD4-8F830D829097}" srcId="{FB9C255A-0324-44B3-92E7-9CA2A73DE1E8}" destId="{DCD48DD8-EAF7-4698-AF8C-E1AE7762F482}" srcOrd="2" destOrd="0" parTransId="{4CDC7BEB-7A1A-49F1-829B-A8F29ADD7182}" sibTransId="{BA834037-AA0A-4C00-9E4E-5F103BE40D56}"/>
    <dgm:cxn modelId="{3F885E05-F075-4DDF-93CE-0776FB912DF1}" srcId="{4F0706EB-8C48-4E94-9C42-12310DA1E1BC}" destId="{282B999B-E1FE-449E-8655-1F942D5333C2}" srcOrd="0" destOrd="0" parTransId="{B4448FE8-78C4-4487-BB6A-991B14306F3B}" sibTransId="{A4CAB545-82F2-432F-8B9C-C73B61B3F686}"/>
    <dgm:cxn modelId="{963C323E-E91D-4857-A0BC-74D3449EA3C0}" srcId="{99CBB64E-F83B-4D19-A337-F45B821BF209}" destId="{30528D20-26BC-4C92-A116-1E5FACCCBCA3}" srcOrd="2" destOrd="0" parTransId="{ED697B45-46D4-436F-83F9-E1BEEFBBE175}" sibTransId="{0AF89879-70BA-4F87-8DFD-E86BB74E7944}"/>
    <dgm:cxn modelId="{22341994-C771-4F1A-A14D-6998FF2BF3EE}" type="presOf" srcId="{DBD097A6-1C32-4A01-9026-3012BDC2EE62}" destId="{0B0EF071-1112-4DCA-B870-6832A1384094}" srcOrd="0" destOrd="1" presId="urn:microsoft.com/office/officeart/2005/8/layout/vList2"/>
    <dgm:cxn modelId="{14280A37-CC75-4444-941B-6D4CE290DE72}" type="presOf" srcId="{61A2F776-EA65-487B-9D8C-6A23C1C04EF5}" destId="{CE06BF4E-FD30-4A73-A075-9B25BCCD9D17}" srcOrd="0" destOrd="1" presId="urn:microsoft.com/office/officeart/2005/8/layout/vList2"/>
    <dgm:cxn modelId="{646637EE-06F7-48CF-B0B4-D0FD405E3BB5}" type="presOf" srcId="{99CBB64E-F83B-4D19-A337-F45B821BF209}" destId="{388A9AA3-2E66-40CB-9294-681CE980DC43}" srcOrd="0" destOrd="0" presId="urn:microsoft.com/office/officeart/2005/8/layout/vList2"/>
    <dgm:cxn modelId="{772A77C9-49BF-40FC-9919-4FB5A3965382}" srcId="{DCD48DD8-EAF7-4698-AF8C-E1AE7762F482}" destId="{DBD097A6-1C32-4A01-9026-3012BDC2EE62}" srcOrd="1" destOrd="0" parTransId="{98CF02D1-1EAF-4FFA-BBAA-ECF23F476ED0}" sibTransId="{A4FD9204-CF79-4AF9-9DDC-C033E2249F7F}"/>
    <dgm:cxn modelId="{9EC5E398-08A1-46CB-A1CC-F37EB15655F1}" type="presOf" srcId="{E621A69D-4EA2-4CED-B4A0-27AE07299A19}" destId="{A95DC470-6B10-413E-A747-6DC4C31CB740}" srcOrd="0" destOrd="2" presId="urn:microsoft.com/office/officeart/2005/8/layout/vList2"/>
    <dgm:cxn modelId="{9631C66B-6E5C-4067-A36C-4011901422F0}" type="presOf" srcId="{0D7BDD59-727E-4217-A5E9-651BF5777CB6}" destId="{CE06BF4E-FD30-4A73-A075-9B25BCCD9D17}" srcOrd="0" destOrd="0" presId="urn:microsoft.com/office/officeart/2005/8/layout/vList2"/>
    <dgm:cxn modelId="{7F1579B6-010C-4577-8AE3-568A0B1E2BC3}" type="presOf" srcId="{C8FCF684-A266-4942-BB9E-818B7553D655}" destId="{0B0EF071-1112-4DCA-B870-6832A1384094}" srcOrd="0" destOrd="0" presId="urn:microsoft.com/office/officeart/2005/8/layout/vList2"/>
    <dgm:cxn modelId="{895869DD-47EC-421D-9136-704F26DCE4F3}" type="presOf" srcId="{30528D20-26BC-4C92-A116-1E5FACCCBCA3}" destId="{CE06BF4E-FD30-4A73-A075-9B25BCCD9D17}" srcOrd="0" destOrd="2" presId="urn:microsoft.com/office/officeart/2005/8/layout/vList2"/>
    <dgm:cxn modelId="{D519AA32-9D41-407D-A565-2B201BF756A1}" type="presOf" srcId="{BC74CFCA-F759-42EE-8776-DB64F91FFF7E}" destId="{A95DC470-6B10-413E-A747-6DC4C31CB740}" srcOrd="0" destOrd="4" presId="urn:microsoft.com/office/officeart/2005/8/layout/vList2"/>
    <dgm:cxn modelId="{4FDB68BE-8D6A-4A6D-8223-7DCEAC549A5D}" type="presParOf" srcId="{659E337E-1507-48CA-AE2F-FF8551816A7B}" destId="{388A9AA3-2E66-40CB-9294-681CE980DC43}" srcOrd="0" destOrd="0" presId="urn:microsoft.com/office/officeart/2005/8/layout/vList2"/>
    <dgm:cxn modelId="{5638963C-BC28-4646-B10D-486B1C547BF1}" type="presParOf" srcId="{659E337E-1507-48CA-AE2F-FF8551816A7B}" destId="{CE06BF4E-FD30-4A73-A075-9B25BCCD9D17}" srcOrd="1" destOrd="0" presId="urn:microsoft.com/office/officeart/2005/8/layout/vList2"/>
    <dgm:cxn modelId="{D8DAC4B0-132A-44B2-9933-82A6D4598C49}" type="presParOf" srcId="{659E337E-1507-48CA-AE2F-FF8551816A7B}" destId="{89BE4131-F095-47FE-8282-E11B90B0B636}" srcOrd="2" destOrd="0" presId="urn:microsoft.com/office/officeart/2005/8/layout/vList2"/>
    <dgm:cxn modelId="{194A1DBD-6E22-44A6-9BC9-1FB3DA201C1D}" type="presParOf" srcId="{659E337E-1507-48CA-AE2F-FF8551816A7B}" destId="{A95DC470-6B10-413E-A747-6DC4C31CB740}" srcOrd="3" destOrd="0" presId="urn:microsoft.com/office/officeart/2005/8/layout/vList2"/>
    <dgm:cxn modelId="{DF6E0BDE-8E30-41A4-86E5-4A234183DE02}" type="presParOf" srcId="{659E337E-1507-48CA-AE2F-FF8551816A7B}" destId="{04637552-B61C-44D6-8BDB-FFB8AAEF2EF2}" srcOrd="4" destOrd="0" presId="urn:microsoft.com/office/officeart/2005/8/layout/vList2"/>
    <dgm:cxn modelId="{DFE2F93D-25BD-4A0D-A4C3-9BE02FC17960}" type="presParOf" srcId="{659E337E-1507-48CA-AE2F-FF8551816A7B}" destId="{0B0EF071-1112-4DCA-B870-6832A138409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225D340-20B3-4BC9-8967-1E80306CDB5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BBC7E5E-9DBB-4B5C-866B-E51CD3524B36}">
      <dgm:prSet/>
      <dgm:spPr/>
      <dgm:t>
        <a:bodyPr/>
        <a:lstStyle/>
        <a:p>
          <a:pPr algn="just" rtl="0"/>
          <a:r>
            <a:rPr lang="en-US" b="1" dirty="0" smtClean="0">
              <a:latin typeface="Times New Roman" pitchFamily="18" charset="0"/>
              <a:cs typeface="Times New Roman" pitchFamily="18" charset="0"/>
            </a:rPr>
            <a:t>1.7. Definition of Church </a:t>
          </a:r>
          <a:endParaRPr lang="en-US" dirty="0">
            <a:latin typeface="Times New Roman" pitchFamily="18" charset="0"/>
            <a:cs typeface="Times New Roman" pitchFamily="18" charset="0"/>
          </a:endParaRPr>
        </a:p>
      </dgm:t>
    </dgm:pt>
    <dgm:pt modelId="{06ECE7AC-86B5-4D81-96D8-366743B5867C}" type="parTrans" cxnId="{16507869-EEA7-4E0B-803C-916BACD3CB4B}">
      <dgm:prSet/>
      <dgm:spPr/>
      <dgm:t>
        <a:bodyPr/>
        <a:lstStyle/>
        <a:p>
          <a:endParaRPr lang="en-US"/>
        </a:p>
      </dgm:t>
    </dgm:pt>
    <dgm:pt modelId="{D24DF5F3-1CC2-4E26-953E-999A616E9658}" type="sibTrans" cxnId="{16507869-EEA7-4E0B-803C-916BACD3CB4B}">
      <dgm:prSet/>
      <dgm:spPr/>
      <dgm:t>
        <a:bodyPr/>
        <a:lstStyle/>
        <a:p>
          <a:endParaRPr lang="en-US"/>
        </a:p>
      </dgm:t>
    </dgm:pt>
    <dgm:pt modelId="{362ACE25-5ECF-4137-9A41-DBC28A0497AC}">
      <dgm:prSet/>
      <dgm:spPr/>
      <dgm:t>
        <a:bodyPr/>
        <a:lstStyle/>
        <a:p>
          <a:pPr algn="just" rtl="0"/>
          <a:r>
            <a:rPr lang="en-US" dirty="0" smtClean="0">
              <a:latin typeface="Times New Roman" pitchFamily="18" charset="0"/>
              <a:cs typeface="Times New Roman" pitchFamily="18" charset="0"/>
            </a:rPr>
            <a:t>Christianity and Christian church  was established by Jesus Christ (Matt 16:18)</a:t>
          </a:r>
          <a:endParaRPr lang="en-US" dirty="0">
            <a:latin typeface="Times New Roman" pitchFamily="18" charset="0"/>
            <a:cs typeface="Times New Roman" pitchFamily="18" charset="0"/>
          </a:endParaRPr>
        </a:p>
      </dgm:t>
    </dgm:pt>
    <dgm:pt modelId="{BCD56BDB-2F8A-4BDD-8FEE-4F31BCD3716E}" type="parTrans" cxnId="{7382F243-CE30-4BBA-9423-A4EF79B0D8D6}">
      <dgm:prSet/>
      <dgm:spPr/>
      <dgm:t>
        <a:bodyPr/>
        <a:lstStyle/>
        <a:p>
          <a:endParaRPr lang="en-US"/>
        </a:p>
      </dgm:t>
    </dgm:pt>
    <dgm:pt modelId="{AAE3FCE5-78B8-4E65-A49A-6DB331D134D1}" type="sibTrans" cxnId="{7382F243-CE30-4BBA-9423-A4EF79B0D8D6}">
      <dgm:prSet/>
      <dgm:spPr/>
      <dgm:t>
        <a:bodyPr/>
        <a:lstStyle/>
        <a:p>
          <a:endParaRPr lang="en-US"/>
        </a:p>
      </dgm:t>
    </dgm:pt>
    <dgm:pt modelId="{2CE7B7BA-8196-4B77-BE65-F5E131CAD3EC}">
      <dgm:prSet/>
      <dgm:spPr/>
      <dgm:t>
        <a:bodyPr/>
        <a:lstStyle/>
        <a:p>
          <a:pPr algn="just" rtl="0"/>
          <a:r>
            <a:rPr lang="en-US" dirty="0" smtClean="0">
              <a:latin typeface="Times New Roman" pitchFamily="18" charset="0"/>
              <a:cs typeface="Times New Roman" pitchFamily="18" charset="0"/>
            </a:rPr>
            <a:t>Christian church is the assembly (community) of the Christians who are chosen for the heavily glory.</a:t>
          </a:r>
          <a:endParaRPr lang="en-US" dirty="0">
            <a:latin typeface="Times New Roman" pitchFamily="18" charset="0"/>
            <a:cs typeface="Times New Roman" pitchFamily="18" charset="0"/>
          </a:endParaRPr>
        </a:p>
      </dgm:t>
    </dgm:pt>
    <dgm:pt modelId="{9B1C268D-5544-42F4-B8EF-7202EBF6B522}" type="parTrans" cxnId="{C14D7434-1875-4ECF-8972-CF7505256E94}">
      <dgm:prSet/>
      <dgm:spPr/>
      <dgm:t>
        <a:bodyPr/>
        <a:lstStyle/>
        <a:p>
          <a:endParaRPr lang="en-US"/>
        </a:p>
      </dgm:t>
    </dgm:pt>
    <dgm:pt modelId="{6DB740A1-C9B6-4C4C-8B47-5C3998A97903}" type="sibTrans" cxnId="{C14D7434-1875-4ECF-8972-CF7505256E94}">
      <dgm:prSet/>
      <dgm:spPr/>
      <dgm:t>
        <a:bodyPr/>
        <a:lstStyle/>
        <a:p>
          <a:endParaRPr lang="en-US"/>
        </a:p>
      </dgm:t>
    </dgm:pt>
    <dgm:pt modelId="{6FE3282F-2724-435B-908D-9697AD7AA666}">
      <dgm:prSet/>
      <dgm:spPr/>
      <dgm:t>
        <a:bodyPr/>
        <a:lstStyle/>
        <a:p>
          <a:pPr algn="just" rtl="0"/>
          <a:r>
            <a:rPr lang="en-US" smtClean="0">
              <a:latin typeface="Times New Roman" pitchFamily="18" charset="0"/>
              <a:cs typeface="Times New Roman" pitchFamily="18" charset="0"/>
            </a:rPr>
            <a:t>The word Church allegorically may refer to one of the three things: </a:t>
          </a:r>
          <a:endParaRPr lang="en-US">
            <a:latin typeface="Times New Roman" pitchFamily="18" charset="0"/>
            <a:cs typeface="Times New Roman" pitchFamily="18" charset="0"/>
          </a:endParaRPr>
        </a:p>
      </dgm:t>
    </dgm:pt>
    <dgm:pt modelId="{09BECF3B-5931-4A30-B074-2EAE19EAAAF3}" type="parTrans" cxnId="{4BC3B756-FE43-4199-9259-3F0545918D16}">
      <dgm:prSet/>
      <dgm:spPr/>
      <dgm:t>
        <a:bodyPr/>
        <a:lstStyle/>
        <a:p>
          <a:endParaRPr lang="en-US"/>
        </a:p>
      </dgm:t>
    </dgm:pt>
    <dgm:pt modelId="{EB18D718-23AA-4E3D-AF16-15B4A1D5CA2E}" type="sibTrans" cxnId="{4BC3B756-FE43-4199-9259-3F0545918D16}">
      <dgm:prSet/>
      <dgm:spPr/>
      <dgm:t>
        <a:bodyPr/>
        <a:lstStyle/>
        <a:p>
          <a:endParaRPr lang="en-US"/>
        </a:p>
      </dgm:t>
    </dgm:pt>
    <dgm:pt modelId="{44214791-2A28-425C-9DF8-3005F2167E99}">
      <dgm:prSet/>
      <dgm:spPr/>
      <dgm:t>
        <a:bodyPr/>
        <a:lstStyle/>
        <a:p>
          <a:pPr algn="just" rtl="0"/>
          <a:r>
            <a:rPr lang="en-US" dirty="0" smtClean="0">
              <a:latin typeface="Times New Roman" pitchFamily="18" charset="0"/>
              <a:cs typeface="Times New Roman" pitchFamily="18" charset="0"/>
            </a:rPr>
            <a:t>The lord’s Body (the individual)</a:t>
          </a:r>
          <a:endParaRPr lang="en-US" dirty="0">
            <a:latin typeface="Times New Roman" pitchFamily="18" charset="0"/>
            <a:cs typeface="Times New Roman" pitchFamily="18" charset="0"/>
          </a:endParaRPr>
        </a:p>
      </dgm:t>
    </dgm:pt>
    <dgm:pt modelId="{76EDB6B3-5C4D-4032-B3C2-896406094218}" type="parTrans" cxnId="{5271A8C8-E8EF-406C-8660-8C91947001B5}">
      <dgm:prSet/>
      <dgm:spPr/>
      <dgm:t>
        <a:bodyPr/>
        <a:lstStyle/>
        <a:p>
          <a:endParaRPr lang="en-US"/>
        </a:p>
      </dgm:t>
    </dgm:pt>
    <dgm:pt modelId="{6ED7788B-BB60-4ED9-B3A3-6AF70B44F46D}" type="sibTrans" cxnId="{5271A8C8-E8EF-406C-8660-8C91947001B5}">
      <dgm:prSet/>
      <dgm:spPr/>
      <dgm:t>
        <a:bodyPr/>
        <a:lstStyle/>
        <a:p>
          <a:endParaRPr lang="en-US"/>
        </a:p>
      </dgm:t>
    </dgm:pt>
    <dgm:pt modelId="{21258A00-184E-46A6-9381-537D1E6292DB}">
      <dgm:prSet/>
      <dgm:spPr/>
      <dgm:t>
        <a:bodyPr/>
        <a:lstStyle/>
        <a:p>
          <a:pPr algn="just" rtl="0"/>
          <a:r>
            <a:rPr lang="en-US" smtClean="0">
              <a:latin typeface="Times New Roman" pitchFamily="18" charset="0"/>
              <a:cs typeface="Times New Roman" pitchFamily="18" charset="0"/>
            </a:rPr>
            <a:t>The Congregation of the believers</a:t>
          </a:r>
          <a:endParaRPr lang="en-US">
            <a:latin typeface="Times New Roman" pitchFamily="18" charset="0"/>
            <a:cs typeface="Times New Roman" pitchFamily="18" charset="0"/>
          </a:endParaRPr>
        </a:p>
      </dgm:t>
    </dgm:pt>
    <dgm:pt modelId="{3C001D76-F2C3-422C-A655-D8C5B1BDE640}" type="parTrans" cxnId="{CE72B508-3DEF-441B-B823-64064356934D}">
      <dgm:prSet/>
      <dgm:spPr/>
      <dgm:t>
        <a:bodyPr/>
        <a:lstStyle/>
        <a:p>
          <a:endParaRPr lang="en-US"/>
        </a:p>
      </dgm:t>
    </dgm:pt>
    <dgm:pt modelId="{14B9358C-DC3A-42F3-9C6D-09FDF588E355}" type="sibTrans" cxnId="{CE72B508-3DEF-441B-B823-64064356934D}">
      <dgm:prSet/>
      <dgm:spPr/>
      <dgm:t>
        <a:bodyPr/>
        <a:lstStyle/>
        <a:p>
          <a:endParaRPr lang="en-US"/>
        </a:p>
      </dgm:t>
    </dgm:pt>
    <dgm:pt modelId="{F43B619F-F4AD-4EB9-99D3-7054447CC042}">
      <dgm:prSet/>
      <dgm:spPr/>
      <dgm:t>
        <a:bodyPr/>
        <a:lstStyle/>
        <a:p>
          <a:pPr algn="just" rtl="0"/>
          <a:r>
            <a:rPr lang="en-US" smtClean="0">
              <a:latin typeface="Times New Roman" pitchFamily="18" charset="0"/>
              <a:cs typeface="Times New Roman" pitchFamily="18" charset="0"/>
            </a:rPr>
            <a:t>The Lord’s house or the Consecrated building </a:t>
          </a:r>
          <a:endParaRPr lang="en-US">
            <a:latin typeface="Times New Roman" pitchFamily="18" charset="0"/>
            <a:cs typeface="Times New Roman" pitchFamily="18" charset="0"/>
          </a:endParaRPr>
        </a:p>
      </dgm:t>
    </dgm:pt>
    <dgm:pt modelId="{24349B0C-05EA-4CBE-9266-5E4620EAF3A5}" type="parTrans" cxnId="{D86554DE-23A6-472C-A7D1-73723CBB1841}">
      <dgm:prSet/>
      <dgm:spPr/>
      <dgm:t>
        <a:bodyPr/>
        <a:lstStyle/>
        <a:p>
          <a:endParaRPr lang="en-US"/>
        </a:p>
      </dgm:t>
    </dgm:pt>
    <dgm:pt modelId="{B0092324-2F60-4713-A842-3483C1169354}" type="sibTrans" cxnId="{D86554DE-23A6-472C-A7D1-73723CBB1841}">
      <dgm:prSet/>
      <dgm:spPr/>
      <dgm:t>
        <a:bodyPr/>
        <a:lstStyle/>
        <a:p>
          <a:endParaRPr lang="en-US"/>
        </a:p>
      </dgm:t>
    </dgm:pt>
    <dgm:pt modelId="{18B43B0E-D75F-4379-B1CB-5855D6446251}">
      <dgm:prSet/>
      <dgm:spPr/>
      <dgm:t>
        <a:bodyPr/>
        <a:lstStyle/>
        <a:p>
          <a:pPr algn="just" rtl="0"/>
          <a:r>
            <a:rPr lang="am-ET" b="1" dirty="0" smtClean="0">
              <a:cs typeface="Times New Roman" pitchFamily="18" charset="0"/>
            </a:rPr>
            <a:t>ቤተ ክርስቲያን በባሕርይዋ አንዲት ብትሆንም</a:t>
          </a:r>
          <a:r>
            <a:rPr lang="en-US" b="1" dirty="0" smtClean="0">
              <a:latin typeface="Times New Roman" pitchFamily="18" charset="0"/>
              <a:cs typeface="Times New Roman" pitchFamily="18" charset="0"/>
            </a:rPr>
            <a:t> </a:t>
          </a:r>
          <a:r>
            <a:rPr lang="am-ET" b="1" dirty="0" smtClean="0">
              <a:cs typeface="Times New Roman" pitchFamily="18" charset="0"/>
            </a:rPr>
            <a:t>ሐዋርያትም በተለያየ ስም ጠ</a:t>
          </a:r>
          <a:r>
            <a:rPr lang="en-US" b="1" dirty="0" err="1" smtClean="0">
              <a:latin typeface="Times New Roman" pitchFamily="18" charset="0"/>
              <a:cs typeface="Times New Roman" pitchFamily="18" charset="0"/>
            </a:rPr>
            <a:t>ርተዋታል</a:t>
          </a:r>
          <a:r>
            <a:rPr lang="am-ET" b="1" dirty="0" smtClean="0">
              <a:cs typeface="Times New Roman" pitchFamily="18" charset="0"/>
            </a:rPr>
            <a:t>፡፡</a:t>
          </a:r>
          <a:endParaRPr lang="en-US" b="1" dirty="0">
            <a:latin typeface="Times New Roman" pitchFamily="18" charset="0"/>
            <a:cs typeface="Times New Roman" pitchFamily="18" charset="0"/>
          </a:endParaRPr>
        </a:p>
      </dgm:t>
    </dgm:pt>
    <dgm:pt modelId="{D63BFBC7-EA73-4DB8-836A-1F2031BD6826}" type="parTrans" cxnId="{AF5A2D0C-4D97-4CA6-BB0D-FEB83AB0B59A}">
      <dgm:prSet/>
      <dgm:spPr/>
      <dgm:t>
        <a:bodyPr/>
        <a:lstStyle/>
        <a:p>
          <a:endParaRPr lang="en-US"/>
        </a:p>
      </dgm:t>
    </dgm:pt>
    <dgm:pt modelId="{E4F64EE9-C402-4433-99EC-3A299EFB2170}" type="sibTrans" cxnId="{AF5A2D0C-4D97-4CA6-BB0D-FEB83AB0B59A}">
      <dgm:prSet/>
      <dgm:spPr/>
      <dgm:t>
        <a:bodyPr/>
        <a:lstStyle/>
        <a:p>
          <a:endParaRPr lang="en-US"/>
        </a:p>
      </dgm:t>
    </dgm:pt>
    <dgm:pt modelId="{5F28EDAA-E720-4B4C-A680-A4E179AC83E1}">
      <dgm:prSet/>
      <dgm:spPr/>
      <dgm:t>
        <a:bodyPr/>
        <a:lstStyle/>
        <a:p>
          <a:pPr algn="just" rtl="0"/>
          <a:r>
            <a:rPr lang="am-ET" b="1" dirty="0" smtClean="0">
              <a:cs typeface="Times New Roman" pitchFamily="18" charset="0"/>
            </a:rPr>
            <a:t>ቤተ ክርስቲያን ዘክርስቶስ/ዘእግዚአብሔር </a:t>
          </a:r>
          <a:r>
            <a:rPr lang="am-ET" dirty="0" smtClean="0">
              <a:cs typeface="Times New Roman" pitchFamily="18" charset="0"/>
            </a:rPr>
            <a:t>(ሮሜ ፲፮ ፥፲፮፣ ፩ ጢሞ ፫፥፭፣ ፪ተሰ ፪፥፬፣  ገላ ፩፥፲፫፣ ፪ኛ ቆሮ ፩፥፩፣ ፩ተሰ ፪፥፲፬)</a:t>
          </a:r>
          <a:endParaRPr lang="en-US" dirty="0">
            <a:latin typeface="Times New Roman" pitchFamily="18" charset="0"/>
            <a:cs typeface="Times New Roman" pitchFamily="18" charset="0"/>
          </a:endParaRPr>
        </a:p>
      </dgm:t>
    </dgm:pt>
    <dgm:pt modelId="{DC99C137-307E-43B1-AA20-D9F8102B97D2}" type="parTrans" cxnId="{050431D7-805B-4D6A-B2AB-560647B1301C}">
      <dgm:prSet/>
      <dgm:spPr/>
      <dgm:t>
        <a:bodyPr/>
        <a:lstStyle/>
        <a:p>
          <a:endParaRPr lang="en-US"/>
        </a:p>
      </dgm:t>
    </dgm:pt>
    <dgm:pt modelId="{B8710291-C405-4F69-9A24-0D606887D1A0}" type="sibTrans" cxnId="{050431D7-805B-4D6A-B2AB-560647B1301C}">
      <dgm:prSet/>
      <dgm:spPr/>
      <dgm:t>
        <a:bodyPr/>
        <a:lstStyle/>
        <a:p>
          <a:endParaRPr lang="en-US"/>
        </a:p>
      </dgm:t>
    </dgm:pt>
    <dgm:pt modelId="{97C7C0DC-BBEA-41D4-851F-B25424F0D35A}">
      <dgm:prSet/>
      <dgm:spPr/>
      <dgm:t>
        <a:bodyPr/>
        <a:lstStyle/>
        <a:p>
          <a:pPr algn="just" rtl="0"/>
          <a:r>
            <a:rPr lang="am-ET" b="1" dirty="0" smtClean="0">
              <a:cs typeface="Times New Roman" pitchFamily="18" charset="0"/>
            </a:rPr>
            <a:t>ማኅደረ እግዚአብሔር/የእግዚአብሔር</a:t>
          </a:r>
          <a:r>
            <a:rPr lang="en-US" b="1" dirty="0" smtClean="0">
              <a:cs typeface="Times New Roman" pitchFamily="18" charset="0"/>
            </a:rPr>
            <a:t> </a:t>
          </a:r>
          <a:r>
            <a:rPr lang="am-ET" b="1" dirty="0" smtClean="0">
              <a:cs typeface="Times New Roman" pitchFamily="18" charset="0"/>
            </a:rPr>
            <a:t>ማደሪያ</a:t>
          </a:r>
          <a:r>
            <a:rPr lang="en-US" b="1" dirty="0" smtClean="0">
              <a:latin typeface="Times New Roman" pitchFamily="18" charset="0"/>
              <a:cs typeface="Times New Roman" pitchFamily="18" charset="0"/>
            </a:rPr>
            <a:t> </a:t>
          </a:r>
          <a:r>
            <a:rPr lang="am-ET" dirty="0" smtClean="0">
              <a:cs typeface="Times New Roman" pitchFamily="18" charset="0"/>
            </a:rPr>
            <a:t>(ዘፀ ፳፭፥፰፣ ኢሳ ፴፮፥፩፣ ፩ነገ ፰፥፳፯-ፍፃሜ፣ ኤፌ ፪፥፳‐፳፪፣ ፪ዜና፯፥፲፪‐፲፮፣ ማቴ ፲፰፥፳፣ ፩ቆሮ፲፫፥፲፮)</a:t>
          </a:r>
          <a:endParaRPr lang="en-US" dirty="0">
            <a:latin typeface="Times New Roman" pitchFamily="18" charset="0"/>
            <a:cs typeface="Times New Roman" pitchFamily="18" charset="0"/>
          </a:endParaRPr>
        </a:p>
      </dgm:t>
    </dgm:pt>
    <dgm:pt modelId="{6F280238-4667-4768-8184-80552A601FD3}" type="parTrans" cxnId="{6CE8BAFA-DC06-4EA6-A119-67660A9F103B}">
      <dgm:prSet/>
      <dgm:spPr/>
      <dgm:t>
        <a:bodyPr/>
        <a:lstStyle/>
        <a:p>
          <a:endParaRPr lang="en-US"/>
        </a:p>
      </dgm:t>
    </dgm:pt>
    <dgm:pt modelId="{655CCAD9-B488-4CDC-BFF8-78F43854AE64}" type="sibTrans" cxnId="{6CE8BAFA-DC06-4EA6-A119-67660A9F103B}">
      <dgm:prSet/>
      <dgm:spPr/>
      <dgm:t>
        <a:bodyPr/>
        <a:lstStyle/>
        <a:p>
          <a:endParaRPr lang="en-US"/>
        </a:p>
      </dgm:t>
    </dgm:pt>
    <dgm:pt modelId="{7AB077ED-517E-4F79-B76F-4D541E3DA669}">
      <dgm:prSet/>
      <dgm:spPr/>
      <dgm:t>
        <a:bodyPr/>
        <a:lstStyle/>
        <a:p>
          <a:pPr algn="just" rtl="0"/>
          <a:r>
            <a:rPr lang="am-ET" b="1" dirty="0" smtClean="0">
              <a:cs typeface="Times New Roman" pitchFamily="18" charset="0"/>
            </a:rPr>
            <a:t>መዝገበ ጸጋ/የጸጋ ግምጃ  ቤት</a:t>
          </a:r>
          <a:r>
            <a:rPr lang="en-US" b="1" dirty="0" smtClean="0">
              <a:latin typeface="Times New Roman" pitchFamily="18" charset="0"/>
              <a:cs typeface="Times New Roman" pitchFamily="18" charset="0"/>
            </a:rPr>
            <a:t> </a:t>
          </a:r>
          <a:r>
            <a:rPr lang="am-ET" dirty="0" smtClean="0">
              <a:cs typeface="Times New Roman" pitchFamily="18" charset="0"/>
            </a:rPr>
            <a:t>(፩ ቆሮ ፲፪፥፲፩፣ዕብ ፬፥፲፮)</a:t>
          </a:r>
          <a:endParaRPr lang="en-US" dirty="0">
            <a:latin typeface="Times New Roman" pitchFamily="18" charset="0"/>
            <a:cs typeface="Times New Roman" pitchFamily="18" charset="0"/>
          </a:endParaRPr>
        </a:p>
      </dgm:t>
    </dgm:pt>
    <dgm:pt modelId="{9C151B9C-4C62-4803-ABE0-D37B56CB3E46}" type="parTrans" cxnId="{BECAB602-3B10-41BF-84B1-48AA7638701D}">
      <dgm:prSet/>
      <dgm:spPr/>
      <dgm:t>
        <a:bodyPr/>
        <a:lstStyle/>
        <a:p>
          <a:endParaRPr lang="en-US"/>
        </a:p>
      </dgm:t>
    </dgm:pt>
    <dgm:pt modelId="{0C2CF10C-0A19-4F32-8341-A379C82F1261}" type="sibTrans" cxnId="{BECAB602-3B10-41BF-84B1-48AA7638701D}">
      <dgm:prSet/>
      <dgm:spPr/>
      <dgm:t>
        <a:bodyPr/>
        <a:lstStyle/>
        <a:p>
          <a:endParaRPr lang="en-US"/>
        </a:p>
      </dgm:t>
    </dgm:pt>
    <dgm:pt modelId="{2D2C9E61-668D-49B2-9D33-9C1DC79BFFF2}">
      <dgm:prSet/>
      <dgm:spPr/>
      <dgm:t>
        <a:bodyPr/>
        <a:lstStyle/>
        <a:p>
          <a:pPr algn="just" rtl="0"/>
          <a:r>
            <a:rPr lang="am-ET" b="1" smtClean="0">
              <a:cs typeface="Times New Roman" pitchFamily="18" charset="0"/>
            </a:rPr>
            <a:t>ቤተ ጸሎት/የጸሎት ቤት</a:t>
          </a:r>
          <a:r>
            <a:rPr lang="en-US" b="1" smtClean="0">
              <a:latin typeface="Times New Roman" pitchFamily="18" charset="0"/>
              <a:cs typeface="Times New Roman" pitchFamily="18" charset="0"/>
            </a:rPr>
            <a:t> </a:t>
          </a:r>
          <a:r>
            <a:rPr lang="am-ET" smtClean="0">
              <a:cs typeface="Times New Roman" pitchFamily="18" charset="0"/>
            </a:rPr>
            <a:t>(ኢሳ ፶፮፥፯፣ ማቴ ፭፥፳፫‐፳፬፣ ማቴ ፮፥፲፪ ፣ ፩ቆሮ ፲፬፥፴፫፣ ማር ፲፩፥፭‐፳፮፣ ገላ ፫፥፮‐፳፰)</a:t>
          </a:r>
          <a:endParaRPr lang="en-US">
            <a:latin typeface="Times New Roman" pitchFamily="18" charset="0"/>
            <a:cs typeface="Times New Roman" pitchFamily="18" charset="0"/>
          </a:endParaRPr>
        </a:p>
      </dgm:t>
    </dgm:pt>
    <dgm:pt modelId="{F9A5ABBC-B8AD-42AB-AD1C-C1EB910CA32A}" type="parTrans" cxnId="{5626FF4B-716E-46A4-A4A6-D5DD2C0EAA10}">
      <dgm:prSet/>
      <dgm:spPr/>
      <dgm:t>
        <a:bodyPr/>
        <a:lstStyle/>
        <a:p>
          <a:endParaRPr lang="en-US"/>
        </a:p>
      </dgm:t>
    </dgm:pt>
    <dgm:pt modelId="{3CFC095F-70EB-4A78-9DE3-3983DA0E67BC}" type="sibTrans" cxnId="{5626FF4B-716E-46A4-A4A6-D5DD2C0EAA10}">
      <dgm:prSet/>
      <dgm:spPr/>
      <dgm:t>
        <a:bodyPr/>
        <a:lstStyle/>
        <a:p>
          <a:endParaRPr lang="en-US"/>
        </a:p>
      </dgm:t>
    </dgm:pt>
    <dgm:pt modelId="{A4135EB3-3AFC-40DB-AD5E-12FDCB7C4A55}">
      <dgm:prSet/>
      <dgm:spPr/>
      <dgm:t>
        <a:bodyPr/>
        <a:lstStyle/>
        <a:p>
          <a:pPr algn="just" rtl="0"/>
          <a:r>
            <a:rPr lang="am-ET" b="1" dirty="0" smtClean="0">
              <a:cs typeface="Times New Roman" pitchFamily="18" charset="0"/>
            </a:rPr>
            <a:t>ምስካየ</a:t>
          </a:r>
          <a:r>
            <a:rPr lang="en-US" b="1" dirty="0" smtClean="0">
              <a:latin typeface="Times New Roman" pitchFamily="18" charset="0"/>
              <a:cs typeface="Times New Roman" pitchFamily="18" charset="0"/>
            </a:rPr>
            <a:t> </a:t>
          </a:r>
          <a:r>
            <a:rPr lang="am-ET" b="1" dirty="0" smtClean="0">
              <a:cs typeface="Times New Roman" pitchFamily="18" charset="0"/>
            </a:rPr>
            <a:t>ኅዙናን/የነዳያን መጠጊያ</a:t>
          </a:r>
          <a:r>
            <a:rPr lang="en-US" b="1" dirty="0" smtClean="0">
              <a:latin typeface="Times New Roman" pitchFamily="18" charset="0"/>
              <a:cs typeface="Times New Roman" pitchFamily="18" charset="0"/>
            </a:rPr>
            <a:t> </a:t>
          </a:r>
          <a:r>
            <a:rPr lang="am-ET" b="1" dirty="0" smtClean="0">
              <a:cs typeface="Times New Roman" pitchFamily="18" charset="0"/>
            </a:rPr>
            <a:t>(</a:t>
          </a:r>
          <a:r>
            <a:rPr lang="am-ET" dirty="0" smtClean="0">
              <a:cs typeface="Times New Roman" pitchFamily="18" charset="0"/>
            </a:rPr>
            <a:t>ሉቃ ፲፮፥፲፱‐፴፩፤ ሮሜ ፲፪፥፬‐፲፣ ፩ጴጥ</a:t>
          </a:r>
          <a:r>
            <a:rPr lang="en-US" dirty="0" smtClean="0">
              <a:latin typeface="Times New Roman" pitchFamily="18" charset="0"/>
              <a:cs typeface="Times New Roman" pitchFamily="18" charset="0"/>
            </a:rPr>
            <a:t> </a:t>
          </a:r>
          <a:r>
            <a:rPr lang="am-ET" dirty="0" smtClean="0">
              <a:cs typeface="Times New Roman" pitchFamily="18" charset="0"/>
            </a:rPr>
            <a:t>፬፥፱‐፲፩)</a:t>
          </a:r>
          <a:endParaRPr lang="en-US" dirty="0">
            <a:latin typeface="Times New Roman" pitchFamily="18" charset="0"/>
            <a:cs typeface="Times New Roman" pitchFamily="18" charset="0"/>
          </a:endParaRPr>
        </a:p>
      </dgm:t>
    </dgm:pt>
    <dgm:pt modelId="{1CBE950D-AC16-44C5-B1C2-0F8282FD134B}" type="parTrans" cxnId="{906B7E9F-BCDF-4149-986D-95EB8E7E068B}">
      <dgm:prSet/>
      <dgm:spPr/>
      <dgm:t>
        <a:bodyPr/>
        <a:lstStyle/>
        <a:p>
          <a:endParaRPr lang="en-US"/>
        </a:p>
      </dgm:t>
    </dgm:pt>
    <dgm:pt modelId="{F01505AC-FA73-48F8-B325-AE5EAAED683B}" type="sibTrans" cxnId="{906B7E9F-BCDF-4149-986D-95EB8E7E068B}">
      <dgm:prSet/>
      <dgm:spPr/>
      <dgm:t>
        <a:bodyPr/>
        <a:lstStyle/>
        <a:p>
          <a:endParaRPr lang="en-US"/>
        </a:p>
      </dgm:t>
    </dgm:pt>
    <dgm:pt modelId="{A781623F-C9D7-46B4-A382-416DD702BD1E}" type="pres">
      <dgm:prSet presAssocID="{8225D340-20B3-4BC9-8967-1E80306CDB5A}" presName="linear" presStyleCnt="0">
        <dgm:presLayoutVars>
          <dgm:animLvl val="lvl"/>
          <dgm:resizeHandles val="exact"/>
        </dgm:presLayoutVars>
      </dgm:prSet>
      <dgm:spPr/>
      <dgm:t>
        <a:bodyPr/>
        <a:lstStyle/>
        <a:p>
          <a:endParaRPr lang="en-US"/>
        </a:p>
      </dgm:t>
    </dgm:pt>
    <dgm:pt modelId="{14B26B98-9CE1-4F98-9AC4-205AEC94E2E0}" type="pres">
      <dgm:prSet presAssocID="{BBBC7E5E-9DBB-4B5C-866B-E51CD3524B36}" presName="parentText" presStyleLbl="node1" presStyleIdx="0" presStyleCnt="1" custLinFactNeighborY="-2758">
        <dgm:presLayoutVars>
          <dgm:chMax val="0"/>
          <dgm:bulletEnabled val="1"/>
        </dgm:presLayoutVars>
      </dgm:prSet>
      <dgm:spPr/>
      <dgm:t>
        <a:bodyPr/>
        <a:lstStyle/>
        <a:p>
          <a:endParaRPr lang="en-US"/>
        </a:p>
      </dgm:t>
    </dgm:pt>
    <dgm:pt modelId="{710910AF-0C5F-4178-8332-9730B701564C}" type="pres">
      <dgm:prSet presAssocID="{BBBC7E5E-9DBB-4B5C-866B-E51CD3524B36}" presName="childText" presStyleLbl="revTx" presStyleIdx="0" presStyleCnt="1" custScaleY="102695">
        <dgm:presLayoutVars>
          <dgm:bulletEnabled val="1"/>
        </dgm:presLayoutVars>
      </dgm:prSet>
      <dgm:spPr/>
      <dgm:t>
        <a:bodyPr/>
        <a:lstStyle/>
        <a:p>
          <a:endParaRPr lang="en-US"/>
        </a:p>
      </dgm:t>
    </dgm:pt>
  </dgm:ptLst>
  <dgm:cxnLst>
    <dgm:cxn modelId="{D0243568-963C-4B69-8B35-0C827525EDFC}" type="presOf" srcId="{2D2C9E61-668D-49B2-9D33-9C1DC79BFFF2}" destId="{710910AF-0C5F-4178-8332-9730B701564C}" srcOrd="0" destOrd="10" presId="urn:microsoft.com/office/officeart/2005/8/layout/vList2"/>
    <dgm:cxn modelId="{690299DF-AEF7-4E96-954F-BF77F12D14E3}" type="presOf" srcId="{7AB077ED-517E-4F79-B76F-4D541E3DA669}" destId="{710910AF-0C5F-4178-8332-9730B701564C}" srcOrd="0" destOrd="9" presId="urn:microsoft.com/office/officeart/2005/8/layout/vList2"/>
    <dgm:cxn modelId="{5271A8C8-E8EF-406C-8660-8C91947001B5}" srcId="{BBBC7E5E-9DBB-4B5C-866B-E51CD3524B36}" destId="{44214791-2A28-425C-9DF8-3005F2167E99}" srcOrd="3" destOrd="0" parTransId="{76EDB6B3-5C4D-4032-B3C2-896406094218}" sibTransId="{6ED7788B-BB60-4ED9-B3A3-6AF70B44F46D}"/>
    <dgm:cxn modelId="{7382F243-CE30-4BBA-9423-A4EF79B0D8D6}" srcId="{BBBC7E5E-9DBB-4B5C-866B-E51CD3524B36}" destId="{362ACE25-5ECF-4137-9A41-DBC28A0497AC}" srcOrd="0" destOrd="0" parTransId="{BCD56BDB-2F8A-4BDD-8FEE-4F31BCD3716E}" sibTransId="{AAE3FCE5-78B8-4E65-A49A-6DB331D134D1}"/>
    <dgm:cxn modelId="{AF5A2D0C-4D97-4CA6-BB0D-FEB83AB0B59A}" srcId="{BBBC7E5E-9DBB-4B5C-866B-E51CD3524B36}" destId="{18B43B0E-D75F-4379-B1CB-5855D6446251}" srcOrd="6" destOrd="0" parTransId="{D63BFBC7-EA73-4DB8-836A-1F2031BD6826}" sibTransId="{E4F64EE9-C402-4433-99EC-3A299EFB2170}"/>
    <dgm:cxn modelId="{050431D7-805B-4D6A-B2AB-560647B1301C}" srcId="{BBBC7E5E-9DBB-4B5C-866B-E51CD3524B36}" destId="{5F28EDAA-E720-4B4C-A680-A4E179AC83E1}" srcOrd="7" destOrd="0" parTransId="{DC99C137-307E-43B1-AA20-D9F8102B97D2}" sibTransId="{B8710291-C405-4F69-9A24-0D606887D1A0}"/>
    <dgm:cxn modelId="{37DC198B-B89D-47F4-89D0-197C690424C2}" type="presOf" srcId="{44214791-2A28-425C-9DF8-3005F2167E99}" destId="{710910AF-0C5F-4178-8332-9730B701564C}" srcOrd="0" destOrd="3" presId="urn:microsoft.com/office/officeart/2005/8/layout/vList2"/>
    <dgm:cxn modelId="{6DDD33B0-D156-4214-90D5-061B0F2E506A}" type="presOf" srcId="{F43B619F-F4AD-4EB9-99D3-7054447CC042}" destId="{710910AF-0C5F-4178-8332-9730B701564C}" srcOrd="0" destOrd="5" presId="urn:microsoft.com/office/officeart/2005/8/layout/vList2"/>
    <dgm:cxn modelId="{CE72B508-3DEF-441B-B823-64064356934D}" srcId="{BBBC7E5E-9DBB-4B5C-866B-E51CD3524B36}" destId="{21258A00-184E-46A6-9381-537D1E6292DB}" srcOrd="4" destOrd="0" parTransId="{3C001D76-F2C3-422C-A655-D8C5B1BDE640}" sibTransId="{14B9358C-DC3A-42F3-9C6D-09FDF588E355}"/>
    <dgm:cxn modelId="{6CE8BAFA-DC06-4EA6-A119-67660A9F103B}" srcId="{BBBC7E5E-9DBB-4B5C-866B-E51CD3524B36}" destId="{97C7C0DC-BBEA-41D4-851F-B25424F0D35A}" srcOrd="8" destOrd="0" parTransId="{6F280238-4667-4768-8184-80552A601FD3}" sibTransId="{655CCAD9-B488-4CDC-BFF8-78F43854AE64}"/>
    <dgm:cxn modelId="{FA539ECF-8D1B-4D72-90BE-475B5E29A19A}" type="presOf" srcId="{8225D340-20B3-4BC9-8967-1E80306CDB5A}" destId="{A781623F-C9D7-46B4-A382-416DD702BD1E}" srcOrd="0" destOrd="0" presId="urn:microsoft.com/office/officeart/2005/8/layout/vList2"/>
    <dgm:cxn modelId="{16507869-EEA7-4E0B-803C-916BACD3CB4B}" srcId="{8225D340-20B3-4BC9-8967-1E80306CDB5A}" destId="{BBBC7E5E-9DBB-4B5C-866B-E51CD3524B36}" srcOrd="0" destOrd="0" parTransId="{06ECE7AC-86B5-4D81-96D8-366743B5867C}" sibTransId="{D24DF5F3-1CC2-4E26-953E-999A616E9658}"/>
    <dgm:cxn modelId="{D86554DE-23A6-472C-A7D1-73723CBB1841}" srcId="{BBBC7E5E-9DBB-4B5C-866B-E51CD3524B36}" destId="{F43B619F-F4AD-4EB9-99D3-7054447CC042}" srcOrd="5" destOrd="0" parTransId="{24349B0C-05EA-4CBE-9266-5E4620EAF3A5}" sibTransId="{B0092324-2F60-4713-A842-3483C1169354}"/>
    <dgm:cxn modelId="{5626FF4B-716E-46A4-A4A6-D5DD2C0EAA10}" srcId="{BBBC7E5E-9DBB-4B5C-866B-E51CD3524B36}" destId="{2D2C9E61-668D-49B2-9D33-9C1DC79BFFF2}" srcOrd="10" destOrd="0" parTransId="{F9A5ABBC-B8AD-42AB-AD1C-C1EB910CA32A}" sibTransId="{3CFC095F-70EB-4A78-9DE3-3983DA0E67BC}"/>
    <dgm:cxn modelId="{C14D7434-1875-4ECF-8972-CF7505256E94}" srcId="{BBBC7E5E-9DBB-4B5C-866B-E51CD3524B36}" destId="{2CE7B7BA-8196-4B77-BE65-F5E131CAD3EC}" srcOrd="1" destOrd="0" parTransId="{9B1C268D-5544-42F4-B8EF-7202EBF6B522}" sibTransId="{6DB740A1-C9B6-4C4C-8B47-5C3998A97903}"/>
    <dgm:cxn modelId="{702F120B-67CA-42F1-A0D6-758FDA38BC8A}" type="presOf" srcId="{362ACE25-5ECF-4137-9A41-DBC28A0497AC}" destId="{710910AF-0C5F-4178-8332-9730B701564C}" srcOrd="0" destOrd="0" presId="urn:microsoft.com/office/officeart/2005/8/layout/vList2"/>
    <dgm:cxn modelId="{BECAB602-3B10-41BF-84B1-48AA7638701D}" srcId="{BBBC7E5E-9DBB-4B5C-866B-E51CD3524B36}" destId="{7AB077ED-517E-4F79-B76F-4D541E3DA669}" srcOrd="9" destOrd="0" parTransId="{9C151B9C-4C62-4803-ABE0-D37B56CB3E46}" sibTransId="{0C2CF10C-0A19-4F32-8341-A379C82F1261}"/>
    <dgm:cxn modelId="{906B7E9F-BCDF-4149-986D-95EB8E7E068B}" srcId="{BBBC7E5E-9DBB-4B5C-866B-E51CD3524B36}" destId="{A4135EB3-3AFC-40DB-AD5E-12FDCB7C4A55}" srcOrd="11" destOrd="0" parTransId="{1CBE950D-AC16-44C5-B1C2-0F8282FD134B}" sibTransId="{F01505AC-FA73-48F8-B325-AE5EAAED683B}"/>
    <dgm:cxn modelId="{55D8E943-B112-48FD-AA07-3CE4C0A2E9DE}" type="presOf" srcId="{BBBC7E5E-9DBB-4B5C-866B-E51CD3524B36}" destId="{14B26B98-9CE1-4F98-9AC4-205AEC94E2E0}" srcOrd="0" destOrd="0" presId="urn:microsoft.com/office/officeart/2005/8/layout/vList2"/>
    <dgm:cxn modelId="{1507391B-8C4A-4325-AE77-54038B57238F}" type="presOf" srcId="{2CE7B7BA-8196-4B77-BE65-F5E131CAD3EC}" destId="{710910AF-0C5F-4178-8332-9730B701564C}" srcOrd="0" destOrd="1" presId="urn:microsoft.com/office/officeart/2005/8/layout/vList2"/>
    <dgm:cxn modelId="{7B0B4020-A3FE-4F2E-8275-8AFE2BDCD3FF}" type="presOf" srcId="{18B43B0E-D75F-4379-B1CB-5855D6446251}" destId="{710910AF-0C5F-4178-8332-9730B701564C}" srcOrd="0" destOrd="6" presId="urn:microsoft.com/office/officeart/2005/8/layout/vList2"/>
    <dgm:cxn modelId="{29BE9C5E-2673-4A0A-BFF1-B5AB8F2167F1}" type="presOf" srcId="{21258A00-184E-46A6-9381-537D1E6292DB}" destId="{710910AF-0C5F-4178-8332-9730B701564C}" srcOrd="0" destOrd="4" presId="urn:microsoft.com/office/officeart/2005/8/layout/vList2"/>
    <dgm:cxn modelId="{AC779CDF-1569-4207-9A03-CD32AA707217}" type="presOf" srcId="{5F28EDAA-E720-4B4C-A680-A4E179AC83E1}" destId="{710910AF-0C5F-4178-8332-9730B701564C}" srcOrd="0" destOrd="7" presId="urn:microsoft.com/office/officeart/2005/8/layout/vList2"/>
    <dgm:cxn modelId="{638C5D13-25A5-4751-B669-81DBAA14477C}" type="presOf" srcId="{97C7C0DC-BBEA-41D4-851F-B25424F0D35A}" destId="{710910AF-0C5F-4178-8332-9730B701564C}" srcOrd="0" destOrd="8" presId="urn:microsoft.com/office/officeart/2005/8/layout/vList2"/>
    <dgm:cxn modelId="{6E893AB6-79E9-4E24-A264-6C0B2F52FED4}" type="presOf" srcId="{A4135EB3-3AFC-40DB-AD5E-12FDCB7C4A55}" destId="{710910AF-0C5F-4178-8332-9730B701564C}" srcOrd="0" destOrd="11" presId="urn:microsoft.com/office/officeart/2005/8/layout/vList2"/>
    <dgm:cxn modelId="{4BC3B756-FE43-4199-9259-3F0545918D16}" srcId="{BBBC7E5E-9DBB-4B5C-866B-E51CD3524B36}" destId="{6FE3282F-2724-435B-908D-9697AD7AA666}" srcOrd="2" destOrd="0" parTransId="{09BECF3B-5931-4A30-B074-2EAE19EAAAF3}" sibTransId="{EB18D718-23AA-4E3D-AF16-15B4A1D5CA2E}"/>
    <dgm:cxn modelId="{38D5EBBF-90DA-4F1A-9230-596999F3ACA0}" type="presOf" srcId="{6FE3282F-2724-435B-908D-9697AD7AA666}" destId="{710910AF-0C5F-4178-8332-9730B701564C}" srcOrd="0" destOrd="2" presId="urn:microsoft.com/office/officeart/2005/8/layout/vList2"/>
    <dgm:cxn modelId="{CC7D8273-8A8B-490A-9CA9-268BE7E72EDB}" type="presParOf" srcId="{A781623F-C9D7-46B4-A382-416DD702BD1E}" destId="{14B26B98-9CE1-4F98-9AC4-205AEC94E2E0}" srcOrd="0" destOrd="0" presId="urn:microsoft.com/office/officeart/2005/8/layout/vList2"/>
    <dgm:cxn modelId="{5C3938B4-4EA2-4790-93D1-225CAA4DE162}" type="presParOf" srcId="{A781623F-C9D7-46B4-A382-416DD702BD1E}" destId="{710910AF-0C5F-4178-8332-9730B701564C}"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38B062C-2D5A-4A03-A6C0-5CC2B0F406E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B3C7B94-765C-4A4B-B4D0-935AD6D408E0}">
      <dgm:prSet/>
      <dgm:spPr/>
      <dgm:t>
        <a:bodyPr/>
        <a:lstStyle/>
        <a:p>
          <a:pPr algn="just" rtl="0"/>
          <a:r>
            <a:rPr lang="en-US" b="1" dirty="0" smtClean="0">
              <a:latin typeface="Times New Roman" pitchFamily="18" charset="0"/>
              <a:cs typeface="Times New Roman" pitchFamily="18" charset="0"/>
            </a:rPr>
            <a:t>1. 8. Types or symbols of the Church </a:t>
          </a:r>
          <a:endParaRPr lang="en-US" dirty="0">
            <a:latin typeface="Times New Roman" pitchFamily="18" charset="0"/>
            <a:cs typeface="Times New Roman" pitchFamily="18" charset="0"/>
          </a:endParaRPr>
        </a:p>
      </dgm:t>
    </dgm:pt>
    <dgm:pt modelId="{1D57C431-C258-4449-80D1-224BFEB462FE}" type="parTrans" cxnId="{6390E5C4-C9BB-4009-9E79-2E302F5D3B49}">
      <dgm:prSet/>
      <dgm:spPr/>
      <dgm:t>
        <a:bodyPr/>
        <a:lstStyle/>
        <a:p>
          <a:endParaRPr lang="en-US"/>
        </a:p>
      </dgm:t>
    </dgm:pt>
    <dgm:pt modelId="{C3BC410D-E727-4850-B13B-402EE87B5A89}" type="sibTrans" cxnId="{6390E5C4-C9BB-4009-9E79-2E302F5D3B49}">
      <dgm:prSet/>
      <dgm:spPr/>
      <dgm:t>
        <a:bodyPr/>
        <a:lstStyle/>
        <a:p>
          <a:endParaRPr lang="en-US"/>
        </a:p>
      </dgm:t>
    </dgm:pt>
    <dgm:pt modelId="{7CE95CBF-8FA8-4FDE-BC5C-F9835F9D844F}">
      <dgm:prSet/>
      <dgm:spPr/>
      <dgm:t>
        <a:bodyPr/>
        <a:lstStyle/>
        <a:p>
          <a:pPr algn="just" rtl="0"/>
          <a:r>
            <a:rPr lang="en-US" b="1" dirty="0" smtClean="0">
              <a:latin typeface="Times New Roman" pitchFamily="18" charset="0"/>
              <a:cs typeface="Times New Roman" pitchFamily="18" charset="0"/>
            </a:rPr>
            <a:t>A. In the OT</a:t>
          </a:r>
          <a:endParaRPr lang="en-US" dirty="0">
            <a:latin typeface="Times New Roman" pitchFamily="18" charset="0"/>
            <a:cs typeface="Times New Roman" pitchFamily="18" charset="0"/>
          </a:endParaRPr>
        </a:p>
      </dgm:t>
    </dgm:pt>
    <dgm:pt modelId="{8991765C-6BBE-4E78-8A21-6C849F289EEC}" type="parTrans" cxnId="{FBBA9FC0-6D6F-48A9-A164-7894E806A7C9}">
      <dgm:prSet/>
      <dgm:spPr/>
      <dgm:t>
        <a:bodyPr/>
        <a:lstStyle/>
        <a:p>
          <a:endParaRPr lang="en-US"/>
        </a:p>
      </dgm:t>
    </dgm:pt>
    <dgm:pt modelId="{8EFB07B2-A524-45BC-9704-C306AE1823DE}" type="sibTrans" cxnId="{FBBA9FC0-6D6F-48A9-A164-7894E806A7C9}">
      <dgm:prSet/>
      <dgm:spPr/>
      <dgm:t>
        <a:bodyPr/>
        <a:lstStyle/>
        <a:p>
          <a:endParaRPr lang="en-US"/>
        </a:p>
      </dgm:t>
    </dgm:pt>
    <dgm:pt modelId="{424C1CC9-D7EA-4C6A-AA01-BC416B13E0FF}">
      <dgm:prSet/>
      <dgm:spPr/>
      <dgm:t>
        <a:bodyPr/>
        <a:lstStyle/>
        <a:p>
          <a:pPr algn="just" rtl="0"/>
          <a:r>
            <a:rPr lang="en-US" dirty="0" smtClean="0">
              <a:latin typeface="Times New Roman" pitchFamily="18" charset="0"/>
              <a:cs typeface="Times New Roman" pitchFamily="18" charset="0"/>
            </a:rPr>
            <a:t>Noah’s Ark (Gen 7:124; Matt 11:28; Jon 6:37)</a:t>
          </a:r>
          <a:r>
            <a:rPr lang="am-ET" dirty="0" smtClean="0">
              <a:cs typeface="Times New Roman" pitchFamily="18" charset="0"/>
            </a:rPr>
            <a:t> </a:t>
          </a:r>
          <a:endParaRPr lang="en-US" dirty="0">
            <a:latin typeface="Times New Roman" pitchFamily="18" charset="0"/>
            <a:cs typeface="Times New Roman" pitchFamily="18" charset="0"/>
          </a:endParaRPr>
        </a:p>
      </dgm:t>
    </dgm:pt>
    <dgm:pt modelId="{A0AEC1C3-BC98-4684-BAF3-CB3F2925433F}" type="parTrans" cxnId="{D1D96D81-B7D7-4820-B9A5-3094F1949D32}">
      <dgm:prSet/>
      <dgm:spPr/>
      <dgm:t>
        <a:bodyPr/>
        <a:lstStyle/>
        <a:p>
          <a:endParaRPr lang="en-US"/>
        </a:p>
      </dgm:t>
    </dgm:pt>
    <dgm:pt modelId="{0E6D3EE9-ADC9-4BC7-BF9D-9AF3A111778D}" type="sibTrans" cxnId="{D1D96D81-B7D7-4820-B9A5-3094F1949D32}">
      <dgm:prSet/>
      <dgm:spPr/>
      <dgm:t>
        <a:bodyPr/>
        <a:lstStyle/>
        <a:p>
          <a:endParaRPr lang="en-US"/>
        </a:p>
      </dgm:t>
    </dgm:pt>
    <dgm:pt modelId="{5664AE18-DB0E-4291-9B69-7C1C09BE6BD6}">
      <dgm:prSet/>
      <dgm:spPr/>
      <dgm:t>
        <a:bodyPr/>
        <a:lstStyle/>
        <a:p>
          <a:pPr algn="just" rtl="0"/>
          <a:r>
            <a:rPr lang="en-US" dirty="0" smtClean="0">
              <a:latin typeface="Times New Roman" pitchFamily="18" charset="0"/>
              <a:cs typeface="Times New Roman" pitchFamily="18" charset="0"/>
            </a:rPr>
            <a:t>Ordination of Melchizedek (Gen 14:18-20;Pslm 109:1-4)</a:t>
          </a:r>
          <a:endParaRPr lang="en-US" dirty="0">
            <a:latin typeface="Times New Roman" pitchFamily="18" charset="0"/>
            <a:cs typeface="Times New Roman" pitchFamily="18" charset="0"/>
          </a:endParaRPr>
        </a:p>
      </dgm:t>
    </dgm:pt>
    <dgm:pt modelId="{FB4E8368-F9A1-4DE5-AA7C-29B177714384}" type="parTrans" cxnId="{156B3E0B-97C2-429B-9D87-4CA34018910B}">
      <dgm:prSet/>
      <dgm:spPr/>
      <dgm:t>
        <a:bodyPr/>
        <a:lstStyle/>
        <a:p>
          <a:endParaRPr lang="en-US"/>
        </a:p>
      </dgm:t>
    </dgm:pt>
    <dgm:pt modelId="{0288C869-150F-4988-A343-2DAED0DA54AA}" type="sibTrans" cxnId="{156B3E0B-97C2-429B-9D87-4CA34018910B}">
      <dgm:prSet/>
      <dgm:spPr/>
      <dgm:t>
        <a:bodyPr/>
        <a:lstStyle/>
        <a:p>
          <a:endParaRPr lang="en-US"/>
        </a:p>
      </dgm:t>
    </dgm:pt>
    <dgm:pt modelId="{2CE54B8E-67B0-43E6-BA83-75F5E00002EE}">
      <dgm:prSet/>
      <dgm:spPr/>
      <dgm:t>
        <a:bodyPr/>
        <a:lstStyle/>
        <a:p>
          <a:pPr algn="just" rtl="0"/>
          <a:r>
            <a:rPr lang="en-US" dirty="0" smtClean="0">
              <a:latin typeface="Times New Roman" pitchFamily="18" charset="0"/>
              <a:cs typeface="Times New Roman" pitchFamily="18" charset="0"/>
            </a:rPr>
            <a:t>The Bethel(the house of God) (Gen28:19)</a:t>
          </a:r>
          <a:endParaRPr lang="en-US" dirty="0">
            <a:latin typeface="Times New Roman" pitchFamily="18" charset="0"/>
            <a:cs typeface="Times New Roman" pitchFamily="18" charset="0"/>
          </a:endParaRPr>
        </a:p>
      </dgm:t>
    </dgm:pt>
    <dgm:pt modelId="{AB8CE554-9E1F-408C-91AD-2DEF5812CA94}" type="parTrans" cxnId="{8DB17C12-8541-4E53-9EC1-0127EED050D8}">
      <dgm:prSet/>
      <dgm:spPr/>
      <dgm:t>
        <a:bodyPr/>
        <a:lstStyle/>
        <a:p>
          <a:endParaRPr lang="en-US"/>
        </a:p>
      </dgm:t>
    </dgm:pt>
    <dgm:pt modelId="{E0F31CCB-5D35-489A-B915-DEC6B170CF44}" type="sibTrans" cxnId="{8DB17C12-8541-4E53-9EC1-0127EED050D8}">
      <dgm:prSet/>
      <dgm:spPr/>
      <dgm:t>
        <a:bodyPr/>
        <a:lstStyle/>
        <a:p>
          <a:endParaRPr lang="en-US"/>
        </a:p>
      </dgm:t>
    </dgm:pt>
    <dgm:pt modelId="{244390C7-45E5-4160-B992-3A81B13C9B4C}">
      <dgm:prSet/>
      <dgm:spPr/>
      <dgm:t>
        <a:bodyPr/>
        <a:lstStyle/>
        <a:p>
          <a:pPr algn="just" rtl="0"/>
          <a:r>
            <a:rPr lang="en-US" dirty="0" smtClean="0">
              <a:latin typeface="Times New Roman" pitchFamily="18" charset="0"/>
              <a:cs typeface="Times New Roman" pitchFamily="18" charset="0"/>
            </a:rPr>
            <a:t>The Mount Sinai (The Mountain of Musa)  (Exodus 19:2;24:16)</a:t>
          </a:r>
          <a:endParaRPr lang="en-US" dirty="0">
            <a:latin typeface="Times New Roman" pitchFamily="18" charset="0"/>
            <a:cs typeface="Times New Roman" pitchFamily="18" charset="0"/>
          </a:endParaRPr>
        </a:p>
      </dgm:t>
    </dgm:pt>
    <dgm:pt modelId="{2D88DF64-2F2E-4FA3-91E9-8844C48E7C58}" type="parTrans" cxnId="{5373B63B-0E9F-4AC9-BED2-815C8FA69BEC}">
      <dgm:prSet/>
      <dgm:spPr/>
      <dgm:t>
        <a:bodyPr/>
        <a:lstStyle/>
        <a:p>
          <a:endParaRPr lang="en-US"/>
        </a:p>
      </dgm:t>
    </dgm:pt>
    <dgm:pt modelId="{E41CB016-B9ED-4827-9CCA-18C62A2C12E5}" type="sibTrans" cxnId="{5373B63B-0E9F-4AC9-BED2-815C8FA69BEC}">
      <dgm:prSet/>
      <dgm:spPr/>
      <dgm:t>
        <a:bodyPr/>
        <a:lstStyle/>
        <a:p>
          <a:endParaRPr lang="en-US"/>
        </a:p>
      </dgm:t>
    </dgm:pt>
    <dgm:pt modelId="{AA7BAF32-AE04-4D50-AF0B-5B82DE59BFDF}">
      <dgm:prSet/>
      <dgm:spPr/>
      <dgm:t>
        <a:bodyPr/>
        <a:lstStyle/>
        <a:p>
          <a:pPr algn="just" rtl="0"/>
          <a:r>
            <a:rPr lang="en-US" dirty="0" smtClean="0">
              <a:latin typeface="Times New Roman" pitchFamily="18" charset="0"/>
              <a:cs typeface="Times New Roman" pitchFamily="18" charset="0"/>
            </a:rPr>
            <a:t>The Tabernacle or The sacrament House (Exodus 33:7-10 Revelation 21:3)</a:t>
          </a:r>
          <a:endParaRPr lang="en-US" dirty="0">
            <a:latin typeface="Times New Roman" pitchFamily="18" charset="0"/>
            <a:cs typeface="Times New Roman" pitchFamily="18" charset="0"/>
          </a:endParaRPr>
        </a:p>
      </dgm:t>
    </dgm:pt>
    <dgm:pt modelId="{8FFADBF3-B205-4F1E-BFF8-B75B515EE13C}" type="parTrans" cxnId="{6BD9C708-6921-41AA-8D95-1C6B360A2FCF}">
      <dgm:prSet/>
      <dgm:spPr/>
      <dgm:t>
        <a:bodyPr/>
        <a:lstStyle/>
        <a:p>
          <a:endParaRPr lang="en-US"/>
        </a:p>
      </dgm:t>
    </dgm:pt>
    <dgm:pt modelId="{F8A7C5CB-4FB1-4A2B-976D-BDFDA21D2C69}" type="sibTrans" cxnId="{6BD9C708-6921-41AA-8D95-1C6B360A2FCF}">
      <dgm:prSet/>
      <dgm:spPr/>
      <dgm:t>
        <a:bodyPr/>
        <a:lstStyle/>
        <a:p>
          <a:endParaRPr lang="en-US"/>
        </a:p>
      </dgm:t>
    </dgm:pt>
    <dgm:pt modelId="{92D1921A-4C98-4065-9C1A-7356BA965FB1}">
      <dgm:prSet/>
      <dgm:spPr/>
      <dgm:t>
        <a:bodyPr/>
        <a:lstStyle/>
        <a:p>
          <a:pPr algn="just" rtl="0"/>
          <a:r>
            <a:rPr lang="en-US" dirty="0" smtClean="0">
              <a:latin typeface="Times New Roman" pitchFamily="18" charset="0"/>
              <a:cs typeface="Times New Roman" pitchFamily="18" charset="0"/>
            </a:rPr>
            <a:t>The Table of Solomon (1 King 6:37, 8:44; 9:3)</a:t>
          </a:r>
          <a:endParaRPr lang="en-US" dirty="0">
            <a:latin typeface="Times New Roman" pitchFamily="18" charset="0"/>
            <a:cs typeface="Times New Roman" pitchFamily="18" charset="0"/>
          </a:endParaRPr>
        </a:p>
      </dgm:t>
    </dgm:pt>
    <dgm:pt modelId="{99B52EE7-3F24-4778-BED9-12B398FCDF2F}" type="parTrans" cxnId="{DBE0C89F-DC2D-4E26-A673-A7047BC43480}">
      <dgm:prSet/>
      <dgm:spPr/>
      <dgm:t>
        <a:bodyPr/>
        <a:lstStyle/>
        <a:p>
          <a:endParaRPr lang="en-US"/>
        </a:p>
      </dgm:t>
    </dgm:pt>
    <dgm:pt modelId="{66CA31A3-235C-4581-B114-F192C65DAADE}" type="sibTrans" cxnId="{DBE0C89F-DC2D-4E26-A673-A7047BC43480}">
      <dgm:prSet/>
      <dgm:spPr/>
      <dgm:t>
        <a:bodyPr/>
        <a:lstStyle/>
        <a:p>
          <a:endParaRPr lang="en-US"/>
        </a:p>
      </dgm:t>
    </dgm:pt>
    <dgm:pt modelId="{B044DEB2-90F3-4053-BD57-4C2F93724B4E}">
      <dgm:prSet/>
      <dgm:spPr/>
      <dgm:t>
        <a:bodyPr/>
        <a:lstStyle/>
        <a:p>
          <a:pPr algn="just" rtl="0"/>
          <a:r>
            <a:rPr lang="en-US" b="1" dirty="0" smtClean="0">
              <a:latin typeface="Times New Roman" pitchFamily="18" charset="0"/>
              <a:cs typeface="Times New Roman" pitchFamily="18" charset="0"/>
            </a:rPr>
            <a:t>B. In the NT</a:t>
          </a:r>
          <a:endParaRPr lang="en-US" dirty="0">
            <a:latin typeface="Times New Roman" pitchFamily="18" charset="0"/>
            <a:cs typeface="Times New Roman" pitchFamily="18" charset="0"/>
          </a:endParaRPr>
        </a:p>
      </dgm:t>
    </dgm:pt>
    <dgm:pt modelId="{15D2FEE5-1A52-48DA-B1F9-48588F7B3FC1}" type="parTrans" cxnId="{C115895F-C80E-4B63-81F3-DBBCD50EB47C}">
      <dgm:prSet/>
      <dgm:spPr/>
      <dgm:t>
        <a:bodyPr/>
        <a:lstStyle/>
        <a:p>
          <a:endParaRPr lang="en-US"/>
        </a:p>
      </dgm:t>
    </dgm:pt>
    <dgm:pt modelId="{F8F93962-7966-4174-A0F2-3AB65C2FE980}" type="sibTrans" cxnId="{C115895F-C80E-4B63-81F3-DBBCD50EB47C}">
      <dgm:prSet/>
      <dgm:spPr/>
      <dgm:t>
        <a:bodyPr/>
        <a:lstStyle/>
        <a:p>
          <a:endParaRPr lang="en-US"/>
        </a:p>
      </dgm:t>
    </dgm:pt>
    <dgm:pt modelId="{E604B93C-C9AC-49CC-9685-3E0129FE2290}">
      <dgm:prSet/>
      <dgm:spPr/>
      <dgm:t>
        <a:bodyPr/>
        <a:lstStyle/>
        <a:p>
          <a:pPr algn="just" rtl="0"/>
          <a:r>
            <a:rPr lang="en-US" dirty="0" smtClean="0">
              <a:latin typeface="Times New Roman" pitchFamily="18" charset="0"/>
              <a:cs typeface="Times New Roman" pitchFamily="18" charset="0"/>
            </a:rPr>
            <a:t>The Net of Fish  (Matt 13:46)</a:t>
          </a:r>
          <a:endParaRPr lang="en-US" dirty="0">
            <a:latin typeface="Times New Roman" pitchFamily="18" charset="0"/>
            <a:cs typeface="Times New Roman" pitchFamily="18" charset="0"/>
          </a:endParaRPr>
        </a:p>
      </dgm:t>
    </dgm:pt>
    <dgm:pt modelId="{2E76D9B5-E966-4579-BF64-F4E1F5B3EBB3}" type="parTrans" cxnId="{20D75410-4C1E-459E-9B75-D22404C2C2EE}">
      <dgm:prSet/>
      <dgm:spPr/>
      <dgm:t>
        <a:bodyPr/>
        <a:lstStyle/>
        <a:p>
          <a:endParaRPr lang="en-US"/>
        </a:p>
      </dgm:t>
    </dgm:pt>
    <dgm:pt modelId="{6C1CEE5A-6F19-4FB6-BE80-32D2E8AD5012}" type="sibTrans" cxnId="{20D75410-4C1E-459E-9B75-D22404C2C2EE}">
      <dgm:prSet/>
      <dgm:spPr/>
      <dgm:t>
        <a:bodyPr/>
        <a:lstStyle/>
        <a:p>
          <a:endParaRPr lang="en-US"/>
        </a:p>
      </dgm:t>
    </dgm:pt>
    <dgm:pt modelId="{EE1F16BE-7791-418A-94D9-AEDB742337C6}">
      <dgm:prSet/>
      <dgm:spPr/>
      <dgm:t>
        <a:bodyPr/>
        <a:lstStyle/>
        <a:p>
          <a:pPr algn="just" rtl="0"/>
          <a:r>
            <a:rPr lang="en-US" dirty="0" smtClean="0">
              <a:latin typeface="Times New Roman" pitchFamily="18" charset="0"/>
              <a:cs typeface="Times New Roman" pitchFamily="18" charset="0"/>
            </a:rPr>
            <a:t>The Field of good seed (13:24)</a:t>
          </a:r>
          <a:endParaRPr lang="en-US" dirty="0">
            <a:latin typeface="Times New Roman" pitchFamily="18" charset="0"/>
            <a:cs typeface="Times New Roman" pitchFamily="18" charset="0"/>
          </a:endParaRPr>
        </a:p>
      </dgm:t>
    </dgm:pt>
    <dgm:pt modelId="{F4508CC7-9B72-40DB-8863-F0570AF7ACA8}" type="parTrans" cxnId="{979DAAFF-DF82-4488-81D1-CCCD87481E1B}">
      <dgm:prSet/>
      <dgm:spPr/>
      <dgm:t>
        <a:bodyPr/>
        <a:lstStyle/>
        <a:p>
          <a:endParaRPr lang="en-US"/>
        </a:p>
      </dgm:t>
    </dgm:pt>
    <dgm:pt modelId="{019FD144-415E-4F2F-A147-9970D943C5F5}" type="sibTrans" cxnId="{979DAAFF-DF82-4488-81D1-CCCD87481E1B}">
      <dgm:prSet/>
      <dgm:spPr/>
      <dgm:t>
        <a:bodyPr/>
        <a:lstStyle/>
        <a:p>
          <a:endParaRPr lang="en-US"/>
        </a:p>
      </dgm:t>
    </dgm:pt>
    <dgm:pt modelId="{E90E1211-1752-410D-A9F5-48632C18FFB7}">
      <dgm:prSet/>
      <dgm:spPr/>
      <dgm:t>
        <a:bodyPr/>
        <a:lstStyle/>
        <a:p>
          <a:pPr algn="just" rtl="0"/>
          <a:r>
            <a:rPr lang="en-US" dirty="0" smtClean="0">
              <a:latin typeface="Times New Roman" pitchFamily="18" charset="0"/>
              <a:cs typeface="Times New Roman" pitchFamily="18" charset="0"/>
            </a:rPr>
            <a:t>The Grain of Mustard Seed (Matt 13:31; </a:t>
          </a:r>
          <a:r>
            <a:rPr lang="en-US" dirty="0" err="1" smtClean="0">
              <a:latin typeface="Times New Roman" pitchFamily="18" charset="0"/>
              <a:cs typeface="Times New Roman" pitchFamily="18" charset="0"/>
            </a:rPr>
            <a:t>Luk</a:t>
          </a:r>
          <a:r>
            <a:rPr lang="en-US" dirty="0" smtClean="0">
              <a:latin typeface="Times New Roman" pitchFamily="18" charset="0"/>
              <a:cs typeface="Times New Roman" pitchFamily="18" charset="0"/>
            </a:rPr>
            <a:t> 13:18)</a:t>
          </a:r>
          <a:endParaRPr lang="en-US" dirty="0">
            <a:latin typeface="Times New Roman" pitchFamily="18" charset="0"/>
            <a:cs typeface="Times New Roman" pitchFamily="18" charset="0"/>
          </a:endParaRPr>
        </a:p>
      </dgm:t>
    </dgm:pt>
    <dgm:pt modelId="{AC2485B3-39B4-43E3-B19E-DD1D0EB14B12}" type="parTrans" cxnId="{36781839-C3EC-4493-B177-4E2B2876CFED}">
      <dgm:prSet/>
      <dgm:spPr/>
      <dgm:t>
        <a:bodyPr/>
        <a:lstStyle/>
        <a:p>
          <a:endParaRPr lang="en-US"/>
        </a:p>
      </dgm:t>
    </dgm:pt>
    <dgm:pt modelId="{6B002D44-8902-4929-92E3-4E15103F3C09}" type="sibTrans" cxnId="{36781839-C3EC-4493-B177-4E2B2876CFED}">
      <dgm:prSet/>
      <dgm:spPr/>
      <dgm:t>
        <a:bodyPr/>
        <a:lstStyle/>
        <a:p>
          <a:endParaRPr lang="en-US"/>
        </a:p>
      </dgm:t>
    </dgm:pt>
    <dgm:pt modelId="{E1C0E548-E04C-4904-8F0E-C6733374C59A}">
      <dgm:prSet/>
      <dgm:spPr/>
      <dgm:t>
        <a:bodyPr/>
        <a:lstStyle/>
        <a:p>
          <a:pPr algn="just" rtl="0"/>
          <a:r>
            <a:rPr lang="en-US" dirty="0" smtClean="0">
              <a:latin typeface="Times New Roman" pitchFamily="18" charset="0"/>
              <a:cs typeface="Times New Roman" pitchFamily="18" charset="0"/>
            </a:rPr>
            <a:t>The House of marriage (Matt 22:1-10; Jon 2:1)</a:t>
          </a:r>
          <a:endParaRPr lang="en-US" dirty="0">
            <a:latin typeface="Times New Roman" pitchFamily="18" charset="0"/>
            <a:cs typeface="Times New Roman" pitchFamily="18" charset="0"/>
          </a:endParaRPr>
        </a:p>
      </dgm:t>
    </dgm:pt>
    <dgm:pt modelId="{652B17F4-2737-421B-AEEF-6B272DF3C4ED}" type="parTrans" cxnId="{F6F75C57-A1E1-45C6-B5A3-20DAD674DB3D}">
      <dgm:prSet/>
      <dgm:spPr/>
      <dgm:t>
        <a:bodyPr/>
        <a:lstStyle/>
        <a:p>
          <a:endParaRPr lang="en-US"/>
        </a:p>
      </dgm:t>
    </dgm:pt>
    <dgm:pt modelId="{F4A1B388-952A-4FA4-8EB8-C44035476C11}" type="sibTrans" cxnId="{F6F75C57-A1E1-45C6-B5A3-20DAD674DB3D}">
      <dgm:prSet/>
      <dgm:spPr/>
      <dgm:t>
        <a:bodyPr/>
        <a:lstStyle/>
        <a:p>
          <a:endParaRPr lang="en-US"/>
        </a:p>
      </dgm:t>
    </dgm:pt>
    <dgm:pt modelId="{E750235F-1F6C-4F16-BA7C-AC7BA2497334}">
      <dgm:prSet/>
      <dgm:spPr/>
      <dgm:t>
        <a:bodyPr/>
        <a:lstStyle/>
        <a:p>
          <a:pPr algn="just" rtl="0"/>
          <a:r>
            <a:rPr lang="en-US" dirty="0" smtClean="0">
              <a:latin typeface="Times New Roman" pitchFamily="18" charset="0"/>
              <a:cs typeface="Times New Roman" pitchFamily="18" charset="0"/>
            </a:rPr>
            <a:t>The body of Christ (</a:t>
          </a:r>
          <a:r>
            <a:rPr lang="en-US" dirty="0" err="1" smtClean="0">
              <a:latin typeface="Times New Roman" pitchFamily="18" charset="0"/>
              <a:cs typeface="Times New Roman" pitchFamily="18" charset="0"/>
            </a:rPr>
            <a:t>Eph</a:t>
          </a:r>
          <a:r>
            <a:rPr lang="en-US" dirty="0" smtClean="0">
              <a:latin typeface="Times New Roman" pitchFamily="18" charset="0"/>
              <a:cs typeface="Times New Roman" pitchFamily="18" charset="0"/>
            </a:rPr>
            <a:t> 5:1)</a:t>
          </a:r>
          <a:endParaRPr lang="en-US" dirty="0">
            <a:latin typeface="Times New Roman" pitchFamily="18" charset="0"/>
            <a:cs typeface="Times New Roman" pitchFamily="18" charset="0"/>
          </a:endParaRPr>
        </a:p>
      </dgm:t>
    </dgm:pt>
    <dgm:pt modelId="{77E51392-75ED-4E86-A7E6-FC53C5380A11}" type="parTrans" cxnId="{B31CC61F-DAFC-4EFB-B57C-03CE0BE0A92C}">
      <dgm:prSet/>
      <dgm:spPr/>
      <dgm:t>
        <a:bodyPr/>
        <a:lstStyle/>
        <a:p>
          <a:endParaRPr lang="en-US"/>
        </a:p>
      </dgm:t>
    </dgm:pt>
    <dgm:pt modelId="{68972C46-BC2F-457A-81C3-E9182B2D6D62}" type="sibTrans" cxnId="{B31CC61F-DAFC-4EFB-B57C-03CE0BE0A92C}">
      <dgm:prSet/>
      <dgm:spPr/>
      <dgm:t>
        <a:bodyPr/>
        <a:lstStyle/>
        <a:p>
          <a:endParaRPr lang="en-US"/>
        </a:p>
      </dgm:t>
    </dgm:pt>
    <dgm:pt modelId="{DE909699-51CC-43C8-8E91-895587AF7640}">
      <dgm:prSet/>
      <dgm:spPr/>
      <dgm:t>
        <a:bodyPr/>
        <a:lstStyle/>
        <a:p>
          <a:pPr algn="just" rtl="0"/>
          <a:r>
            <a:rPr lang="en-US" b="1" dirty="0" smtClean="0">
              <a:latin typeface="Times New Roman" pitchFamily="18" charset="0"/>
              <a:cs typeface="Times New Roman" pitchFamily="18" charset="0"/>
            </a:rPr>
            <a:t>C. In Patristic Writing</a:t>
          </a:r>
          <a:endParaRPr lang="en-US" dirty="0">
            <a:latin typeface="Times New Roman" pitchFamily="18" charset="0"/>
            <a:cs typeface="Times New Roman" pitchFamily="18" charset="0"/>
          </a:endParaRPr>
        </a:p>
      </dgm:t>
    </dgm:pt>
    <dgm:pt modelId="{8A080AC0-165A-4DA8-9E45-8C49AB954A6C}" type="parTrans" cxnId="{0DCE3279-807C-4269-8342-DE966B49040F}">
      <dgm:prSet/>
      <dgm:spPr/>
      <dgm:t>
        <a:bodyPr/>
        <a:lstStyle/>
        <a:p>
          <a:endParaRPr lang="en-US"/>
        </a:p>
      </dgm:t>
    </dgm:pt>
    <dgm:pt modelId="{12F4CD34-4DD5-4CCF-8AB7-366348764DE5}" type="sibTrans" cxnId="{0DCE3279-807C-4269-8342-DE966B49040F}">
      <dgm:prSet/>
      <dgm:spPr/>
      <dgm:t>
        <a:bodyPr/>
        <a:lstStyle/>
        <a:p>
          <a:endParaRPr lang="en-US"/>
        </a:p>
      </dgm:t>
    </dgm:pt>
    <dgm:pt modelId="{D04D6BB6-E829-41BB-A7C2-7FB358D25F9F}">
      <dgm:prSet/>
      <dgm:spPr/>
      <dgm:t>
        <a:bodyPr/>
        <a:lstStyle/>
        <a:p>
          <a:pPr algn="just" rtl="0"/>
          <a:r>
            <a:rPr lang="en-US" dirty="0" err="1" smtClean="0"/>
            <a:t>ቤተ</a:t>
          </a:r>
          <a:r>
            <a:rPr lang="en-US" dirty="0" smtClean="0"/>
            <a:t> </a:t>
          </a:r>
          <a:r>
            <a:rPr lang="en-US" dirty="0" err="1" smtClean="0"/>
            <a:t>ክርስቲያን</a:t>
          </a:r>
          <a:r>
            <a:rPr lang="en-US" dirty="0" smtClean="0"/>
            <a:t> </a:t>
          </a:r>
          <a:r>
            <a:rPr lang="en-US" dirty="0" err="1" smtClean="0"/>
            <a:t>በተጋድሎ</a:t>
          </a:r>
          <a:r>
            <a:rPr lang="en-US" dirty="0" smtClean="0"/>
            <a:t> </a:t>
          </a:r>
          <a:r>
            <a:rPr lang="en-US" dirty="0" err="1" smtClean="0"/>
            <a:t>ላይ</a:t>
          </a:r>
          <a:r>
            <a:rPr lang="en-US" dirty="0" smtClean="0"/>
            <a:t> </a:t>
          </a:r>
          <a:r>
            <a:rPr lang="en-US" dirty="0" err="1" smtClean="0"/>
            <a:t>ያሉ</a:t>
          </a:r>
          <a:r>
            <a:rPr lang="en-US" dirty="0" smtClean="0"/>
            <a:t> </a:t>
          </a:r>
          <a:r>
            <a:rPr lang="en-US" dirty="0" err="1" smtClean="0"/>
            <a:t>የንጹሐን</a:t>
          </a:r>
          <a:r>
            <a:rPr lang="en-US" dirty="0" smtClean="0"/>
            <a:t> </a:t>
          </a:r>
          <a:r>
            <a:rPr lang="en-US" dirty="0" err="1" smtClean="0"/>
            <a:t>ምዕመናን</a:t>
          </a:r>
          <a:r>
            <a:rPr lang="en-US" dirty="0" smtClean="0"/>
            <a:t>፤ </a:t>
          </a:r>
          <a:r>
            <a:rPr lang="en-US" dirty="0" err="1" smtClean="0"/>
            <a:t>ተጋድሎአቸውን</a:t>
          </a:r>
          <a:r>
            <a:rPr lang="en-US" dirty="0" smtClean="0"/>
            <a:t> </a:t>
          </a:r>
          <a:r>
            <a:rPr lang="en-US" dirty="0" err="1" smtClean="0"/>
            <a:t>የፈጸሙ</a:t>
          </a:r>
          <a:r>
            <a:rPr lang="en-US" dirty="0" smtClean="0"/>
            <a:t> </a:t>
          </a:r>
          <a:r>
            <a:rPr lang="en-US" dirty="0" err="1" smtClean="0"/>
            <a:t>የቅዱሳን</a:t>
          </a:r>
          <a:r>
            <a:rPr lang="en-US" dirty="0" smtClean="0"/>
            <a:t> </a:t>
          </a:r>
          <a:r>
            <a:rPr lang="en-US" dirty="0" err="1" smtClean="0"/>
            <a:t>ሕብረት</a:t>
          </a:r>
          <a:r>
            <a:rPr lang="en-US" dirty="0" smtClean="0"/>
            <a:t> </a:t>
          </a:r>
          <a:r>
            <a:rPr lang="en-US" dirty="0" err="1" smtClean="0"/>
            <a:t>ናት</a:t>
          </a:r>
          <a:r>
            <a:rPr lang="en-US" dirty="0" smtClean="0"/>
            <a:t> </a:t>
          </a:r>
          <a:r>
            <a:rPr lang="en-US" b="1" i="1" dirty="0" smtClean="0"/>
            <a:t>(</a:t>
          </a:r>
          <a:r>
            <a:rPr lang="en-US" b="1" i="1" dirty="0" err="1" smtClean="0"/>
            <a:t>ዮሐንስ</a:t>
          </a:r>
          <a:r>
            <a:rPr lang="en-US" b="1" i="1" dirty="0" smtClean="0"/>
            <a:t> </a:t>
          </a:r>
          <a:r>
            <a:rPr lang="en-US" b="1" i="1" dirty="0" err="1" smtClean="0"/>
            <a:t>አፈ-ወርቅ</a:t>
          </a:r>
          <a:r>
            <a:rPr lang="en-US" b="1" i="1" dirty="0" smtClean="0"/>
            <a:t>)</a:t>
          </a:r>
          <a:endParaRPr lang="en-US" dirty="0"/>
        </a:p>
      </dgm:t>
    </dgm:pt>
    <dgm:pt modelId="{175ECDF4-1281-443B-BD43-8F2238C0050F}" type="parTrans" cxnId="{2CAD7CAB-3245-456F-9C59-847BF4C0DDBF}">
      <dgm:prSet/>
      <dgm:spPr/>
      <dgm:t>
        <a:bodyPr/>
        <a:lstStyle/>
        <a:p>
          <a:endParaRPr lang="en-US"/>
        </a:p>
      </dgm:t>
    </dgm:pt>
    <dgm:pt modelId="{BEDD1109-3A2E-4EDA-A459-A29D6982683C}" type="sibTrans" cxnId="{2CAD7CAB-3245-456F-9C59-847BF4C0DDBF}">
      <dgm:prSet/>
      <dgm:spPr/>
      <dgm:t>
        <a:bodyPr/>
        <a:lstStyle/>
        <a:p>
          <a:endParaRPr lang="en-US"/>
        </a:p>
      </dgm:t>
    </dgm:pt>
    <dgm:pt modelId="{5A15D1E8-FCD8-46FC-87C8-E1B4E29F7F56}">
      <dgm:prSet/>
      <dgm:spPr/>
      <dgm:t>
        <a:bodyPr/>
        <a:lstStyle/>
        <a:p>
          <a:pPr algn="just" rtl="0"/>
          <a:r>
            <a:rPr lang="en-US" dirty="0" err="1" smtClean="0"/>
            <a:t>ቤተ</a:t>
          </a:r>
          <a:r>
            <a:rPr lang="en-US" dirty="0" smtClean="0"/>
            <a:t> </a:t>
          </a:r>
          <a:r>
            <a:rPr lang="en-US" dirty="0" err="1" smtClean="0"/>
            <a:t>ክርስቲያን</a:t>
          </a:r>
          <a:r>
            <a:rPr lang="en-US" dirty="0" smtClean="0"/>
            <a:t> </a:t>
          </a:r>
          <a:r>
            <a:rPr lang="en-US" dirty="0" err="1" smtClean="0"/>
            <a:t>ስሮ</a:t>
          </a:r>
          <a:r>
            <a:rPr lang="en-US" dirty="0" smtClean="0">
              <a:latin typeface="ET-SAMI"/>
            </a:rPr>
            <a:t>…</a:t>
          </a:r>
          <a:r>
            <a:rPr lang="en-US" dirty="0" smtClean="0"/>
            <a:t> </a:t>
          </a:r>
          <a:r>
            <a:rPr lang="en-US" dirty="0" err="1" smtClean="0"/>
            <a:t>በምድር</a:t>
          </a:r>
          <a:r>
            <a:rPr lang="en-US" dirty="0" smtClean="0"/>
            <a:t> </a:t>
          </a:r>
          <a:r>
            <a:rPr lang="en-US" dirty="0" err="1" smtClean="0"/>
            <a:t>ቅርንጫፎ</a:t>
          </a:r>
          <a:r>
            <a:rPr lang="en-US" dirty="0" smtClean="0">
              <a:latin typeface="ET-SAMI"/>
            </a:rPr>
            <a:t>…</a:t>
          </a:r>
          <a:r>
            <a:rPr lang="en-US" dirty="0" smtClean="0"/>
            <a:t> </a:t>
          </a:r>
          <a:r>
            <a:rPr lang="en-US" dirty="0" err="1" smtClean="0"/>
            <a:t>በሰማይ</a:t>
          </a:r>
          <a:r>
            <a:rPr lang="en-US" dirty="0" smtClean="0"/>
            <a:t> </a:t>
          </a:r>
          <a:r>
            <a:rPr lang="en-US" dirty="0" err="1" smtClean="0"/>
            <a:t>ያሉ</a:t>
          </a:r>
          <a:r>
            <a:rPr lang="en-US" dirty="0" smtClean="0"/>
            <a:t> </a:t>
          </a:r>
          <a:r>
            <a:rPr lang="en-US" dirty="0" err="1" smtClean="0"/>
            <a:t>ናቸው</a:t>
          </a:r>
          <a:r>
            <a:rPr lang="en-US" dirty="0" smtClean="0"/>
            <a:t> </a:t>
          </a:r>
          <a:r>
            <a:rPr lang="en-US" b="1" i="1" dirty="0" smtClean="0"/>
            <a:t>(</a:t>
          </a:r>
          <a:r>
            <a:rPr lang="en-US" b="1" i="1" dirty="0" err="1" smtClean="0"/>
            <a:t>ቅዱስ</a:t>
          </a:r>
          <a:r>
            <a:rPr lang="en-US" b="1" i="1" dirty="0" smtClean="0"/>
            <a:t> </a:t>
          </a:r>
          <a:r>
            <a:rPr lang="en-US" b="1" i="1" dirty="0" err="1" smtClean="0"/>
            <a:t>ያሬድ</a:t>
          </a:r>
          <a:r>
            <a:rPr lang="en-US" b="1" i="1" dirty="0" smtClean="0"/>
            <a:t>)</a:t>
          </a:r>
          <a:endParaRPr lang="en-US" dirty="0"/>
        </a:p>
      </dgm:t>
    </dgm:pt>
    <dgm:pt modelId="{F9E7C6B2-3973-46A9-8C50-7185B5EBA924}" type="parTrans" cxnId="{4C613F56-A91D-4F44-9B14-69AD50FB0AA7}">
      <dgm:prSet/>
      <dgm:spPr/>
      <dgm:t>
        <a:bodyPr/>
        <a:lstStyle/>
        <a:p>
          <a:endParaRPr lang="en-US"/>
        </a:p>
      </dgm:t>
    </dgm:pt>
    <dgm:pt modelId="{C8D8F363-783D-4BE2-B315-537EA5DE00EA}" type="sibTrans" cxnId="{4C613F56-A91D-4F44-9B14-69AD50FB0AA7}">
      <dgm:prSet/>
      <dgm:spPr/>
      <dgm:t>
        <a:bodyPr/>
        <a:lstStyle/>
        <a:p>
          <a:endParaRPr lang="en-US"/>
        </a:p>
      </dgm:t>
    </dgm:pt>
    <dgm:pt modelId="{A1251D08-1B6D-4FE7-9779-59A1CC4A9809}">
      <dgm:prSet/>
      <dgm:spPr/>
      <dgm:t>
        <a:bodyPr/>
        <a:lstStyle/>
        <a:p>
          <a:pPr algn="just" rtl="0"/>
          <a:r>
            <a:rPr lang="en-US" dirty="0" err="1" smtClean="0"/>
            <a:t>መንፈሳዊት</a:t>
          </a:r>
          <a:r>
            <a:rPr lang="en-US" dirty="0" smtClean="0"/>
            <a:t> </a:t>
          </a:r>
          <a:r>
            <a:rPr lang="en-US" dirty="0" err="1" smtClean="0"/>
            <a:t>ዐደባባይ</a:t>
          </a:r>
          <a:r>
            <a:rPr lang="en-US" dirty="0" smtClean="0"/>
            <a:t> </a:t>
          </a:r>
          <a:r>
            <a:rPr lang="en-US" dirty="0" err="1" smtClean="0"/>
            <a:t>ከክርዳድ</a:t>
          </a:r>
          <a:r>
            <a:rPr lang="en-US" dirty="0" smtClean="0"/>
            <a:t> </a:t>
          </a:r>
          <a:r>
            <a:rPr lang="en-US" dirty="0" err="1" smtClean="0"/>
            <a:t>በቀር</a:t>
          </a:r>
          <a:r>
            <a:rPr lang="en-US" dirty="0" smtClean="0"/>
            <a:t> </a:t>
          </a:r>
          <a:r>
            <a:rPr lang="en-US" dirty="0" err="1" smtClean="0"/>
            <a:t>የስንዴ</a:t>
          </a:r>
          <a:r>
            <a:rPr lang="en-US" dirty="0" smtClean="0"/>
            <a:t> </a:t>
          </a:r>
          <a:r>
            <a:rPr lang="en-US" dirty="0" err="1" smtClean="0"/>
            <a:t>ማከማቻ</a:t>
          </a:r>
          <a:r>
            <a:rPr lang="en-US" dirty="0" smtClean="0"/>
            <a:t> </a:t>
          </a:r>
          <a:r>
            <a:rPr lang="en-US" dirty="0" err="1" smtClean="0"/>
            <a:t>የምትሆኚ</a:t>
          </a:r>
          <a:r>
            <a:rPr lang="en-US" dirty="0" smtClean="0"/>
            <a:t> </a:t>
          </a:r>
          <a:r>
            <a:rPr lang="en-US" dirty="0" err="1" smtClean="0"/>
            <a:t>ቅድስት</a:t>
          </a:r>
          <a:r>
            <a:rPr lang="en-US" dirty="0" smtClean="0"/>
            <a:t> </a:t>
          </a:r>
          <a:r>
            <a:rPr lang="en-US" dirty="0" err="1" smtClean="0"/>
            <a:t>ቤተ</a:t>
          </a:r>
          <a:r>
            <a:rPr lang="en-US" dirty="0" smtClean="0"/>
            <a:t> </a:t>
          </a:r>
          <a:r>
            <a:rPr lang="en-US" dirty="0" err="1" smtClean="0"/>
            <a:t>ክርስቲያን</a:t>
          </a:r>
          <a:r>
            <a:rPr lang="en-US" dirty="0" smtClean="0"/>
            <a:t> </a:t>
          </a:r>
          <a:r>
            <a:rPr lang="en-US" dirty="0" err="1" smtClean="0"/>
            <a:t>ለምኚልን</a:t>
          </a:r>
          <a:r>
            <a:rPr lang="en-US" dirty="0" smtClean="0"/>
            <a:t>፤ </a:t>
          </a:r>
          <a:r>
            <a:rPr lang="en-US" dirty="0" err="1" smtClean="0"/>
            <a:t>የወልድ</a:t>
          </a:r>
          <a:r>
            <a:rPr lang="en-US" dirty="0" smtClean="0"/>
            <a:t> </a:t>
          </a:r>
          <a:r>
            <a:rPr lang="en-US" dirty="0" err="1" smtClean="0"/>
            <a:t>ሥጋው</a:t>
          </a:r>
          <a:r>
            <a:rPr lang="en-US" dirty="0" smtClean="0"/>
            <a:t> </a:t>
          </a:r>
          <a:r>
            <a:rPr lang="en-US" dirty="0" err="1" smtClean="0"/>
            <a:t>የሚሰዋብሽ</a:t>
          </a:r>
          <a:r>
            <a:rPr lang="en-US" dirty="0" smtClean="0"/>
            <a:t> </a:t>
          </a:r>
          <a:r>
            <a:rPr lang="en-US" dirty="0" err="1" smtClean="0"/>
            <a:t>መስገጃና</a:t>
          </a:r>
          <a:r>
            <a:rPr lang="en-US" dirty="0" smtClean="0"/>
            <a:t> </a:t>
          </a:r>
          <a:r>
            <a:rPr lang="en-US" dirty="0" err="1" smtClean="0"/>
            <a:t>መለመኛ</a:t>
          </a:r>
          <a:r>
            <a:rPr lang="en-US" dirty="0" smtClean="0"/>
            <a:t> </a:t>
          </a:r>
          <a:r>
            <a:rPr lang="en-US" dirty="0" err="1" smtClean="0"/>
            <a:t>አንቺ</a:t>
          </a:r>
          <a:r>
            <a:rPr lang="en-US" dirty="0" smtClean="0"/>
            <a:t> </a:t>
          </a:r>
          <a:r>
            <a:rPr lang="en-US" dirty="0" err="1" smtClean="0"/>
            <a:t>ነሽ</a:t>
          </a:r>
          <a:r>
            <a:rPr lang="en-US" dirty="0" smtClean="0"/>
            <a:t> </a:t>
          </a:r>
          <a:r>
            <a:rPr lang="en-US" b="1" i="1" dirty="0" smtClean="0"/>
            <a:t>( </a:t>
          </a:r>
          <a:r>
            <a:rPr lang="en-US" b="1" i="1" dirty="0" err="1" smtClean="0"/>
            <a:t>አባ</a:t>
          </a:r>
          <a:r>
            <a:rPr lang="en-US" b="1" i="1" dirty="0" smtClean="0"/>
            <a:t> </a:t>
          </a:r>
          <a:r>
            <a:rPr lang="en-US" b="1" i="1" dirty="0" err="1" smtClean="0"/>
            <a:t>ጊዮርጊስ</a:t>
          </a:r>
          <a:r>
            <a:rPr lang="en-US" b="1" i="1" dirty="0" smtClean="0"/>
            <a:t>)</a:t>
          </a:r>
          <a:endParaRPr lang="en-US" dirty="0"/>
        </a:p>
      </dgm:t>
    </dgm:pt>
    <dgm:pt modelId="{A6826F3E-E0FD-4258-A764-36F009C15CE4}" type="parTrans" cxnId="{B0BCB76C-91DB-4544-B487-B070134E8A66}">
      <dgm:prSet/>
      <dgm:spPr/>
      <dgm:t>
        <a:bodyPr/>
        <a:lstStyle/>
        <a:p>
          <a:endParaRPr lang="en-US"/>
        </a:p>
      </dgm:t>
    </dgm:pt>
    <dgm:pt modelId="{1DC6A76B-8CFE-45C9-BD6A-54290E4B3CCA}" type="sibTrans" cxnId="{B0BCB76C-91DB-4544-B487-B070134E8A66}">
      <dgm:prSet/>
      <dgm:spPr/>
      <dgm:t>
        <a:bodyPr/>
        <a:lstStyle/>
        <a:p>
          <a:endParaRPr lang="en-US"/>
        </a:p>
      </dgm:t>
    </dgm:pt>
    <dgm:pt modelId="{E73E6009-511D-4D36-99BD-4687CBB4F564}" type="pres">
      <dgm:prSet presAssocID="{138B062C-2D5A-4A03-A6C0-5CC2B0F406EF}" presName="linear" presStyleCnt="0">
        <dgm:presLayoutVars>
          <dgm:animLvl val="lvl"/>
          <dgm:resizeHandles val="exact"/>
        </dgm:presLayoutVars>
      </dgm:prSet>
      <dgm:spPr/>
      <dgm:t>
        <a:bodyPr/>
        <a:lstStyle/>
        <a:p>
          <a:endParaRPr lang="en-US"/>
        </a:p>
      </dgm:t>
    </dgm:pt>
    <dgm:pt modelId="{7BA3BA92-6A8E-4A31-BA0F-5E3F6EDB6820}" type="pres">
      <dgm:prSet presAssocID="{FB3C7B94-765C-4A4B-B4D0-935AD6D408E0}" presName="parentText" presStyleLbl="node1" presStyleIdx="0" presStyleCnt="4">
        <dgm:presLayoutVars>
          <dgm:chMax val="0"/>
          <dgm:bulletEnabled val="1"/>
        </dgm:presLayoutVars>
      </dgm:prSet>
      <dgm:spPr/>
      <dgm:t>
        <a:bodyPr/>
        <a:lstStyle/>
        <a:p>
          <a:endParaRPr lang="en-US"/>
        </a:p>
      </dgm:t>
    </dgm:pt>
    <dgm:pt modelId="{90494939-C713-4D7F-9657-C115E8E04BCA}" type="pres">
      <dgm:prSet presAssocID="{C3BC410D-E727-4850-B13B-402EE87B5A89}" presName="spacer" presStyleCnt="0"/>
      <dgm:spPr/>
    </dgm:pt>
    <dgm:pt modelId="{C78EEDF3-5F3B-41D6-AD33-BE7003023276}" type="pres">
      <dgm:prSet presAssocID="{7CE95CBF-8FA8-4FDE-BC5C-F9835F9D844F}" presName="parentText" presStyleLbl="node1" presStyleIdx="1" presStyleCnt="4">
        <dgm:presLayoutVars>
          <dgm:chMax val="0"/>
          <dgm:bulletEnabled val="1"/>
        </dgm:presLayoutVars>
      </dgm:prSet>
      <dgm:spPr/>
      <dgm:t>
        <a:bodyPr/>
        <a:lstStyle/>
        <a:p>
          <a:endParaRPr lang="en-US"/>
        </a:p>
      </dgm:t>
    </dgm:pt>
    <dgm:pt modelId="{ABFF2D38-8898-4E78-801C-9B7427CD1D80}" type="pres">
      <dgm:prSet presAssocID="{7CE95CBF-8FA8-4FDE-BC5C-F9835F9D844F}" presName="childText" presStyleLbl="revTx" presStyleIdx="0" presStyleCnt="3">
        <dgm:presLayoutVars>
          <dgm:bulletEnabled val="1"/>
        </dgm:presLayoutVars>
      </dgm:prSet>
      <dgm:spPr/>
      <dgm:t>
        <a:bodyPr/>
        <a:lstStyle/>
        <a:p>
          <a:endParaRPr lang="en-US"/>
        </a:p>
      </dgm:t>
    </dgm:pt>
    <dgm:pt modelId="{6E9D1C70-0377-435F-BEF0-0475B93996E7}" type="pres">
      <dgm:prSet presAssocID="{B044DEB2-90F3-4053-BD57-4C2F93724B4E}" presName="parentText" presStyleLbl="node1" presStyleIdx="2" presStyleCnt="4">
        <dgm:presLayoutVars>
          <dgm:chMax val="0"/>
          <dgm:bulletEnabled val="1"/>
        </dgm:presLayoutVars>
      </dgm:prSet>
      <dgm:spPr/>
      <dgm:t>
        <a:bodyPr/>
        <a:lstStyle/>
        <a:p>
          <a:endParaRPr lang="en-US"/>
        </a:p>
      </dgm:t>
    </dgm:pt>
    <dgm:pt modelId="{C1F552A7-B029-49BB-8231-A1106BC00D52}" type="pres">
      <dgm:prSet presAssocID="{B044DEB2-90F3-4053-BD57-4C2F93724B4E}" presName="childText" presStyleLbl="revTx" presStyleIdx="1" presStyleCnt="3">
        <dgm:presLayoutVars>
          <dgm:bulletEnabled val="1"/>
        </dgm:presLayoutVars>
      </dgm:prSet>
      <dgm:spPr/>
      <dgm:t>
        <a:bodyPr/>
        <a:lstStyle/>
        <a:p>
          <a:endParaRPr lang="en-US"/>
        </a:p>
      </dgm:t>
    </dgm:pt>
    <dgm:pt modelId="{3ADF1767-6EC7-41D4-B563-11C4B5F18469}" type="pres">
      <dgm:prSet presAssocID="{DE909699-51CC-43C8-8E91-895587AF7640}" presName="parentText" presStyleLbl="node1" presStyleIdx="3" presStyleCnt="4">
        <dgm:presLayoutVars>
          <dgm:chMax val="0"/>
          <dgm:bulletEnabled val="1"/>
        </dgm:presLayoutVars>
      </dgm:prSet>
      <dgm:spPr/>
      <dgm:t>
        <a:bodyPr/>
        <a:lstStyle/>
        <a:p>
          <a:endParaRPr lang="en-US"/>
        </a:p>
      </dgm:t>
    </dgm:pt>
    <dgm:pt modelId="{530D3D21-31E7-4145-9640-9929BD01D8A0}" type="pres">
      <dgm:prSet presAssocID="{DE909699-51CC-43C8-8E91-895587AF7640}" presName="childText" presStyleLbl="revTx" presStyleIdx="2" presStyleCnt="3">
        <dgm:presLayoutVars>
          <dgm:bulletEnabled val="1"/>
        </dgm:presLayoutVars>
      </dgm:prSet>
      <dgm:spPr/>
      <dgm:t>
        <a:bodyPr/>
        <a:lstStyle/>
        <a:p>
          <a:endParaRPr lang="en-US"/>
        </a:p>
      </dgm:t>
    </dgm:pt>
  </dgm:ptLst>
  <dgm:cxnLst>
    <dgm:cxn modelId="{8DB17C12-8541-4E53-9EC1-0127EED050D8}" srcId="{7CE95CBF-8FA8-4FDE-BC5C-F9835F9D844F}" destId="{2CE54B8E-67B0-43E6-BA83-75F5E00002EE}" srcOrd="2" destOrd="0" parTransId="{AB8CE554-9E1F-408C-91AD-2DEF5812CA94}" sibTransId="{E0F31CCB-5D35-489A-B915-DEC6B170CF44}"/>
    <dgm:cxn modelId="{B0BCB76C-91DB-4544-B487-B070134E8A66}" srcId="{DE909699-51CC-43C8-8E91-895587AF7640}" destId="{A1251D08-1B6D-4FE7-9779-59A1CC4A9809}" srcOrd="2" destOrd="0" parTransId="{A6826F3E-E0FD-4258-A764-36F009C15CE4}" sibTransId="{1DC6A76B-8CFE-45C9-BD6A-54290E4B3CCA}"/>
    <dgm:cxn modelId="{90083BF0-392A-45E2-8158-649FCA709ECF}" type="presOf" srcId="{E750235F-1F6C-4F16-BA7C-AC7BA2497334}" destId="{C1F552A7-B029-49BB-8231-A1106BC00D52}" srcOrd="0" destOrd="4" presId="urn:microsoft.com/office/officeart/2005/8/layout/vList2"/>
    <dgm:cxn modelId="{B9BD3967-E425-45A1-8943-7BC212B73D7C}" type="presOf" srcId="{138B062C-2D5A-4A03-A6C0-5CC2B0F406EF}" destId="{E73E6009-511D-4D36-99BD-4687CBB4F564}" srcOrd="0" destOrd="0" presId="urn:microsoft.com/office/officeart/2005/8/layout/vList2"/>
    <dgm:cxn modelId="{3B63CFEE-1CEF-4F8D-9631-C9CF38ABCF48}" type="presOf" srcId="{E1C0E548-E04C-4904-8F0E-C6733374C59A}" destId="{C1F552A7-B029-49BB-8231-A1106BC00D52}" srcOrd="0" destOrd="3" presId="urn:microsoft.com/office/officeart/2005/8/layout/vList2"/>
    <dgm:cxn modelId="{F4155A1E-2191-4F54-AE50-9CFA8AFC2D9F}" type="presOf" srcId="{424C1CC9-D7EA-4C6A-AA01-BC416B13E0FF}" destId="{ABFF2D38-8898-4E78-801C-9B7427CD1D80}" srcOrd="0" destOrd="0" presId="urn:microsoft.com/office/officeart/2005/8/layout/vList2"/>
    <dgm:cxn modelId="{880F4602-5B46-4189-B116-B5E281A20AD5}" type="presOf" srcId="{A1251D08-1B6D-4FE7-9779-59A1CC4A9809}" destId="{530D3D21-31E7-4145-9640-9929BD01D8A0}" srcOrd="0" destOrd="2" presId="urn:microsoft.com/office/officeart/2005/8/layout/vList2"/>
    <dgm:cxn modelId="{99619306-18C7-4782-9E17-88F7B7D81426}" type="presOf" srcId="{5A15D1E8-FCD8-46FC-87C8-E1B4E29F7F56}" destId="{530D3D21-31E7-4145-9640-9929BD01D8A0}" srcOrd="0" destOrd="1" presId="urn:microsoft.com/office/officeart/2005/8/layout/vList2"/>
    <dgm:cxn modelId="{B7AB7191-7F35-4029-AD94-54B3259230B2}" type="presOf" srcId="{E604B93C-C9AC-49CC-9685-3E0129FE2290}" destId="{C1F552A7-B029-49BB-8231-A1106BC00D52}" srcOrd="0" destOrd="0" presId="urn:microsoft.com/office/officeart/2005/8/layout/vList2"/>
    <dgm:cxn modelId="{6BD9C708-6921-41AA-8D95-1C6B360A2FCF}" srcId="{7CE95CBF-8FA8-4FDE-BC5C-F9835F9D844F}" destId="{AA7BAF32-AE04-4D50-AF0B-5B82DE59BFDF}" srcOrd="4" destOrd="0" parTransId="{8FFADBF3-B205-4F1E-BFF8-B75B515EE13C}" sibTransId="{F8A7C5CB-4FB1-4A2B-976D-BDFDA21D2C69}"/>
    <dgm:cxn modelId="{0DCE3279-807C-4269-8342-DE966B49040F}" srcId="{138B062C-2D5A-4A03-A6C0-5CC2B0F406EF}" destId="{DE909699-51CC-43C8-8E91-895587AF7640}" srcOrd="3" destOrd="0" parTransId="{8A080AC0-165A-4DA8-9E45-8C49AB954A6C}" sibTransId="{12F4CD34-4DD5-4CCF-8AB7-366348764DE5}"/>
    <dgm:cxn modelId="{20D75410-4C1E-459E-9B75-D22404C2C2EE}" srcId="{B044DEB2-90F3-4053-BD57-4C2F93724B4E}" destId="{E604B93C-C9AC-49CC-9685-3E0129FE2290}" srcOrd="0" destOrd="0" parTransId="{2E76D9B5-E966-4579-BF64-F4E1F5B3EBB3}" sibTransId="{6C1CEE5A-6F19-4FB6-BE80-32D2E8AD5012}"/>
    <dgm:cxn modelId="{F6F75C57-A1E1-45C6-B5A3-20DAD674DB3D}" srcId="{B044DEB2-90F3-4053-BD57-4C2F93724B4E}" destId="{E1C0E548-E04C-4904-8F0E-C6733374C59A}" srcOrd="3" destOrd="0" parTransId="{652B17F4-2737-421B-AEEF-6B272DF3C4ED}" sibTransId="{F4A1B388-952A-4FA4-8EB8-C44035476C11}"/>
    <dgm:cxn modelId="{25D6F8CE-8695-4EA8-B191-F8B159554400}" type="presOf" srcId="{244390C7-45E5-4160-B992-3A81B13C9B4C}" destId="{ABFF2D38-8898-4E78-801C-9B7427CD1D80}" srcOrd="0" destOrd="3" presId="urn:microsoft.com/office/officeart/2005/8/layout/vList2"/>
    <dgm:cxn modelId="{156B3E0B-97C2-429B-9D87-4CA34018910B}" srcId="{7CE95CBF-8FA8-4FDE-BC5C-F9835F9D844F}" destId="{5664AE18-DB0E-4291-9B69-7C1C09BE6BD6}" srcOrd="1" destOrd="0" parTransId="{FB4E8368-F9A1-4DE5-AA7C-29B177714384}" sibTransId="{0288C869-150F-4988-A343-2DAED0DA54AA}"/>
    <dgm:cxn modelId="{6390E5C4-C9BB-4009-9E79-2E302F5D3B49}" srcId="{138B062C-2D5A-4A03-A6C0-5CC2B0F406EF}" destId="{FB3C7B94-765C-4A4B-B4D0-935AD6D408E0}" srcOrd="0" destOrd="0" parTransId="{1D57C431-C258-4449-80D1-224BFEB462FE}" sibTransId="{C3BC410D-E727-4850-B13B-402EE87B5A89}"/>
    <dgm:cxn modelId="{C3C65DF4-DF84-42CC-B702-303628477901}" type="presOf" srcId="{D04D6BB6-E829-41BB-A7C2-7FB358D25F9F}" destId="{530D3D21-31E7-4145-9640-9929BD01D8A0}" srcOrd="0" destOrd="0" presId="urn:microsoft.com/office/officeart/2005/8/layout/vList2"/>
    <dgm:cxn modelId="{C01CF2CA-7F01-4C98-B3F7-8E376C8E9E26}" type="presOf" srcId="{EE1F16BE-7791-418A-94D9-AEDB742337C6}" destId="{C1F552A7-B029-49BB-8231-A1106BC00D52}" srcOrd="0" destOrd="1" presId="urn:microsoft.com/office/officeart/2005/8/layout/vList2"/>
    <dgm:cxn modelId="{36781839-C3EC-4493-B177-4E2B2876CFED}" srcId="{B044DEB2-90F3-4053-BD57-4C2F93724B4E}" destId="{E90E1211-1752-410D-A9F5-48632C18FFB7}" srcOrd="2" destOrd="0" parTransId="{AC2485B3-39B4-43E3-B19E-DD1D0EB14B12}" sibTransId="{6B002D44-8902-4929-92E3-4E15103F3C09}"/>
    <dgm:cxn modelId="{979DAAFF-DF82-4488-81D1-CCCD87481E1B}" srcId="{B044DEB2-90F3-4053-BD57-4C2F93724B4E}" destId="{EE1F16BE-7791-418A-94D9-AEDB742337C6}" srcOrd="1" destOrd="0" parTransId="{F4508CC7-9B72-40DB-8863-F0570AF7ACA8}" sibTransId="{019FD144-415E-4F2F-A147-9970D943C5F5}"/>
    <dgm:cxn modelId="{4C613F56-A91D-4F44-9B14-69AD50FB0AA7}" srcId="{DE909699-51CC-43C8-8E91-895587AF7640}" destId="{5A15D1E8-FCD8-46FC-87C8-E1B4E29F7F56}" srcOrd="1" destOrd="0" parTransId="{F9E7C6B2-3973-46A9-8C50-7185B5EBA924}" sibTransId="{C8D8F363-783D-4BE2-B315-537EA5DE00EA}"/>
    <dgm:cxn modelId="{E23544B7-FCE0-4B64-8E80-7CED280BB486}" type="presOf" srcId="{E90E1211-1752-410D-A9F5-48632C18FFB7}" destId="{C1F552A7-B029-49BB-8231-A1106BC00D52}" srcOrd="0" destOrd="2" presId="urn:microsoft.com/office/officeart/2005/8/layout/vList2"/>
    <dgm:cxn modelId="{482F9E0A-93BC-41D9-ADE8-D25132ECCB10}" type="presOf" srcId="{B044DEB2-90F3-4053-BD57-4C2F93724B4E}" destId="{6E9D1C70-0377-435F-BEF0-0475B93996E7}" srcOrd="0" destOrd="0" presId="urn:microsoft.com/office/officeart/2005/8/layout/vList2"/>
    <dgm:cxn modelId="{810A6B4A-CF45-4A1B-9B4C-C63E32078ACA}" type="presOf" srcId="{5664AE18-DB0E-4291-9B69-7C1C09BE6BD6}" destId="{ABFF2D38-8898-4E78-801C-9B7427CD1D80}" srcOrd="0" destOrd="1" presId="urn:microsoft.com/office/officeart/2005/8/layout/vList2"/>
    <dgm:cxn modelId="{5373B63B-0E9F-4AC9-BED2-815C8FA69BEC}" srcId="{7CE95CBF-8FA8-4FDE-BC5C-F9835F9D844F}" destId="{244390C7-45E5-4160-B992-3A81B13C9B4C}" srcOrd="3" destOrd="0" parTransId="{2D88DF64-2F2E-4FA3-91E9-8844C48E7C58}" sibTransId="{E41CB016-B9ED-4827-9CCA-18C62A2C12E5}"/>
    <dgm:cxn modelId="{D1D96D81-B7D7-4820-B9A5-3094F1949D32}" srcId="{7CE95CBF-8FA8-4FDE-BC5C-F9835F9D844F}" destId="{424C1CC9-D7EA-4C6A-AA01-BC416B13E0FF}" srcOrd="0" destOrd="0" parTransId="{A0AEC1C3-BC98-4684-BAF3-CB3F2925433F}" sibTransId="{0E6D3EE9-ADC9-4BC7-BF9D-9AF3A111778D}"/>
    <dgm:cxn modelId="{DBE0C89F-DC2D-4E26-A673-A7047BC43480}" srcId="{7CE95CBF-8FA8-4FDE-BC5C-F9835F9D844F}" destId="{92D1921A-4C98-4065-9C1A-7356BA965FB1}" srcOrd="5" destOrd="0" parTransId="{99B52EE7-3F24-4778-BED9-12B398FCDF2F}" sibTransId="{66CA31A3-235C-4581-B114-F192C65DAADE}"/>
    <dgm:cxn modelId="{2CAD7CAB-3245-456F-9C59-847BF4C0DDBF}" srcId="{DE909699-51CC-43C8-8E91-895587AF7640}" destId="{D04D6BB6-E829-41BB-A7C2-7FB358D25F9F}" srcOrd="0" destOrd="0" parTransId="{175ECDF4-1281-443B-BD43-8F2238C0050F}" sibTransId="{BEDD1109-3A2E-4EDA-A459-A29D6982683C}"/>
    <dgm:cxn modelId="{B31CC61F-DAFC-4EFB-B57C-03CE0BE0A92C}" srcId="{B044DEB2-90F3-4053-BD57-4C2F93724B4E}" destId="{E750235F-1F6C-4F16-BA7C-AC7BA2497334}" srcOrd="4" destOrd="0" parTransId="{77E51392-75ED-4E86-A7E6-FC53C5380A11}" sibTransId="{68972C46-BC2F-457A-81C3-E9182B2D6D62}"/>
    <dgm:cxn modelId="{DCACBD61-1BBD-4490-AFD7-7CDC944D327D}" type="presOf" srcId="{7CE95CBF-8FA8-4FDE-BC5C-F9835F9D844F}" destId="{C78EEDF3-5F3B-41D6-AD33-BE7003023276}" srcOrd="0" destOrd="0" presId="urn:microsoft.com/office/officeart/2005/8/layout/vList2"/>
    <dgm:cxn modelId="{F14382F1-C1D6-4A05-9CA1-925837472E69}" type="presOf" srcId="{92D1921A-4C98-4065-9C1A-7356BA965FB1}" destId="{ABFF2D38-8898-4E78-801C-9B7427CD1D80}" srcOrd="0" destOrd="5" presId="urn:microsoft.com/office/officeart/2005/8/layout/vList2"/>
    <dgm:cxn modelId="{76F81820-01AD-46F1-8D78-D2054CCD8436}" type="presOf" srcId="{DE909699-51CC-43C8-8E91-895587AF7640}" destId="{3ADF1767-6EC7-41D4-B563-11C4B5F18469}" srcOrd="0" destOrd="0" presId="urn:microsoft.com/office/officeart/2005/8/layout/vList2"/>
    <dgm:cxn modelId="{C115895F-C80E-4B63-81F3-DBBCD50EB47C}" srcId="{138B062C-2D5A-4A03-A6C0-5CC2B0F406EF}" destId="{B044DEB2-90F3-4053-BD57-4C2F93724B4E}" srcOrd="2" destOrd="0" parTransId="{15D2FEE5-1A52-48DA-B1F9-48588F7B3FC1}" sibTransId="{F8F93962-7966-4174-A0F2-3AB65C2FE980}"/>
    <dgm:cxn modelId="{FBBA9FC0-6D6F-48A9-A164-7894E806A7C9}" srcId="{138B062C-2D5A-4A03-A6C0-5CC2B0F406EF}" destId="{7CE95CBF-8FA8-4FDE-BC5C-F9835F9D844F}" srcOrd="1" destOrd="0" parTransId="{8991765C-6BBE-4E78-8A21-6C849F289EEC}" sibTransId="{8EFB07B2-A524-45BC-9704-C306AE1823DE}"/>
    <dgm:cxn modelId="{CD71D7F8-4813-4CA0-AF07-2247F79B8F79}" type="presOf" srcId="{2CE54B8E-67B0-43E6-BA83-75F5E00002EE}" destId="{ABFF2D38-8898-4E78-801C-9B7427CD1D80}" srcOrd="0" destOrd="2" presId="urn:microsoft.com/office/officeart/2005/8/layout/vList2"/>
    <dgm:cxn modelId="{C8BFB424-10E4-4C89-A25F-6BD06D20CC8F}" type="presOf" srcId="{FB3C7B94-765C-4A4B-B4D0-935AD6D408E0}" destId="{7BA3BA92-6A8E-4A31-BA0F-5E3F6EDB6820}" srcOrd="0" destOrd="0" presId="urn:microsoft.com/office/officeart/2005/8/layout/vList2"/>
    <dgm:cxn modelId="{9DA77E1A-AF29-4930-9ED7-96CB62C7FC39}" type="presOf" srcId="{AA7BAF32-AE04-4D50-AF0B-5B82DE59BFDF}" destId="{ABFF2D38-8898-4E78-801C-9B7427CD1D80}" srcOrd="0" destOrd="4" presId="urn:microsoft.com/office/officeart/2005/8/layout/vList2"/>
    <dgm:cxn modelId="{B1102337-DE9F-4BB3-9AE6-21F389753AAE}" type="presParOf" srcId="{E73E6009-511D-4D36-99BD-4687CBB4F564}" destId="{7BA3BA92-6A8E-4A31-BA0F-5E3F6EDB6820}" srcOrd="0" destOrd="0" presId="urn:microsoft.com/office/officeart/2005/8/layout/vList2"/>
    <dgm:cxn modelId="{AB0B8BC9-2B17-4E3C-A6A8-3551EEE0750B}" type="presParOf" srcId="{E73E6009-511D-4D36-99BD-4687CBB4F564}" destId="{90494939-C713-4D7F-9657-C115E8E04BCA}" srcOrd="1" destOrd="0" presId="urn:microsoft.com/office/officeart/2005/8/layout/vList2"/>
    <dgm:cxn modelId="{221BFC64-A920-4002-B2A1-2979711E3A2C}" type="presParOf" srcId="{E73E6009-511D-4D36-99BD-4687CBB4F564}" destId="{C78EEDF3-5F3B-41D6-AD33-BE7003023276}" srcOrd="2" destOrd="0" presId="urn:microsoft.com/office/officeart/2005/8/layout/vList2"/>
    <dgm:cxn modelId="{83C76F30-431D-4252-AB59-667B0707FCCB}" type="presParOf" srcId="{E73E6009-511D-4D36-99BD-4687CBB4F564}" destId="{ABFF2D38-8898-4E78-801C-9B7427CD1D80}" srcOrd="3" destOrd="0" presId="urn:microsoft.com/office/officeart/2005/8/layout/vList2"/>
    <dgm:cxn modelId="{CE6EB366-2AF5-4F05-A359-83A0FB62B722}" type="presParOf" srcId="{E73E6009-511D-4D36-99BD-4687CBB4F564}" destId="{6E9D1C70-0377-435F-BEF0-0475B93996E7}" srcOrd="4" destOrd="0" presId="urn:microsoft.com/office/officeart/2005/8/layout/vList2"/>
    <dgm:cxn modelId="{FB760B07-09DE-4F40-A3B9-65C9A441D5D5}" type="presParOf" srcId="{E73E6009-511D-4D36-99BD-4687CBB4F564}" destId="{C1F552A7-B029-49BB-8231-A1106BC00D52}" srcOrd="5" destOrd="0" presId="urn:microsoft.com/office/officeart/2005/8/layout/vList2"/>
    <dgm:cxn modelId="{27DBCB89-11E4-4F0D-BBA7-352FF3AFC01E}" type="presParOf" srcId="{E73E6009-511D-4D36-99BD-4687CBB4F564}" destId="{3ADF1767-6EC7-41D4-B563-11C4B5F18469}" srcOrd="6" destOrd="0" presId="urn:microsoft.com/office/officeart/2005/8/layout/vList2"/>
    <dgm:cxn modelId="{EEF71719-CBD4-4803-BAB6-9D873286A3C7}" type="presParOf" srcId="{E73E6009-511D-4D36-99BD-4687CBB4F564}" destId="{530D3D21-31E7-4145-9640-9929BD01D8A0}"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F336B02-2B41-4A10-88A4-5B872F2B32A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8EDC471-7A9B-44E6-8034-40762F20AD9D}">
      <dgm:prSet/>
      <dgm:spPr/>
      <dgm:t>
        <a:bodyPr/>
        <a:lstStyle/>
        <a:p>
          <a:pPr rtl="0"/>
          <a:r>
            <a:rPr lang="en-US" b="1" dirty="0" smtClean="0">
              <a:latin typeface="Times New Roman" pitchFamily="18" charset="0"/>
              <a:cs typeface="Times New Roman" pitchFamily="18" charset="0"/>
            </a:rPr>
            <a:t>1.9. Attributes of the Christian church</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dgm:t>
    </dgm:pt>
    <dgm:pt modelId="{CD2CAAD1-C922-438F-920C-8E095B9A79C4}" type="parTrans" cxnId="{5A7D21DE-FD20-4BD4-B13F-87A1B191EA99}">
      <dgm:prSet/>
      <dgm:spPr/>
      <dgm:t>
        <a:bodyPr/>
        <a:lstStyle/>
        <a:p>
          <a:endParaRPr lang="en-US"/>
        </a:p>
      </dgm:t>
    </dgm:pt>
    <dgm:pt modelId="{3EF864C8-FAFE-4B8E-8104-572590F01C58}" type="sibTrans" cxnId="{5A7D21DE-FD20-4BD4-B13F-87A1B191EA99}">
      <dgm:prSet/>
      <dgm:spPr/>
      <dgm:t>
        <a:bodyPr/>
        <a:lstStyle/>
        <a:p>
          <a:endParaRPr lang="en-US"/>
        </a:p>
      </dgm:t>
    </dgm:pt>
    <dgm:pt modelId="{D6DA49A4-6356-4E6B-B71F-D23500CB06AD}">
      <dgm:prSet/>
      <dgm:spPr/>
      <dgm:t>
        <a:bodyPr/>
        <a:lstStyle/>
        <a:p>
          <a:pPr algn="just" rtl="0"/>
          <a:r>
            <a:rPr lang="en-US" b="1" dirty="0" smtClean="0">
              <a:latin typeface="Times New Roman" pitchFamily="18" charset="0"/>
              <a:cs typeface="Times New Roman" pitchFamily="18" charset="0"/>
            </a:rPr>
            <a:t>A. The Christian Church is One</a:t>
          </a:r>
          <a:endParaRPr lang="en-US" dirty="0">
            <a:latin typeface="Times New Roman" pitchFamily="18" charset="0"/>
            <a:cs typeface="Times New Roman" pitchFamily="18" charset="0"/>
          </a:endParaRPr>
        </a:p>
      </dgm:t>
    </dgm:pt>
    <dgm:pt modelId="{C46DDA68-A875-4947-8C9E-6DC7352D32EA}" type="parTrans" cxnId="{B689E685-3E27-4787-8D2D-F59FD68CAC29}">
      <dgm:prSet/>
      <dgm:spPr/>
      <dgm:t>
        <a:bodyPr/>
        <a:lstStyle/>
        <a:p>
          <a:endParaRPr lang="en-US"/>
        </a:p>
      </dgm:t>
    </dgm:pt>
    <dgm:pt modelId="{78732C1C-EA22-44BE-B70B-AA9456AE0F42}" type="sibTrans" cxnId="{B689E685-3E27-4787-8D2D-F59FD68CAC29}">
      <dgm:prSet/>
      <dgm:spPr/>
      <dgm:t>
        <a:bodyPr/>
        <a:lstStyle/>
        <a:p>
          <a:endParaRPr lang="en-US"/>
        </a:p>
      </dgm:t>
    </dgm:pt>
    <dgm:pt modelId="{A254CBBE-E033-41F3-AFE5-3168E7E317E6}">
      <dgm:prSet/>
      <dgm:spPr/>
      <dgm:t>
        <a:bodyPr/>
        <a:lstStyle/>
        <a:p>
          <a:pPr algn="just" rtl="0"/>
          <a:r>
            <a:rPr lang="en-US" dirty="0" smtClean="0">
              <a:latin typeface="Times New Roman" pitchFamily="18" charset="0"/>
              <a:cs typeface="Times New Roman" pitchFamily="18" charset="0"/>
            </a:rPr>
            <a:t>Since the Christian Church is the body of Jesus Christ, there is only one Christian Church (Eph. 4:46). </a:t>
          </a:r>
          <a:endParaRPr lang="en-US" dirty="0">
            <a:latin typeface="Times New Roman" pitchFamily="18" charset="0"/>
            <a:cs typeface="Times New Roman" pitchFamily="18" charset="0"/>
          </a:endParaRPr>
        </a:p>
      </dgm:t>
    </dgm:pt>
    <dgm:pt modelId="{E4A506EC-EF43-4F82-80B3-3D05788CFC26}" type="parTrans" cxnId="{794A21E2-746B-4D88-868F-B42CBB23062D}">
      <dgm:prSet/>
      <dgm:spPr/>
      <dgm:t>
        <a:bodyPr/>
        <a:lstStyle/>
        <a:p>
          <a:endParaRPr lang="en-US"/>
        </a:p>
      </dgm:t>
    </dgm:pt>
    <dgm:pt modelId="{901F1432-555A-4D05-A511-30B3F8C2101B}" type="sibTrans" cxnId="{794A21E2-746B-4D88-868F-B42CBB23062D}">
      <dgm:prSet/>
      <dgm:spPr/>
      <dgm:t>
        <a:bodyPr/>
        <a:lstStyle/>
        <a:p>
          <a:endParaRPr lang="en-US"/>
        </a:p>
      </dgm:t>
    </dgm:pt>
    <dgm:pt modelId="{0AF2984D-C8EA-4620-B2F6-A6577888D524}">
      <dgm:prSet/>
      <dgm:spPr/>
      <dgm:t>
        <a:bodyPr/>
        <a:lstStyle/>
        <a:p>
          <a:pPr algn="just" rtl="0"/>
          <a:r>
            <a:rPr lang="en-US" dirty="0" smtClean="0">
              <a:latin typeface="Times New Roman" pitchFamily="18" charset="0"/>
              <a:cs typeface="Times New Roman" pitchFamily="18" charset="0"/>
            </a:rPr>
            <a:t>The Church is united with God , having one Bible and one faith (</a:t>
          </a:r>
          <a:r>
            <a:rPr lang="en-US" dirty="0" err="1" smtClean="0">
              <a:latin typeface="Times New Roman" pitchFamily="18" charset="0"/>
              <a:cs typeface="Times New Roman" pitchFamily="18" charset="0"/>
            </a:rPr>
            <a:t>Eph</a:t>
          </a:r>
          <a:r>
            <a:rPr lang="en-US" dirty="0" smtClean="0">
              <a:latin typeface="Times New Roman" pitchFamily="18" charset="0"/>
              <a:cs typeface="Times New Roman" pitchFamily="18" charset="0"/>
            </a:rPr>
            <a:t> 4:5). It mean that:</a:t>
          </a:r>
          <a:endParaRPr lang="en-US" dirty="0">
            <a:latin typeface="Times New Roman" pitchFamily="18" charset="0"/>
            <a:cs typeface="Times New Roman" pitchFamily="18" charset="0"/>
          </a:endParaRPr>
        </a:p>
      </dgm:t>
    </dgm:pt>
    <dgm:pt modelId="{2299AC20-BD2E-44B0-8DD3-4ECE76FC80E7}" type="parTrans" cxnId="{22863E91-D617-44C2-B5FC-271A4150CE54}">
      <dgm:prSet/>
      <dgm:spPr/>
      <dgm:t>
        <a:bodyPr/>
        <a:lstStyle/>
        <a:p>
          <a:endParaRPr lang="en-US"/>
        </a:p>
      </dgm:t>
    </dgm:pt>
    <dgm:pt modelId="{0AA5F80D-C8A3-4014-AD5A-6D996B27FDCD}" type="sibTrans" cxnId="{22863E91-D617-44C2-B5FC-271A4150CE54}">
      <dgm:prSet/>
      <dgm:spPr/>
      <dgm:t>
        <a:bodyPr/>
        <a:lstStyle/>
        <a:p>
          <a:endParaRPr lang="en-US"/>
        </a:p>
      </dgm:t>
    </dgm:pt>
    <dgm:pt modelId="{08667725-F3D0-4F81-9FB5-A920FBEC5B66}">
      <dgm:prSet/>
      <dgm:spPr/>
      <dgm:t>
        <a:bodyPr/>
        <a:lstStyle/>
        <a:p>
          <a:pPr algn="just" rtl="0"/>
          <a:r>
            <a:rPr lang="en-US" dirty="0" smtClean="0">
              <a:latin typeface="Times New Roman" pitchFamily="18" charset="0"/>
              <a:cs typeface="Times New Roman" pitchFamily="18" charset="0"/>
            </a:rPr>
            <a:t>All baptized members are united by faith to the great Head of the Church (i.e. Jesus Christ).</a:t>
          </a:r>
          <a:endParaRPr lang="en-US" dirty="0">
            <a:latin typeface="Times New Roman" pitchFamily="18" charset="0"/>
            <a:cs typeface="Times New Roman" pitchFamily="18" charset="0"/>
          </a:endParaRPr>
        </a:p>
      </dgm:t>
    </dgm:pt>
    <dgm:pt modelId="{5275271C-1218-4ED1-BAC4-606F8F79FFA0}" type="parTrans" cxnId="{0EDE8E39-C886-4B4C-98D1-FC400CF717CC}">
      <dgm:prSet/>
      <dgm:spPr/>
      <dgm:t>
        <a:bodyPr/>
        <a:lstStyle/>
        <a:p>
          <a:endParaRPr lang="en-US"/>
        </a:p>
      </dgm:t>
    </dgm:pt>
    <dgm:pt modelId="{F8411B16-91FF-48D0-9D22-1BCBB2F13243}" type="sibTrans" cxnId="{0EDE8E39-C886-4B4C-98D1-FC400CF717CC}">
      <dgm:prSet/>
      <dgm:spPr/>
      <dgm:t>
        <a:bodyPr/>
        <a:lstStyle/>
        <a:p>
          <a:endParaRPr lang="en-US"/>
        </a:p>
      </dgm:t>
    </dgm:pt>
    <dgm:pt modelId="{B814432A-651A-47AA-9E5D-E7EFFC7525DA}">
      <dgm:prSet/>
      <dgm:spPr/>
      <dgm:t>
        <a:bodyPr/>
        <a:lstStyle/>
        <a:p>
          <a:pPr algn="just" rtl="0"/>
          <a:r>
            <a:rPr lang="en-US" dirty="0" smtClean="0">
              <a:latin typeface="Times New Roman" pitchFamily="18" charset="0"/>
              <a:cs typeface="Times New Roman" pitchFamily="18" charset="0"/>
            </a:rPr>
            <a:t>All are members of the one body of Christ.</a:t>
          </a:r>
          <a:endParaRPr lang="en-US" dirty="0">
            <a:latin typeface="Times New Roman" pitchFamily="18" charset="0"/>
            <a:cs typeface="Times New Roman" pitchFamily="18" charset="0"/>
          </a:endParaRPr>
        </a:p>
      </dgm:t>
    </dgm:pt>
    <dgm:pt modelId="{01E95146-B561-4E54-AC46-A57518C6D5BD}" type="parTrans" cxnId="{5D8A27F0-7497-4357-9396-E2D8F92A47B9}">
      <dgm:prSet/>
      <dgm:spPr/>
      <dgm:t>
        <a:bodyPr/>
        <a:lstStyle/>
        <a:p>
          <a:endParaRPr lang="en-US"/>
        </a:p>
      </dgm:t>
    </dgm:pt>
    <dgm:pt modelId="{D2222BA2-3A42-419E-B899-628604C6B064}" type="sibTrans" cxnId="{5D8A27F0-7497-4357-9396-E2D8F92A47B9}">
      <dgm:prSet/>
      <dgm:spPr/>
      <dgm:t>
        <a:bodyPr/>
        <a:lstStyle/>
        <a:p>
          <a:endParaRPr lang="en-US"/>
        </a:p>
      </dgm:t>
    </dgm:pt>
    <dgm:pt modelId="{85EDCDF4-58F6-40DB-9EE4-7475A46899D2}">
      <dgm:prSet/>
      <dgm:spPr/>
      <dgm:t>
        <a:bodyPr/>
        <a:lstStyle/>
        <a:p>
          <a:pPr algn="just" rtl="0"/>
          <a:r>
            <a:rPr lang="en-US" dirty="0" smtClean="0">
              <a:latin typeface="Times New Roman" pitchFamily="18" charset="0"/>
              <a:cs typeface="Times New Roman" pitchFamily="18" charset="0"/>
            </a:rPr>
            <a:t>The oneness of the Christian Church does not consist in outward organization, but in oneness of faith. </a:t>
          </a:r>
          <a:endParaRPr lang="en-US" dirty="0">
            <a:latin typeface="Times New Roman" pitchFamily="18" charset="0"/>
            <a:cs typeface="Times New Roman" pitchFamily="18" charset="0"/>
          </a:endParaRPr>
        </a:p>
      </dgm:t>
    </dgm:pt>
    <dgm:pt modelId="{3712CA7F-0D56-438B-884B-09BDCF528928}" type="parTrans" cxnId="{210F6D15-F3D6-4078-BFB3-1A70B54D8BAA}">
      <dgm:prSet/>
      <dgm:spPr/>
      <dgm:t>
        <a:bodyPr/>
        <a:lstStyle/>
        <a:p>
          <a:endParaRPr lang="en-US"/>
        </a:p>
      </dgm:t>
    </dgm:pt>
    <dgm:pt modelId="{7B51CDF4-7167-4DFA-B60B-AA92080FA812}" type="sibTrans" cxnId="{210F6D15-F3D6-4078-BFB3-1A70B54D8BAA}">
      <dgm:prSet/>
      <dgm:spPr/>
      <dgm:t>
        <a:bodyPr/>
        <a:lstStyle/>
        <a:p>
          <a:endParaRPr lang="en-US"/>
        </a:p>
      </dgm:t>
    </dgm:pt>
    <dgm:pt modelId="{5A19120F-F4DE-48DF-94B7-5FADBC99E868}">
      <dgm:prSet/>
      <dgm:spPr/>
      <dgm:t>
        <a:bodyPr/>
        <a:lstStyle/>
        <a:p>
          <a:pPr algn="just" rtl="0"/>
          <a:r>
            <a:rPr lang="en-US" dirty="0" smtClean="0">
              <a:latin typeface="Times New Roman" pitchFamily="18" charset="0"/>
              <a:cs typeface="Times New Roman" pitchFamily="18" charset="0"/>
            </a:rPr>
            <a:t>They have the same Lord, the same Holy Spirit dwells in them, they have the same Word, and the same baptism and the same Holy Eucharist. </a:t>
          </a:r>
          <a:endParaRPr lang="en-US" dirty="0">
            <a:latin typeface="Times New Roman" pitchFamily="18" charset="0"/>
            <a:cs typeface="Times New Roman" pitchFamily="18" charset="0"/>
          </a:endParaRPr>
        </a:p>
      </dgm:t>
    </dgm:pt>
    <dgm:pt modelId="{082F3078-66A2-4BCD-9266-314EC4C9AF43}" type="parTrans" cxnId="{2A885197-CBD4-4246-B3B9-F3821E7E4E7C}">
      <dgm:prSet/>
      <dgm:spPr/>
      <dgm:t>
        <a:bodyPr/>
        <a:lstStyle/>
        <a:p>
          <a:endParaRPr lang="en-US"/>
        </a:p>
      </dgm:t>
    </dgm:pt>
    <dgm:pt modelId="{4353D08E-4AB9-4CC5-B016-9D76E9C975D8}" type="sibTrans" cxnId="{2A885197-CBD4-4246-B3B9-F3821E7E4E7C}">
      <dgm:prSet/>
      <dgm:spPr/>
      <dgm:t>
        <a:bodyPr/>
        <a:lstStyle/>
        <a:p>
          <a:endParaRPr lang="en-US"/>
        </a:p>
      </dgm:t>
    </dgm:pt>
    <dgm:pt modelId="{9EF7E6AF-C294-4E5C-B526-1FACE32F25A9}">
      <dgm:prSet/>
      <dgm:spPr/>
      <dgm:t>
        <a:bodyPr/>
        <a:lstStyle/>
        <a:p>
          <a:pPr algn="just" rtl="0"/>
          <a:r>
            <a:rPr lang="en-US" dirty="0" smtClean="0">
              <a:latin typeface="Times New Roman" pitchFamily="18" charset="0"/>
              <a:cs typeface="Times New Roman" pitchFamily="18" charset="0"/>
            </a:rPr>
            <a:t>These human disagreements simply show that we see in part and understand in part, but the fact that we see in part does not change either God or His gifts.</a:t>
          </a:r>
          <a:endParaRPr lang="en-US" dirty="0">
            <a:latin typeface="Times New Roman" pitchFamily="18" charset="0"/>
            <a:cs typeface="Times New Roman" pitchFamily="18" charset="0"/>
          </a:endParaRPr>
        </a:p>
      </dgm:t>
    </dgm:pt>
    <dgm:pt modelId="{359BC1D8-F65A-4A22-B3E4-B7C33001ADBA}" type="parTrans" cxnId="{F471924E-DE97-4739-8162-A21069238E0F}">
      <dgm:prSet/>
      <dgm:spPr/>
      <dgm:t>
        <a:bodyPr/>
        <a:lstStyle/>
        <a:p>
          <a:endParaRPr lang="en-US"/>
        </a:p>
      </dgm:t>
    </dgm:pt>
    <dgm:pt modelId="{A38E5DF2-8C89-46C8-BA72-11011B271006}" type="sibTrans" cxnId="{F471924E-DE97-4739-8162-A21069238E0F}">
      <dgm:prSet/>
      <dgm:spPr/>
      <dgm:t>
        <a:bodyPr/>
        <a:lstStyle/>
        <a:p>
          <a:endParaRPr lang="en-US"/>
        </a:p>
      </dgm:t>
    </dgm:pt>
    <dgm:pt modelId="{E9A5F623-D46E-478F-BDC3-4505365DE69F}" type="pres">
      <dgm:prSet presAssocID="{5F336B02-2B41-4A10-88A4-5B872F2B32A9}" presName="linear" presStyleCnt="0">
        <dgm:presLayoutVars>
          <dgm:animLvl val="lvl"/>
          <dgm:resizeHandles val="exact"/>
        </dgm:presLayoutVars>
      </dgm:prSet>
      <dgm:spPr/>
      <dgm:t>
        <a:bodyPr/>
        <a:lstStyle/>
        <a:p>
          <a:endParaRPr lang="en-US"/>
        </a:p>
      </dgm:t>
    </dgm:pt>
    <dgm:pt modelId="{73D01188-9CB5-4CDA-8C64-1A8E288409D5}" type="pres">
      <dgm:prSet presAssocID="{F8EDC471-7A9B-44E6-8034-40762F20AD9D}" presName="parentText" presStyleLbl="node1" presStyleIdx="0" presStyleCnt="2" custLinFactNeighborX="855" custLinFactNeighborY="-94501">
        <dgm:presLayoutVars>
          <dgm:chMax val="0"/>
          <dgm:bulletEnabled val="1"/>
        </dgm:presLayoutVars>
      </dgm:prSet>
      <dgm:spPr/>
      <dgm:t>
        <a:bodyPr/>
        <a:lstStyle/>
        <a:p>
          <a:endParaRPr lang="en-US"/>
        </a:p>
      </dgm:t>
    </dgm:pt>
    <dgm:pt modelId="{29762886-CE6A-4714-8DDE-96600E277E10}" type="pres">
      <dgm:prSet presAssocID="{3EF864C8-FAFE-4B8E-8104-572590F01C58}" presName="spacer" presStyleCnt="0"/>
      <dgm:spPr/>
    </dgm:pt>
    <dgm:pt modelId="{63B6499E-88CE-43D9-9EB5-906A8C1FA7DD}" type="pres">
      <dgm:prSet presAssocID="{D6DA49A4-6356-4E6B-B71F-D23500CB06AD}" presName="parentText" presStyleLbl="node1" presStyleIdx="1" presStyleCnt="2" custLinFactNeighborX="855" custLinFactNeighborY="-1107">
        <dgm:presLayoutVars>
          <dgm:chMax val="0"/>
          <dgm:bulletEnabled val="1"/>
        </dgm:presLayoutVars>
      </dgm:prSet>
      <dgm:spPr/>
      <dgm:t>
        <a:bodyPr/>
        <a:lstStyle/>
        <a:p>
          <a:endParaRPr lang="en-US"/>
        </a:p>
      </dgm:t>
    </dgm:pt>
    <dgm:pt modelId="{63641B2F-7A74-4B8B-80C5-63B19AB3C791}" type="pres">
      <dgm:prSet presAssocID="{D6DA49A4-6356-4E6B-B71F-D23500CB06AD}" presName="childText" presStyleLbl="revTx" presStyleIdx="0" presStyleCnt="1" custScaleY="109128">
        <dgm:presLayoutVars>
          <dgm:bulletEnabled val="1"/>
        </dgm:presLayoutVars>
      </dgm:prSet>
      <dgm:spPr/>
      <dgm:t>
        <a:bodyPr/>
        <a:lstStyle/>
        <a:p>
          <a:endParaRPr lang="en-US"/>
        </a:p>
      </dgm:t>
    </dgm:pt>
  </dgm:ptLst>
  <dgm:cxnLst>
    <dgm:cxn modelId="{794A21E2-746B-4D88-868F-B42CBB23062D}" srcId="{D6DA49A4-6356-4E6B-B71F-D23500CB06AD}" destId="{A254CBBE-E033-41F3-AFE5-3168E7E317E6}" srcOrd="0" destOrd="0" parTransId="{E4A506EC-EF43-4F82-80B3-3D05788CFC26}" sibTransId="{901F1432-555A-4D05-A511-30B3F8C2101B}"/>
    <dgm:cxn modelId="{F471924E-DE97-4739-8162-A21069238E0F}" srcId="{D6DA49A4-6356-4E6B-B71F-D23500CB06AD}" destId="{9EF7E6AF-C294-4E5C-B526-1FACE32F25A9}" srcOrd="6" destOrd="0" parTransId="{359BC1D8-F65A-4A22-B3E4-B7C33001ADBA}" sibTransId="{A38E5DF2-8C89-46C8-BA72-11011B271006}"/>
    <dgm:cxn modelId="{B689E685-3E27-4787-8D2D-F59FD68CAC29}" srcId="{5F336B02-2B41-4A10-88A4-5B872F2B32A9}" destId="{D6DA49A4-6356-4E6B-B71F-D23500CB06AD}" srcOrd="1" destOrd="0" parTransId="{C46DDA68-A875-4947-8C9E-6DC7352D32EA}" sibTransId="{78732C1C-EA22-44BE-B70B-AA9456AE0F42}"/>
    <dgm:cxn modelId="{5D8A27F0-7497-4357-9396-E2D8F92A47B9}" srcId="{D6DA49A4-6356-4E6B-B71F-D23500CB06AD}" destId="{B814432A-651A-47AA-9E5D-E7EFFC7525DA}" srcOrd="3" destOrd="0" parTransId="{01E95146-B561-4E54-AC46-A57518C6D5BD}" sibTransId="{D2222BA2-3A42-419E-B899-628604C6B064}"/>
    <dgm:cxn modelId="{77762839-C5D1-40D2-BCB1-8FC99B930D51}" type="presOf" srcId="{0AF2984D-C8EA-4620-B2F6-A6577888D524}" destId="{63641B2F-7A74-4B8B-80C5-63B19AB3C791}" srcOrd="0" destOrd="1" presId="urn:microsoft.com/office/officeart/2005/8/layout/vList2"/>
    <dgm:cxn modelId="{EB503835-5FEF-4097-8D45-BC5CBF2A326E}" type="presOf" srcId="{85EDCDF4-58F6-40DB-9EE4-7475A46899D2}" destId="{63641B2F-7A74-4B8B-80C5-63B19AB3C791}" srcOrd="0" destOrd="4" presId="urn:microsoft.com/office/officeart/2005/8/layout/vList2"/>
    <dgm:cxn modelId="{D944B44C-8CA6-4785-9648-0F3784BA387F}" type="presOf" srcId="{D6DA49A4-6356-4E6B-B71F-D23500CB06AD}" destId="{63B6499E-88CE-43D9-9EB5-906A8C1FA7DD}" srcOrd="0" destOrd="0" presId="urn:microsoft.com/office/officeart/2005/8/layout/vList2"/>
    <dgm:cxn modelId="{2D0A4CC0-BA78-4832-BC94-1FEE9A60B0A7}" type="presOf" srcId="{F8EDC471-7A9B-44E6-8034-40762F20AD9D}" destId="{73D01188-9CB5-4CDA-8C64-1A8E288409D5}" srcOrd="0" destOrd="0" presId="urn:microsoft.com/office/officeart/2005/8/layout/vList2"/>
    <dgm:cxn modelId="{5A7D21DE-FD20-4BD4-B13F-87A1B191EA99}" srcId="{5F336B02-2B41-4A10-88A4-5B872F2B32A9}" destId="{F8EDC471-7A9B-44E6-8034-40762F20AD9D}" srcOrd="0" destOrd="0" parTransId="{CD2CAAD1-C922-438F-920C-8E095B9A79C4}" sibTransId="{3EF864C8-FAFE-4B8E-8104-572590F01C58}"/>
    <dgm:cxn modelId="{24364CCE-EF74-44A8-B6FB-84E46240C7D0}" type="presOf" srcId="{B814432A-651A-47AA-9E5D-E7EFFC7525DA}" destId="{63641B2F-7A74-4B8B-80C5-63B19AB3C791}" srcOrd="0" destOrd="3" presId="urn:microsoft.com/office/officeart/2005/8/layout/vList2"/>
    <dgm:cxn modelId="{2A885197-CBD4-4246-B3B9-F3821E7E4E7C}" srcId="{D6DA49A4-6356-4E6B-B71F-D23500CB06AD}" destId="{5A19120F-F4DE-48DF-94B7-5FADBC99E868}" srcOrd="5" destOrd="0" parTransId="{082F3078-66A2-4BCD-9266-314EC4C9AF43}" sibTransId="{4353D08E-4AB9-4CC5-B016-9D76E9C975D8}"/>
    <dgm:cxn modelId="{20E4CD26-7D89-4619-BCB8-53AC968107C3}" type="presOf" srcId="{A254CBBE-E033-41F3-AFE5-3168E7E317E6}" destId="{63641B2F-7A74-4B8B-80C5-63B19AB3C791}" srcOrd="0" destOrd="0" presId="urn:microsoft.com/office/officeart/2005/8/layout/vList2"/>
    <dgm:cxn modelId="{88A9FA4F-0FC2-4EFF-9B1F-0C1E52C1184B}" type="presOf" srcId="{08667725-F3D0-4F81-9FB5-A920FBEC5B66}" destId="{63641B2F-7A74-4B8B-80C5-63B19AB3C791}" srcOrd="0" destOrd="2" presId="urn:microsoft.com/office/officeart/2005/8/layout/vList2"/>
    <dgm:cxn modelId="{22863E91-D617-44C2-B5FC-271A4150CE54}" srcId="{D6DA49A4-6356-4E6B-B71F-D23500CB06AD}" destId="{0AF2984D-C8EA-4620-B2F6-A6577888D524}" srcOrd="1" destOrd="0" parTransId="{2299AC20-BD2E-44B0-8DD3-4ECE76FC80E7}" sibTransId="{0AA5F80D-C8A3-4014-AD5A-6D996B27FDCD}"/>
    <dgm:cxn modelId="{B8C18E42-B45B-4EA4-9B2D-F1F49E4970E2}" type="presOf" srcId="{9EF7E6AF-C294-4E5C-B526-1FACE32F25A9}" destId="{63641B2F-7A74-4B8B-80C5-63B19AB3C791}" srcOrd="0" destOrd="6" presId="urn:microsoft.com/office/officeart/2005/8/layout/vList2"/>
    <dgm:cxn modelId="{5A93CC35-2FCB-4942-9608-BB9DF4B63E8A}" type="presOf" srcId="{5A19120F-F4DE-48DF-94B7-5FADBC99E868}" destId="{63641B2F-7A74-4B8B-80C5-63B19AB3C791}" srcOrd="0" destOrd="5" presId="urn:microsoft.com/office/officeart/2005/8/layout/vList2"/>
    <dgm:cxn modelId="{210F6D15-F3D6-4078-BFB3-1A70B54D8BAA}" srcId="{D6DA49A4-6356-4E6B-B71F-D23500CB06AD}" destId="{85EDCDF4-58F6-40DB-9EE4-7475A46899D2}" srcOrd="4" destOrd="0" parTransId="{3712CA7F-0D56-438B-884B-09BDCF528928}" sibTransId="{7B51CDF4-7167-4DFA-B60B-AA92080FA812}"/>
    <dgm:cxn modelId="{0EDE8E39-C886-4B4C-98D1-FC400CF717CC}" srcId="{D6DA49A4-6356-4E6B-B71F-D23500CB06AD}" destId="{08667725-F3D0-4F81-9FB5-A920FBEC5B66}" srcOrd="2" destOrd="0" parTransId="{5275271C-1218-4ED1-BAC4-606F8F79FFA0}" sibTransId="{F8411B16-91FF-48D0-9D22-1BCBB2F13243}"/>
    <dgm:cxn modelId="{4CE4F4AE-264B-4549-B3D0-2EF68379F8AF}" type="presOf" srcId="{5F336B02-2B41-4A10-88A4-5B872F2B32A9}" destId="{E9A5F623-D46E-478F-BDC3-4505365DE69F}" srcOrd="0" destOrd="0" presId="urn:microsoft.com/office/officeart/2005/8/layout/vList2"/>
    <dgm:cxn modelId="{755258F9-6290-43AB-A576-F720BFC8624C}" type="presParOf" srcId="{E9A5F623-D46E-478F-BDC3-4505365DE69F}" destId="{73D01188-9CB5-4CDA-8C64-1A8E288409D5}" srcOrd="0" destOrd="0" presId="urn:microsoft.com/office/officeart/2005/8/layout/vList2"/>
    <dgm:cxn modelId="{7BAD86A3-734E-4DB6-AB3A-40011C7C38BD}" type="presParOf" srcId="{E9A5F623-D46E-478F-BDC3-4505365DE69F}" destId="{29762886-CE6A-4714-8DDE-96600E277E10}" srcOrd="1" destOrd="0" presId="urn:microsoft.com/office/officeart/2005/8/layout/vList2"/>
    <dgm:cxn modelId="{EC45E65B-1220-4702-95A0-7F0BCCA2967A}" type="presParOf" srcId="{E9A5F623-D46E-478F-BDC3-4505365DE69F}" destId="{63B6499E-88CE-43D9-9EB5-906A8C1FA7DD}" srcOrd="2" destOrd="0" presId="urn:microsoft.com/office/officeart/2005/8/layout/vList2"/>
    <dgm:cxn modelId="{C62E5C4C-312F-42DD-887A-214AA37C1294}" type="presParOf" srcId="{E9A5F623-D46E-478F-BDC3-4505365DE69F}" destId="{63641B2F-7A74-4B8B-80C5-63B19AB3C791}"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B768E56-65C2-4303-B2B9-2066C24F248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BF34CF6-43C8-4C0C-A5FD-AB706849B146}">
      <dgm:prSet/>
      <dgm:spPr/>
      <dgm:t>
        <a:bodyPr/>
        <a:lstStyle/>
        <a:p>
          <a:pPr rtl="0"/>
          <a:r>
            <a:rPr lang="en-US" b="1" dirty="0" smtClean="0">
              <a:latin typeface="Times New Roman" pitchFamily="18" charset="0"/>
              <a:cs typeface="Times New Roman" pitchFamily="18" charset="0"/>
            </a:rPr>
            <a:t>Attributes of the Christian church</a:t>
          </a:r>
          <a:endParaRPr lang="en-US" dirty="0">
            <a:latin typeface="Times New Roman" pitchFamily="18" charset="0"/>
            <a:cs typeface="Times New Roman" pitchFamily="18" charset="0"/>
          </a:endParaRPr>
        </a:p>
      </dgm:t>
    </dgm:pt>
    <dgm:pt modelId="{6F0DE594-19B4-41C0-A3BD-6448F60A7F0A}" type="parTrans" cxnId="{FF6C684B-1DE8-4844-BA53-5BFFBACB0E0C}">
      <dgm:prSet/>
      <dgm:spPr/>
      <dgm:t>
        <a:bodyPr/>
        <a:lstStyle/>
        <a:p>
          <a:endParaRPr lang="en-US"/>
        </a:p>
      </dgm:t>
    </dgm:pt>
    <dgm:pt modelId="{DEFDD0D9-9649-4A41-B5DA-FD417F602ABD}" type="sibTrans" cxnId="{FF6C684B-1DE8-4844-BA53-5BFFBACB0E0C}">
      <dgm:prSet/>
      <dgm:spPr/>
      <dgm:t>
        <a:bodyPr/>
        <a:lstStyle/>
        <a:p>
          <a:endParaRPr lang="en-US"/>
        </a:p>
      </dgm:t>
    </dgm:pt>
    <dgm:pt modelId="{87A7D888-7FC2-4CA3-B11D-5D12195837D3}">
      <dgm:prSet/>
      <dgm:spPr/>
      <dgm:t>
        <a:bodyPr/>
        <a:lstStyle/>
        <a:p>
          <a:pPr algn="just" rtl="0"/>
          <a:r>
            <a:rPr lang="en-US" b="1" dirty="0" smtClean="0">
              <a:latin typeface="Times New Roman" pitchFamily="18" charset="0"/>
              <a:cs typeface="Times New Roman" pitchFamily="18" charset="0"/>
            </a:rPr>
            <a:t>B. The Christian Church is Holy</a:t>
          </a:r>
          <a:endParaRPr lang="en-US" dirty="0">
            <a:latin typeface="Times New Roman" pitchFamily="18" charset="0"/>
            <a:cs typeface="Times New Roman" pitchFamily="18" charset="0"/>
          </a:endParaRPr>
        </a:p>
      </dgm:t>
    </dgm:pt>
    <dgm:pt modelId="{AA1E4809-4F2C-47CB-B79B-289AE5FCA2BA}" type="parTrans" cxnId="{FAA4D4BF-A27E-428C-85CD-75EA1FCB9309}">
      <dgm:prSet/>
      <dgm:spPr/>
      <dgm:t>
        <a:bodyPr/>
        <a:lstStyle/>
        <a:p>
          <a:endParaRPr lang="en-US"/>
        </a:p>
      </dgm:t>
    </dgm:pt>
    <dgm:pt modelId="{24185611-C548-450F-B1D8-286DECF9F144}" type="sibTrans" cxnId="{FAA4D4BF-A27E-428C-85CD-75EA1FCB9309}">
      <dgm:prSet/>
      <dgm:spPr/>
      <dgm:t>
        <a:bodyPr/>
        <a:lstStyle/>
        <a:p>
          <a:endParaRPr lang="en-US"/>
        </a:p>
      </dgm:t>
    </dgm:pt>
    <dgm:pt modelId="{DD37933F-4223-423D-A336-D815C38B44D5}">
      <dgm:prSet/>
      <dgm:spPr/>
      <dgm:t>
        <a:bodyPr/>
        <a:lstStyle/>
        <a:p>
          <a:pPr algn="just" rtl="0"/>
          <a:r>
            <a:rPr lang="en-US" dirty="0" smtClean="0">
              <a:latin typeface="Times New Roman" pitchFamily="18" charset="0"/>
              <a:cs typeface="Times New Roman" pitchFamily="18" charset="0"/>
            </a:rPr>
            <a:t>Since Christ is Holy, His body (the Church) is Holy (Eph5:25-27)</a:t>
          </a:r>
          <a:endParaRPr lang="en-US" dirty="0">
            <a:latin typeface="Times New Roman" pitchFamily="18" charset="0"/>
            <a:cs typeface="Times New Roman" pitchFamily="18" charset="0"/>
          </a:endParaRPr>
        </a:p>
      </dgm:t>
    </dgm:pt>
    <dgm:pt modelId="{B61FC3DC-630E-4B6C-BAAA-815DA007F470}" type="parTrans" cxnId="{EE5D738D-C7BC-4D1F-9C53-F745E0F42195}">
      <dgm:prSet/>
      <dgm:spPr/>
      <dgm:t>
        <a:bodyPr/>
        <a:lstStyle/>
        <a:p>
          <a:endParaRPr lang="en-US"/>
        </a:p>
      </dgm:t>
    </dgm:pt>
    <dgm:pt modelId="{B2505EFF-F623-4B5B-A72B-E7D035B92945}" type="sibTrans" cxnId="{EE5D738D-C7BC-4D1F-9C53-F745E0F42195}">
      <dgm:prSet/>
      <dgm:spPr/>
      <dgm:t>
        <a:bodyPr/>
        <a:lstStyle/>
        <a:p>
          <a:endParaRPr lang="en-US"/>
        </a:p>
      </dgm:t>
    </dgm:pt>
    <dgm:pt modelId="{AA6E0CAF-0B45-4BD9-892D-19B53D8920CC}">
      <dgm:prSet/>
      <dgm:spPr/>
      <dgm:t>
        <a:bodyPr/>
        <a:lstStyle/>
        <a:p>
          <a:pPr algn="just" rtl="0"/>
          <a:r>
            <a:rPr lang="en-US" dirty="0" smtClean="0">
              <a:latin typeface="Times New Roman" pitchFamily="18" charset="0"/>
              <a:cs typeface="Times New Roman" pitchFamily="18" charset="0"/>
            </a:rPr>
            <a:t>The Church is Holy, because the Holy Spirit dwells in it. It is not the holiness of the believers that makes the Christian Church holy, but the presence of the Holy Spirit in the believers.</a:t>
          </a:r>
          <a:endParaRPr lang="en-US" dirty="0">
            <a:latin typeface="Times New Roman" pitchFamily="18" charset="0"/>
            <a:cs typeface="Times New Roman" pitchFamily="18" charset="0"/>
          </a:endParaRPr>
        </a:p>
      </dgm:t>
    </dgm:pt>
    <dgm:pt modelId="{FD60EC1A-A21A-4677-A75D-CBAC1518860E}" type="parTrans" cxnId="{FC439C0F-FDB5-4378-AEE2-BD42DACA2692}">
      <dgm:prSet/>
      <dgm:spPr/>
      <dgm:t>
        <a:bodyPr/>
        <a:lstStyle/>
        <a:p>
          <a:endParaRPr lang="en-US"/>
        </a:p>
      </dgm:t>
    </dgm:pt>
    <dgm:pt modelId="{CC04BBDD-2FCE-496C-B8FA-1A7BBD99F35C}" type="sibTrans" cxnId="{FC439C0F-FDB5-4378-AEE2-BD42DACA2692}">
      <dgm:prSet/>
      <dgm:spPr/>
      <dgm:t>
        <a:bodyPr/>
        <a:lstStyle/>
        <a:p>
          <a:endParaRPr lang="en-US"/>
        </a:p>
      </dgm:t>
    </dgm:pt>
    <dgm:pt modelId="{C9DDBB5B-8613-46D3-A502-C6DC4C9CF27F}">
      <dgm:prSet/>
      <dgm:spPr/>
      <dgm:t>
        <a:bodyPr/>
        <a:lstStyle/>
        <a:p>
          <a:pPr algn="just" rtl="0"/>
          <a:r>
            <a:rPr lang="en-US" dirty="0" smtClean="0">
              <a:latin typeface="Times New Roman" pitchFamily="18" charset="0"/>
              <a:cs typeface="Times New Roman" pitchFamily="18" charset="0"/>
            </a:rPr>
            <a:t>The Holy Spirit not only invests the Christian Church with holiness, even though the members are not perfect, but He is also leading the Christian Church towards the goal when all imperfections shall have disappeared and the Christian Church of Christ shall appear before Him cleansed from all impurity.</a:t>
          </a:r>
          <a:endParaRPr lang="en-US" dirty="0">
            <a:latin typeface="Times New Roman" pitchFamily="18" charset="0"/>
            <a:cs typeface="Times New Roman" pitchFamily="18" charset="0"/>
          </a:endParaRPr>
        </a:p>
      </dgm:t>
    </dgm:pt>
    <dgm:pt modelId="{65FE26E2-DC37-431F-B8A0-C67B19E2280D}" type="parTrans" cxnId="{92FC9DC4-65B7-4715-A607-6FF5A24019DA}">
      <dgm:prSet/>
      <dgm:spPr/>
      <dgm:t>
        <a:bodyPr/>
        <a:lstStyle/>
        <a:p>
          <a:endParaRPr lang="en-US"/>
        </a:p>
      </dgm:t>
    </dgm:pt>
    <dgm:pt modelId="{AA1E9112-445F-47AD-8CE6-EC408DF21392}" type="sibTrans" cxnId="{92FC9DC4-65B7-4715-A607-6FF5A24019DA}">
      <dgm:prSet/>
      <dgm:spPr/>
      <dgm:t>
        <a:bodyPr/>
        <a:lstStyle/>
        <a:p>
          <a:endParaRPr lang="en-US"/>
        </a:p>
      </dgm:t>
    </dgm:pt>
    <dgm:pt modelId="{2E63E8A7-398F-402C-8509-99133E415FBD}">
      <dgm:prSet/>
      <dgm:spPr/>
      <dgm:t>
        <a:bodyPr/>
        <a:lstStyle/>
        <a:p>
          <a:pPr algn="just" rtl="0"/>
          <a:r>
            <a:rPr lang="en-US" dirty="0" smtClean="0">
              <a:latin typeface="Times New Roman" pitchFamily="18" charset="0"/>
              <a:cs typeface="Times New Roman" pitchFamily="18" charset="0"/>
            </a:rPr>
            <a:t>Since the Holy Sprit transforms the Church members into the likeness of God, they should dislike sin and keep themselves from the worldly life. </a:t>
          </a:r>
          <a:endParaRPr lang="en-US" dirty="0">
            <a:latin typeface="Times New Roman" pitchFamily="18" charset="0"/>
            <a:cs typeface="Times New Roman" pitchFamily="18" charset="0"/>
          </a:endParaRPr>
        </a:p>
      </dgm:t>
    </dgm:pt>
    <dgm:pt modelId="{F0FA9549-555D-4560-BD44-B08773646B11}" type="parTrans" cxnId="{0B6CADAD-C43C-471E-9A07-1D852C4F2954}">
      <dgm:prSet/>
      <dgm:spPr/>
      <dgm:t>
        <a:bodyPr/>
        <a:lstStyle/>
        <a:p>
          <a:endParaRPr lang="en-US"/>
        </a:p>
      </dgm:t>
    </dgm:pt>
    <dgm:pt modelId="{1D0027A6-5CCC-427E-AC7F-0B2A927080CC}" type="sibTrans" cxnId="{0B6CADAD-C43C-471E-9A07-1D852C4F2954}">
      <dgm:prSet/>
      <dgm:spPr/>
      <dgm:t>
        <a:bodyPr/>
        <a:lstStyle/>
        <a:p>
          <a:endParaRPr lang="en-US"/>
        </a:p>
      </dgm:t>
    </dgm:pt>
    <dgm:pt modelId="{8DB93A94-71D6-41E9-B890-8AC28F5FE8D0}" type="pres">
      <dgm:prSet presAssocID="{0B768E56-65C2-4303-B2B9-2066C24F2486}" presName="linear" presStyleCnt="0">
        <dgm:presLayoutVars>
          <dgm:animLvl val="lvl"/>
          <dgm:resizeHandles val="exact"/>
        </dgm:presLayoutVars>
      </dgm:prSet>
      <dgm:spPr/>
      <dgm:t>
        <a:bodyPr/>
        <a:lstStyle/>
        <a:p>
          <a:endParaRPr lang="en-US"/>
        </a:p>
      </dgm:t>
    </dgm:pt>
    <dgm:pt modelId="{0F8E152C-3959-432D-8CC6-0681B4C4858E}" type="pres">
      <dgm:prSet presAssocID="{3BF34CF6-43C8-4C0C-A5FD-AB706849B146}" presName="parentText" presStyleLbl="node1" presStyleIdx="0" presStyleCnt="2">
        <dgm:presLayoutVars>
          <dgm:chMax val="0"/>
          <dgm:bulletEnabled val="1"/>
        </dgm:presLayoutVars>
      </dgm:prSet>
      <dgm:spPr/>
      <dgm:t>
        <a:bodyPr/>
        <a:lstStyle/>
        <a:p>
          <a:endParaRPr lang="en-US"/>
        </a:p>
      </dgm:t>
    </dgm:pt>
    <dgm:pt modelId="{508A15DD-E303-4B04-BC67-D97834839AAF}" type="pres">
      <dgm:prSet presAssocID="{DEFDD0D9-9649-4A41-B5DA-FD417F602ABD}" presName="spacer" presStyleCnt="0"/>
      <dgm:spPr/>
    </dgm:pt>
    <dgm:pt modelId="{CD6CD421-B4F8-44DA-AA7E-7558AC947A1E}" type="pres">
      <dgm:prSet presAssocID="{87A7D888-7FC2-4CA3-B11D-5D12195837D3}" presName="parentText" presStyleLbl="node1" presStyleIdx="1" presStyleCnt="2">
        <dgm:presLayoutVars>
          <dgm:chMax val="0"/>
          <dgm:bulletEnabled val="1"/>
        </dgm:presLayoutVars>
      </dgm:prSet>
      <dgm:spPr/>
      <dgm:t>
        <a:bodyPr/>
        <a:lstStyle/>
        <a:p>
          <a:endParaRPr lang="en-US"/>
        </a:p>
      </dgm:t>
    </dgm:pt>
    <dgm:pt modelId="{3A1F5309-5073-4FC0-974A-FC4D0E8C1EB2}" type="pres">
      <dgm:prSet presAssocID="{87A7D888-7FC2-4CA3-B11D-5D12195837D3}" presName="childText" presStyleLbl="revTx" presStyleIdx="0" presStyleCnt="1">
        <dgm:presLayoutVars>
          <dgm:bulletEnabled val="1"/>
        </dgm:presLayoutVars>
      </dgm:prSet>
      <dgm:spPr/>
      <dgm:t>
        <a:bodyPr/>
        <a:lstStyle/>
        <a:p>
          <a:endParaRPr lang="en-US"/>
        </a:p>
      </dgm:t>
    </dgm:pt>
  </dgm:ptLst>
  <dgm:cxnLst>
    <dgm:cxn modelId="{06A311D5-D87A-40D1-8999-0A8C92A39367}" type="presOf" srcId="{AA6E0CAF-0B45-4BD9-892D-19B53D8920CC}" destId="{3A1F5309-5073-4FC0-974A-FC4D0E8C1EB2}" srcOrd="0" destOrd="1" presId="urn:microsoft.com/office/officeart/2005/8/layout/vList2"/>
    <dgm:cxn modelId="{A53471AC-E251-42BD-A2A2-A6D94D5B5623}" type="presOf" srcId="{0B768E56-65C2-4303-B2B9-2066C24F2486}" destId="{8DB93A94-71D6-41E9-B890-8AC28F5FE8D0}" srcOrd="0" destOrd="0" presId="urn:microsoft.com/office/officeart/2005/8/layout/vList2"/>
    <dgm:cxn modelId="{95C8C093-89D6-45D9-9896-D9ECDDC7F6C8}" type="presOf" srcId="{3BF34CF6-43C8-4C0C-A5FD-AB706849B146}" destId="{0F8E152C-3959-432D-8CC6-0681B4C4858E}" srcOrd="0" destOrd="0" presId="urn:microsoft.com/office/officeart/2005/8/layout/vList2"/>
    <dgm:cxn modelId="{FC439C0F-FDB5-4378-AEE2-BD42DACA2692}" srcId="{87A7D888-7FC2-4CA3-B11D-5D12195837D3}" destId="{AA6E0CAF-0B45-4BD9-892D-19B53D8920CC}" srcOrd="1" destOrd="0" parTransId="{FD60EC1A-A21A-4677-A75D-CBAC1518860E}" sibTransId="{CC04BBDD-2FCE-496C-B8FA-1A7BBD99F35C}"/>
    <dgm:cxn modelId="{0F2E61E7-46C1-4614-AAC5-BFA4B79901E4}" type="presOf" srcId="{C9DDBB5B-8613-46D3-A502-C6DC4C9CF27F}" destId="{3A1F5309-5073-4FC0-974A-FC4D0E8C1EB2}" srcOrd="0" destOrd="2" presId="urn:microsoft.com/office/officeart/2005/8/layout/vList2"/>
    <dgm:cxn modelId="{6572D8F8-1426-4E6D-97D5-B46A5A8F1943}" type="presOf" srcId="{2E63E8A7-398F-402C-8509-99133E415FBD}" destId="{3A1F5309-5073-4FC0-974A-FC4D0E8C1EB2}" srcOrd="0" destOrd="3" presId="urn:microsoft.com/office/officeart/2005/8/layout/vList2"/>
    <dgm:cxn modelId="{38E0CDCA-35E6-4459-99DB-390CAEB5C804}" type="presOf" srcId="{DD37933F-4223-423D-A336-D815C38B44D5}" destId="{3A1F5309-5073-4FC0-974A-FC4D0E8C1EB2}" srcOrd="0" destOrd="0" presId="urn:microsoft.com/office/officeart/2005/8/layout/vList2"/>
    <dgm:cxn modelId="{EE5D738D-C7BC-4D1F-9C53-F745E0F42195}" srcId="{87A7D888-7FC2-4CA3-B11D-5D12195837D3}" destId="{DD37933F-4223-423D-A336-D815C38B44D5}" srcOrd="0" destOrd="0" parTransId="{B61FC3DC-630E-4B6C-BAAA-815DA007F470}" sibTransId="{B2505EFF-F623-4B5B-A72B-E7D035B92945}"/>
    <dgm:cxn modelId="{869F1F41-8CDD-4F53-98EA-D94BFCC53E77}" type="presOf" srcId="{87A7D888-7FC2-4CA3-B11D-5D12195837D3}" destId="{CD6CD421-B4F8-44DA-AA7E-7558AC947A1E}" srcOrd="0" destOrd="0" presId="urn:microsoft.com/office/officeart/2005/8/layout/vList2"/>
    <dgm:cxn modelId="{FF6C684B-1DE8-4844-BA53-5BFFBACB0E0C}" srcId="{0B768E56-65C2-4303-B2B9-2066C24F2486}" destId="{3BF34CF6-43C8-4C0C-A5FD-AB706849B146}" srcOrd="0" destOrd="0" parTransId="{6F0DE594-19B4-41C0-A3BD-6448F60A7F0A}" sibTransId="{DEFDD0D9-9649-4A41-B5DA-FD417F602ABD}"/>
    <dgm:cxn modelId="{92FC9DC4-65B7-4715-A607-6FF5A24019DA}" srcId="{87A7D888-7FC2-4CA3-B11D-5D12195837D3}" destId="{C9DDBB5B-8613-46D3-A502-C6DC4C9CF27F}" srcOrd="2" destOrd="0" parTransId="{65FE26E2-DC37-431F-B8A0-C67B19E2280D}" sibTransId="{AA1E9112-445F-47AD-8CE6-EC408DF21392}"/>
    <dgm:cxn modelId="{FAA4D4BF-A27E-428C-85CD-75EA1FCB9309}" srcId="{0B768E56-65C2-4303-B2B9-2066C24F2486}" destId="{87A7D888-7FC2-4CA3-B11D-5D12195837D3}" srcOrd="1" destOrd="0" parTransId="{AA1E4809-4F2C-47CB-B79B-289AE5FCA2BA}" sibTransId="{24185611-C548-450F-B1D8-286DECF9F144}"/>
    <dgm:cxn modelId="{0B6CADAD-C43C-471E-9A07-1D852C4F2954}" srcId="{87A7D888-7FC2-4CA3-B11D-5D12195837D3}" destId="{2E63E8A7-398F-402C-8509-99133E415FBD}" srcOrd="3" destOrd="0" parTransId="{F0FA9549-555D-4560-BD44-B08773646B11}" sibTransId="{1D0027A6-5CCC-427E-AC7F-0B2A927080CC}"/>
    <dgm:cxn modelId="{71E3FE9C-419B-4A8A-819E-D6412A6821AB}" type="presParOf" srcId="{8DB93A94-71D6-41E9-B890-8AC28F5FE8D0}" destId="{0F8E152C-3959-432D-8CC6-0681B4C4858E}" srcOrd="0" destOrd="0" presId="urn:microsoft.com/office/officeart/2005/8/layout/vList2"/>
    <dgm:cxn modelId="{1560A1CD-BC50-4B4C-AAC4-0138BE2D88DF}" type="presParOf" srcId="{8DB93A94-71D6-41E9-B890-8AC28F5FE8D0}" destId="{508A15DD-E303-4B04-BC67-D97834839AAF}" srcOrd="1" destOrd="0" presId="urn:microsoft.com/office/officeart/2005/8/layout/vList2"/>
    <dgm:cxn modelId="{E5942476-E95D-4A39-8749-C55D08ED542E}" type="presParOf" srcId="{8DB93A94-71D6-41E9-B890-8AC28F5FE8D0}" destId="{CD6CD421-B4F8-44DA-AA7E-7558AC947A1E}" srcOrd="2" destOrd="0" presId="urn:microsoft.com/office/officeart/2005/8/layout/vList2"/>
    <dgm:cxn modelId="{FDB69EC4-3394-4723-A92A-4DFC8BD99A85}" type="presParOf" srcId="{8DB93A94-71D6-41E9-B890-8AC28F5FE8D0}" destId="{3A1F5309-5073-4FC0-974A-FC4D0E8C1EB2}"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0832493-7027-45D0-BC02-FCF77342FC8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C76393F-ABE2-4769-8D9B-AC339B1D3B33}">
      <dgm:prSet/>
      <dgm:spPr/>
      <dgm:t>
        <a:bodyPr/>
        <a:lstStyle/>
        <a:p>
          <a:pPr algn="just" rtl="0"/>
          <a:r>
            <a:rPr lang="en-US" b="1" dirty="0" smtClean="0">
              <a:latin typeface="Times New Roman" pitchFamily="18" charset="0"/>
              <a:cs typeface="Times New Roman" pitchFamily="18" charset="0"/>
            </a:rPr>
            <a:t>Attributes of the Christian church</a:t>
          </a:r>
          <a:endParaRPr lang="en-US" dirty="0">
            <a:latin typeface="Times New Roman" pitchFamily="18" charset="0"/>
            <a:cs typeface="Times New Roman" pitchFamily="18" charset="0"/>
          </a:endParaRPr>
        </a:p>
      </dgm:t>
    </dgm:pt>
    <dgm:pt modelId="{5A4838EB-CD3E-4638-88C3-EA6D176BA065}" type="parTrans" cxnId="{A5158C4C-5382-4B6C-8142-0604F9A0B78E}">
      <dgm:prSet/>
      <dgm:spPr/>
      <dgm:t>
        <a:bodyPr/>
        <a:lstStyle/>
        <a:p>
          <a:endParaRPr lang="en-US"/>
        </a:p>
      </dgm:t>
    </dgm:pt>
    <dgm:pt modelId="{498E8A8A-5EA4-4809-8312-AAD98590BBC5}" type="sibTrans" cxnId="{A5158C4C-5382-4B6C-8142-0604F9A0B78E}">
      <dgm:prSet/>
      <dgm:spPr/>
      <dgm:t>
        <a:bodyPr/>
        <a:lstStyle/>
        <a:p>
          <a:endParaRPr lang="en-US"/>
        </a:p>
      </dgm:t>
    </dgm:pt>
    <dgm:pt modelId="{6B2F26DF-0E15-4CF4-8C50-C6C99BC19480}">
      <dgm:prSet/>
      <dgm:spPr/>
      <dgm:t>
        <a:bodyPr/>
        <a:lstStyle/>
        <a:p>
          <a:pPr algn="just" rtl="0"/>
          <a:r>
            <a:rPr lang="en-US" b="1" dirty="0" smtClean="0">
              <a:latin typeface="Times New Roman" pitchFamily="18" charset="0"/>
              <a:cs typeface="Times New Roman" pitchFamily="18" charset="0"/>
            </a:rPr>
            <a:t>C. The Christian Church is Universal</a:t>
          </a:r>
          <a:endParaRPr lang="en-US" dirty="0">
            <a:latin typeface="Times New Roman" pitchFamily="18" charset="0"/>
            <a:cs typeface="Times New Roman" pitchFamily="18" charset="0"/>
          </a:endParaRPr>
        </a:p>
      </dgm:t>
    </dgm:pt>
    <dgm:pt modelId="{0C2640F8-9394-4D1B-BA78-FDD1AD586CC2}" type="parTrans" cxnId="{DE374B96-7F98-44F9-AF25-1E9B33486B35}">
      <dgm:prSet/>
      <dgm:spPr/>
      <dgm:t>
        <a:bodyPr/>
        <a:lstStyle/>
        <a:p>
          <a:endParaRPr lang="en-US"/>
        </a:p>
      </dgm:t>
    </dgm:pt>
    <dgm:pt modelId="{26B0F708-C51F-4977-8595-4EB2B2D6ACB9}" type="sibTrans" cxnId="{DE374B96-7F98-44F9-AF25-1E9B33486B35}">
      <dgm:prSet/>
      <dgm:spPr/>
      <dgm:t>
        <a:bodyPr/>
        <a:lstStyle/>
        <a:p>
          <a:endParaRPr lang="en-US"/>
        </a:p>
      </dgm:t>
    </dgm:pt>
    <dgm:pt modelId="{8DD52827-B8ED-41D0-996E-BCD4DDFA2FAA}">
      <dgm:prSet/>
      <dgm:spPr/>
      <dgm:t>
        <a:bodyPr/>
        <a:lstStyle/>
        <a:p>
          <a:pPr algn="just" rtl="0"/>
          <a:r>
            <a:rPr lang="en-US" dirty="0" smtClean="0">
              <a:latin typeface="Times New Roman" pitchFamily="18" charset="0"/>
              <a:cs typeface="Times New Roman" pitchFamily="18" charset="0"/>
            </a:rPr>
            <a:t>The Christian Church is universal. The word </a:t>
          </a:r>
          <a:r>
            <a:rPr lang="en-US" b="1" i="1" dirty="0" smtClean="0">
              <a:latin typeface="Times New Roman" pitchFamily="18" charset="0"/>
              <a:cs typeface="Times New Roman" pitchFamily="18" charset="0"/>
            </a:rPr>
            <a:t>‘Universal’ </a:t>
          </a:r>
          <a:r>
            <a:rPr lang="en-US" dirty="0" smtClean="0">
              <a:latin typeface="Times New Roman" pitchFamily="18" charset="0"/>
              <a:cs typeface="Times New Roman" pitchFamily="18" charset="0"/>
            </a:rPr>
            <a:t>is  imply that the Church is in heaven and on earth.</a:t>
          </a:r>
          <a:endParaRPr lang="en-US" dirty="0">
            <a:latin typeface="Times New Roman" pitchFamily="18" charset="0"/>
            <a:cs typeface="Times New Roman" pitchFamily="18" charset="0"/>
          </a:endParaRPr>
        </a:p>
      </dgm:t>
    </dgm:pt>
    <dgm:pt modelId="{033D6A1C-B978-44BD-A3AD-5E8C9A62EA77}" type="parTrans" cxnId="{B7BCA709-AD0E-4135-8DC2-E24ECB365B3B}">
      <dgm:prSet/>
      <dgm:spPr/>
      <dgm:t>
        <a:bodyPr/>
        <a:lstStyle/>
        <a:p>
          <a:endParaRPr lang="en-US"/>
        </a:p>
      </dgm:t>
    </dgm:pt>
    <dgm:pt modelId="{AAF7C4EA-BD06-44B5-A136-9B44149B713B}" type="sibTrans" cxnId="{B7BCA709-AD0E-4135-8DC2-E24ECB365B3B}">
      <dgm:prSet/>
      <dgm:spPr/>
      <dgm:t>
        <a:bodyPr/>
        <a:lstStyle/>
        <a:p>
          <a:endParaRPr lang="en-US"/>
        </a:p>
      </dgm:t>
    </dgm:pt>
    <dgm:pt modelId="{5C6A24D8-A677-4F90-9AE4-8720B8EF1597}">
      <dgm:prSet/>
      <dgm:spPr/>
      <dgm:t>
        <a:bodyPr/>
        <a:lstStyle/>
        <a:p>
          <a:pPr algn="just" rtl="0"/>
          <a:r>
            <a:rPr lang="en-US" smtClean="0">
              <a:latin typeface="Times New Roman" pitchFamily="18" charset="0"/>
              <a:cs typeface="Times New Roman" pitchFamily="18" charset="0"/>
            </a:rPr>
            <a:t>And in our creed when we admit that ‘I believe in the Holy, Universal Christian Church’, it simply means I believe in the holy, assembly of the Christian Church. </a:t>
          </a:r>
          <a:endParaRPr lang="en-US">
            <a:latin typeface="Times New Roman" pitchFamily="18" charset="0"/>
            <a:cs typeface="Times New Roman" pitchFamily="18" charset="0"/>
          </a:endParaRPr>
        </a:p>
      </dgm:t>
    </dgm:pt>
    <dgm:pt modelId="{61310F7D-3E84-4A3C-969B-467220329267}" type="parTrans" cxnId="{8D398AAE-5081-400F-98D0-CC681B2800F6}">
      <dgm:prSet/>
      <dgm:spPr/>
      <dgm:t>
        <a:bodyPr/>
        <a:lstStyle/>
        <a:p>
          <a:endParaRPr lang="en-US"/>
        </a:p>
      </dgm:t>
    </dgm:pt>
    <dgm:pt modelId="{EB87427F-7797-48EA-84A6-F6FFA045AF7F}" type="sibTrans" cxnId="{8D398AAE-5081-400F-98D0-CC681B2800F6}">
      <dgm:prSet/>
      <dgm:spPr/>
      <dgm:t>
        <a:bodyPr/>
        <a:lstStyle/>
        <a:p>
          <a:endParaRPr lang="en-US"/>
        </a:p>
      </dgm:t>
    </dgm:pt>
    <dgm:pt modelId="{013211F1-D800-426B-B0B6-CBB3E24AB44C}">
      <dgm:prSet/>
      <dgm:spPr/>
      <dgm:t>
        <a:bodyPr/>
        <a:lstStyle/>
        <a:p>
          <a:pPr algn="just" rtl="0"/>
          <a:r>
            <a:rPr lang="en-US" dirty="0" smtClean="0">
              <a:latin typeface="Times New Roman" pitchFamily="18" charset="0"/>
              <a:cs typeface="Times New Roman" pitchFamily="18" charset="0"/>
            </a:rPr>
            <a:t>The reason that the Orientals Orthodox Christian Church as a rule do not use the word ‘Church’ is that the word has become the name of certain denominations, like: Roman Catholic and Protestants Churches. </a:t>
          </a:r>
          <a:endParaRPr lang="en-US" dirty="0">
            <a:latin typeface="Times New Roman" pitchFamily="18" charset="0"/>
            <a:cs typeface="Times New Roman" pitchFamily="18" charset="0"/>
          </a:endParaRPr>
        </a:p>
      </dgm:t>
    </dgm:pt>
    <dgm:pt modelId="{88CA9D80-493A-4E7F-AE96-7FE3404A962D}" type="parTrans" cxnId="{E9D8E37A-71CB-4128-8A9E-E85E7145658E}">
      <dgm:prSet/>
      <dgm:spPr/>
      <dgm:t>
        <a:bodyPr/>
        <a:lstStyle/>
        <a:p>
          <a:endParaRPr lang="en-US"/>
        </a:p>
      </dgm:t>
    </dgm:pt>
    <dgm:pt modelId="{4F93975A-921C-4C0A-8CC6-325A698079D1}" type="sibTrans" cxnId="{E9D8E37A-71CB-4128-8A9E-E85E7145658E}">
      <dgm:prSet/>
      <dgm:spPr/>
      <dgm:t>
        <a:bodyPr/>
        <a:lstStyle/>
        <a:p>
          <a:endParaRPr lang="en-US"/>
        </a:p>
      </dgm:t>
    </dgm:pt>
    <dgm:pt modelId="{D577093C-21AF-4E9D-AFCD-55DB439E6AC8}">
      <dgm:prSet/>
      <dgm:spPr/>
      <dgm:t>
        <a:bodyPr/>
        <a:lstStyle/>
        <a:p>
          <a:pPr algn="just" rtl="0"/>
          <a:r>
            <a:rPr lang="en-US" smtClean="0">
              <a:latin typeface="Times New Roman" pitchFamily="18" charset="0"/>
              <a:cs typeface="Times New Roman" pitchFamily="18" charset="0"/>
            </a:rPr>
            <a:t>By the universality of the Christian Church we mean that it includes all believers regardless of nationality and race, or time. </a:t>
          </a:r>
          <a:endParaRPr lang="en-US">
            <a:latin typeface="Times New Roman" pitchFamily="18" charset="0"/>
            <a:cs typeface="Times New Roman" pitchFamily="18" charset="0"/>
          </a:endParaRPr>
        </a:p>
      </dgm:t>
    </dgm:pt>
    <dgm:pt modelId="{07BEF91F-2A19-46A4-A884-A6665A71F334}" type="parTrans" cxnId="{1FEBF517-4FD7-4F5E-83F7-11BD660843ED}">
      <dgm:prSet/>
      <dgm:spPr/>
      <dgm:t>
        <a:bodyPr/>
        <a:lstStyle/>
        <a:p>
          <a:endParaRPr lang="en-US"/>
        </a:p>
      </dgm:t>
    </dgm:pt>
    <dgm:pt modelId="{60177EFB-0DF3-4D48-8527-F6FFCE6E0945}" type="sibTrans" cxnId="{1FEBF517-4FD7-4F5E-83F7-11BD660843ED}">
      <dgm:prSet/>
      <dgm:spPr/>
      <dgm:t>
        <a:bodyPr/>
        <a:lstStyle/>
        <a:p>
          <a:endParaRPr lang="en-US"/>
        </a:p>
      </dgm:t>
    </dgm:pt>
    <dgm:pt modelId="{C33CB939-9B3D-4C08-B2D7-E049DFE07E05}">
      <dgm:prSet/>
      <dgm:spPr/>
      <dgm:t>
        <a:bodyPr/>
        <a:lstStyle/>
        <a:p>
          <a:pPr algn="just" rtl="0"/>
          <a:r>
            <a:rPr lang="en-US" dirty="0" smtClean="0">
              <a:latin typeface="Times New Roman" pitchFamily="18" charset="0"/>
              <a:cs typeface="Times New Roman" pitchFamily="18" charset="0"/>
            </a:rPr>
            <a:t>The Christian Church embraces all believers both on earth and in heaven, wherever they live and at whatever time.</a:t>
          </a:r>
          <a:endParaRPr lang="en-US" dirty="0">
            <a:latin typeface="Times New Roman" pitchFamily="18" charset="0"/>
            <a:cs typeface="Times New Roman" pitchFamily="18" charset="0"/>
          </a:endParaRPr>
        </a:p>
      </dgm:t>
    </dgm:pt>
    <dgm:pt modelId="{EAAC4990-7F38-4647-B631-9890AA487276}" type="parTrans" cxnId="{9785F237-C94B-41FF-A603-2EAB0745DE25}">
      <dgm:prSet/>
      <dgm:spPr/>
      <dgm:t>
        <a:bodyPr/>
        <a:lstStyle/>
        <a:p>
          <a:endParaRPr lang="en-US"/>
        </a:p>
      </dgm:t>
    </dgm:pt>
    <dgm:pt modelId="{B3AD4B08-BE85-4135-87C7-F70B91110FFC}" type="sibTrans" cxnId="{9785F237-C94B-41FF-A603-2EAB0745DE25}">
      <dgm:prSet/>
      <dgm:spPr/>
      <dgm:t>
        <a:bodyPr/>
        <a:lstStyle/>
        <a:p>
          <a:endParaRPr lang="en-US"/>
        </a:p>
      </dgm:t>
    </dgm:pt>
    <dgm:pt modelId="{28EC09A4-C88D-42A8-A6FA-B08F5E05F0C4}">
      <dgm:prSet/>
      <dgm:spPr/>
      <dgm:t>
        <a:bodyPr/>
        <a:lstStyle/>
        <a:p>
          <a:pPr algn="just" rtl="0"/>
          <a:r>
            <a:rPr lang="en-US" dirty="0" smtClean="0">
              <a:latin typeface="Times New Roman" pitchFamily="18" charset="0"/>
              <a:cs typeface="Times New Roman" pitchFamily="18" charset="0"/>
            </a:rPr>
            <a:t>With out any ethnic discrimination, the church belongs to all its members (Rom10:12; 1Cor 12:13).</a:t>
          </a:r>
          <a:endParaRPr lang="en-US" dirty="0">
            <a:latin typeface="Times New Roman" pitchFamily="18" charset="0"/>
            <a:cs typeface="Times New Roman" pitchFamily="18" charset="0"/>
          </a:endParaRPr>
        </a:p>
      </dgm:t>
    </dgm:pt>
    <dgm:pt modelId="{AD4ECC55-7D4A-4B71-9AAE-BA5EA9487375}" type="parTrans" cxnId="{9F861A2C-C048-4440-B672-098B6F002326}">
      <dgm:prSet/>
      <dgm:spPr/>
      <dgm:t>
        <a:bodyPr/>
        <a:lstStyle/>
        <a:p>
          <a:endParaRPr lang="en-US"/>
        </a:p>
      </dgm:t>
    </dgm:pt>
    <dgm:pt modelId="{6118CE94-B5A0-4F06-8D6C-C3070235A75F}" type="sibTrans" cxnId="{9F861A2C-C048-4440-B672-098B6F002326}">
      <dgm:prSet/>
      <dgm:spPr/>
      <dgm:t>
        <a:bodyPr/>
        <a:lstStyle/>
        <a:p>
          <a:endParaRPr lang="en-US"/>
        </a:p>
      </dgm:t>
    </dgm:pt>
    <dgm:pt modelId="{B3BD3091-F014-4751-9621-08E543B6EC36}" type="pres">
      <dgm:prSet presAssocID="{E0832493-7027-45D0-BC02-FCF77342FC84}" presName="linear" presStyleCnt="0">
        <dgm:presLayoutVars>
          <dgm:animLvl val="lvl"/>
          <dgm:resizeHandles val="exact"/>
        </dgm:presLayoutVars>
      </dgm:prSet>
      <dgm:spPr/>
      <dgm:t>
        <a:bodyPr/>
        <a:lstStyle/>
        <a:p>
          <a:endParaRPr lang="en-US"/>
        </a:p>
      </dgm:t>
    </dgm:pt>
    <dgm:pt modelId="{75C974E1-2FB2-4FE2-945A-5E9175F1606A}" type="pres">
      <dgm:prSet presAssocID="{3C76393F-ABE2-4769-8D9B-AC339B1D3B33}" presName="parentText" presStyleLbl="node1" presStyleIdx="0" presStyleCnt="2">
        <dgm:presLayoutVars>
          <dgm:chMax val="0"/>
          <dgm:bulletEnabled val="1"/>
        </dgm:presLayoutVars>
      </dgm:prSet>
      <dgm:spPr/>
      <dgm:t>
        <a:bodyPr/>
        <a:lstStyle/>
        <a:p>
          <a:endParaRPr lang="en-US"/>
        </a:p>
      </dgm:t>
    </dgm:pt>
    <dgm:pt modelId="{7E28B087-27D9-4637-8E21-7197593D4C78}" type="pres">
      <dgm:prSet presAssocID="{498E8A8A-5EA4-4809-8312-AAD98590BBC5}" presName="spacer" presStyleCnt="0"/>
      <dgm:spPr/>
    </dgm:pt>
    <dgm:pt modelId="{670CD057-0B65-41FA-A046-69EFF7C186A2}" type="pres">
      <dgm:prSet presAssocID="{6B2F26DF-0E15-4CF4-8C50-C6C99BC19480}" presName="parentText" presStyleLbl="node1" presStyleIdx="1" presStyleCnt="2">
        <dgm:presLayoutVars>
          <dgm:chMax val="0"/>
          <dgm:bulletEnabled val="1"/>
        </dgm:presLayoutVars>
      </dgm:prSet>
      <dgm:spPr/>
      <dgm:t>
        <a:bodyPr/>
        <a:lstStyle/>
        <a:p>
          <a:endParaRPr lang="en-US"/>
        </a:p>
      </dgm:t>
    </dgm:pt>
    <dgm:pt modelId="{74D73A74-9AA7-448D-95B7-9D505F8E221F}" type="pres">
      <dgm:prSet presAssocID="{6B2F26DF-0E15-4CF4-8C50-C6C99BC19480}" presName="childText" presStyleLbl="revTx" presStyleIdx="0" presStyleCnt="1">
        <dgm:presLayoutVars>
          <dgm:bulletEnabled val="1"/>
        </dgm:presLayoutVars>
      </dgm:prSet>
      <dgm:spPr/>
      <dgm:t>
        <a:bodyPr/>
        <a:lstStyle/>
        <a:p>
          <a:endParaRPr lang="en-US"/>
        </a:p>
      </dgm:t>
    </dgm:pt>
  </dgm:ptLst>
  <dgm:cxnLst>
    <dgm:cxn modelId="{9F861A2C-C048-4440-B672-098B6F002326}" srcId="{6B2F26DF-0E15-4CF4-8C50-C6C99BC19480}" destId="{28EC09A4-C88D-42A8-A6FA-B08F5E05F0C4}" srcOrd="5" destOrd="0" parTransId="{AD4ECC55-7D4A-4B71-9AAE-BA5EA9487375}" sibTransId="{6118CE94-B5A0-4F06-8D6C-C3070235A75F}"/>
    <dgm:cxn modelId="{6D1A54CF-8140-4DF9-99AA-D8C292B4D6B7}" type="presOf" srcId="{E0832493-7027-45D0-BC02-FCF77342FC84}" destId="{B3BD3091-F014-4751-9621-08E543B6EC36}" srcOrd="0" destOrd="0" presId="urn:microsoft.com/office/officeart/2005/8/layout/vList2"/>
    <dgm:cxn modelId="{10EC45C1-1FD0-4590-B6FA-B09792D5DC22}" type="presOf" srcId="{D577093C-21AF-4E9D-AFCD-55DB439E6AC8}" destId="{74D73A74-9AA7-448D-95B7-9D505F8E221F}" srcOrd="0" destOrd="3" presId="urn:microsoft.com/office/officeart/2005/8/layout/vList2"/>
    <dgm:cxn modelId="{98248DE1-F41E-4DD7-A32A-C18184EE058C}" type="presOf" srcId="{013211F1-D800-426B-B0B6-CBB3E24AB44C}" destId="{74D73A74-9AA7-448D-95B7-9D505F8E221F}" srcOrd="0" destOrd="2" presId="urn:microsoft.com/office/officeart/2005/8/layout/vList2"/>
    <dgm:cxn modelId="{A5158C4C-5382-4B6C-8142-0604F9A0B78E}" srcId="{E0832493-7027-45D0-BC02-FCF77342FC84}" destId="{3C76393F-ABE2-4769-8D9B-AC339B1D3B33}" srcOrd="0" destOrd="0" parTransId="{5A4838EB-CD3E-4638-88C3-EA6D176BA065}" sibTransId="{498E8A8A-5EA4-4809-8312-AAD98590BBC5}"/>
    <dgm:cxn modelId="{2AF7CE93-5E10-40A1-8B1A-58C1CC6EF602}" type="presOf" srcId="{5C6A24D8-A677-4F90-9AE4-8720B8EF1597}" destId="{74D73A74-9AA7-448D-95B7-9D505F8E221F}" srcOrd="0" destOrd="1" presId="urn:microsoft.com/office/officeart/2005/8/layout/vList2"/>
    <dgm:cxn modelId="{0A95168F-DE3C-4774-A539-FB1F05B50254}" type="presOf" srcId="{28EC09A4-C88D-42A8-A6FA-B08F5E05F0C4}" destId="{74D73A74-9AA7-448D-95B7-9D505F8E221F}" srcOrd="0" destOrd="5" presId="urn:microsoft.com/office/officeart/2005/8/layout/vList2"/>
    <dgm:cxn modelId="{A951080E-0E84-4BB7-B861-5536C58A3544}" type="presOf" srcId="{3C76393F-ABE2-4769-8D9B-AC339B1D3B33}" destId="{75C974E1-2FB2-4FE2-945A-5E9175F1606A}" srcOrd="0" destOrd="0" presId="urn:microsoft.com/office/officeart/2005/8/layout/vList2"/>
    <dgm:cxn modelId="{1FEBF517-4FD7-4F5E-83F7-11BD660843ED}" srcId="{6B2F26DF-0E15-4CF4-8C50-C6C99BC19480}" destId="{D577093C-21AF-4E9D-AFCD-55DB439E6AC8}" srcOrd="3" destOrd="0" parTransId="{07BEF91F-2A19-46A4-A884-A6665A71F334}" sibTransId="{60177EFB-0DF3-4D48-8527-F6FFCE6E0945}"/>
    <dgm:cxn modelId="{8D398AAE-5081-400F-98D0-CC681B2800F6}" srcId="{6B2F26DF-0E15-4CF4-8C50-C6C99BC19480}" destId="{5C6A24D8-A677-4F90-9AE4-8720B8EF1597}" srcOrd="1" destOrd="0" parTransId="{61310F7D-3E84-4A3C-969B-467220329267}" sibTransId="{EB87427F-7797-48EA-84A6-F6FFA045AF7F}"/>
    <dgm:cxn modelId="{9DD0154D-5376-434B-9098-2486005D419B}" type="presOf" srcId="{6B2F26DF-0E15-4CF4-8C50-C6C99BC19480}" destId="{670CD057-0B65-41FA-A046-69EFF7C186A2}" srcOrd="0" destOrd="0" presId="urn:microsoft.com/office/officeart/2005/8/layout/vList2"/>
    <dgm:cxn modelId="{DE374B96-7F98-44F9-AF25-1E9B33486B35}" srcId="{E0832493-7027-45D0-BC02-FCF77342FC84}" destId="{6B2F26DF-0E15-4CF4-8C50-C6C99BC19480}" srcOrd="1" destOrd="0" parTransId="{0C2640F8-9394-4D1B-BA78-FDD1AD586CC2}" sibTransId="{26B0F708-C51F-4977-8595-4EB2B2D6ACB9}"/>
    <dgm:cxn modelId="{B7BCA709-AD0E-4135-8DC2-E24ECB365B3B}" srcId="{6B2F26DF-0E15-4CF4-8C50-C6C99BC19480}" destId="{8DD52827-B8ED-41D0-996E-BCD4DDFA2FAA}" srcOrd="0" destOrd="0" parTransId="{033D6A1C-B978-44BD-A3AD-5E8C9A62EA77}" sibTransId="{AAF7C4EA-BD06-44B5-A136-9B44149B713B}"/>
    <dgm:cxn modelId="{347FF44C-5417-48BF-8BA7-E203CF510ABC}" type="presOf" srcId="{8DD52827-B8ED-41D0-996E-BCD4DDFA2FAA}" destId="{74D73A74-9AA7-448D-95B7-9D505F8E221F}" srcOrd="0" destOrd="0" presId="urn:microsoft.com/office/officeart/2005/8/layout/vList2"/>
    <dgm:cxn modelId="{E468FF74-3168-4692-8B02-53EA77E543AD}" type="presOf" srcId="{C33CB939-9B3D-4C08-B2D7-E049DFE07E05}" destId="{74D73A74-9AA7-448D-95B7-9D505F8E221F}" srcOrd="0" destOrd="4" presId="urn:microsoft.com/office/officeart/2005/8/layout/vList2"/>
    <dgm:cxn modelId="{E9D8E37A-71CB-4128-8A9E-E85E7145658E}" srcId="{6B2F26DF-0E15-4CF4-8C50-C6C99BC19480}" destId="{013211F1-D800-426B-B0B6-CBB3E24AB44C}" srcOrd="2" destOrd="0" parTransId="{88CA9D80-493A-4E7F-AE96-7FE3404A962D}" sibTransId="{4F93975A-921C-4C0A-8CC6-325A698079D1}"/>
    <dgm:cxn modelId="{9785F237-C94B-41FF-A603-2EAB0745DE25}" srcId="{6B2F26DF-0E15-4CF4-8C50-C6C99BC19480}" destId="{C33CB939-9B3D-4C08-B2D7-E049DFE07E05}" srcOrd="4" destOrd="0" parTransId="{EAAC4990-7F38-4647-B631-9890AA487276}" sibTransId="{B3AD4B08-BE85-4135-87C7-F70B91110FFC}"/>
    <dgm:cxn modelId="{ED7CDEC0-A66D-43EA-911D-D430303CA150}" type="presParOf" srcId="{B3BD3091-F014-4751-9621-08E543B6EC36}" destId="{75C974E1-2FB2-4FE2-945A-5E9175F1606A}" srcOrd="0" destOrd="0" presId="urn:microsoft.com/office/officeart/2005/8/layout/vList2"/>
    <dgm:cxn modelId="{A3C877D0-D64A-4FF8-A1C8-BE6A00922949}" type="presParOf" srcId="{B3BD3091-F014-4751-9621-08E543B6EC36}" destId="{7E28B087-27D9-4637-8E21-7197593D4C78}" srcOrd="1" destOrd="0" presId="urn:microsoft.com/office/officeart/2005/8/layout/vList2"/>
    <dgm:cxn modelId="{7BC5D8ED-B6D6-4A0A-8B8A-3966ABAF2812}" type="presParOf" srcId="{B3BD3091-F014-4751-9621-08E543B6EC36}" destId="{670CD057-0B65-41FA-A046-69EFF7C186A2}" srcOrd="2" destOrd="0" presId="urn:microsoft.com/office/officeart/2005/8/layout/vList2"/>
    <dgm:cxn modelId="{79E309CA-3A19-49B5-AED6-3020340E2149}" type="presParOf" srcId="{B3BD3091-F014-4751-9621-08E543B6EC36}" destId="{74D73A74-9AA7-448D-95B7-9D505F8E221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C64B5DA-B7D7-4CB8-A503-8EA93CB5406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3F724DD-C482-4122-904D-CFADB3B80736}">
      <dgm:prSet/>
      <dgm:spPr/>
      <dgm:t>
        <a:bodyPr/>
        <a:lstStyle/>
        <a:p>
          <a:pPr rtl="0"/>
          <a:r>
            <a:rPr lang="en-US" b="1" dirty="0" smtClean="0">
              <a:latin typeface="Times New Roman" pitchFamily="18" charset="0"/>
              <a:cs typeface="Times New Roman" pitchFamily="18" charset="0"/>
            </a:rPr>
            <a:t>Attributes of the Christian church</a:t>
          </a:r>
          <a:endParaRPr lang="en-US" dirty="0">
            <a:latin typeface="Times New Roman" pitchFamily="18" charset="0"/>
            <a:cs typeface="Times New Roman" pitchFamily="18" charset="0"/>
          </a:endParaRPr>
        </a:p>
      </dgm:t>
    </dgm:pt>
    <dgm:pt modelId="{DA8CA296-FC03-4E62-869D-C0355AFC1DA0}" type="parTrans" cxnId="{D29E20A8-2E0E-48DC-952C-E66F510A52BC}">
      <dgm:prSet/>
      <dgm:spPr/>
      <dgm:t>
        <a:bodyPr/>
        <a:lstStyle/>
        <a:p>
          <a:endParaRPr lang="en-US"/>
        </a:p>
      </dgm:t>
    </dgm:pt>
    <dgm:pt modelId="{383147B0-E994-48AF-9098-0AE635BB3A7A}" type="sibTrans" cxnId="{D29E20A8-2E0E-48DC-952C-E66F510A52BC}">
      <dgm:prSet/>
      <dgm:spPr/>
      <dgm:t>
        <a:bodyPr/>
        <a:lstStyle/>
        <a:p>
          <a:endParaRPr lang="en-US"/>
        </a:p>
      </dgm:t>
    </dgm:pt>
    <dgm:pt modelId="{E25B3FCB-F5ED-4396-B305-AB9CD64D960B}">
      <dgm:prSet/>
      <dgm:spPr/>
      <dgm:t>
        <a:bodyPr/>
        <a:lstStyle/>
        <a:p>
          <a:pPr algn="just" rtl="0"/>
          <a:r>
            <a:rPr lang="en-US" b="1" dirty="0" smtClean="0">
              <a:latin typeface="Times New Roman" pitchFamily="18" charset="0"/>
              <a:cs typeface="Times New Roman" pitchFamily="18" charset="0"/>
            </a:rPr>
            <a:t>D. The Christian Church is Apostolic</a:t>
          </a:r>
          <a:endParaRPr lang="en-US" dirty="0">
            <a:latin typeface="Times New Roman" pitchFamily="18" charset="0"/>
            <a:cs typeface="Times New Roman" pitchFamily="18" charset="0"/>
          </a:endParaRPr>
        </a:p>
      </dgm:t>
    </dgm:pt>
    <dgm:pt modelId="{92190493-F509-4F16-8171-7E1F9FD15AD0}" type="parTrans" cxnId="{AC2AA3F1-44BF-4A93-A453-E405B50DEC77}">
      <dgm:prSet/>
      <dgm:spPr/>
      <dgm:t>
        <a:bodyPr/>
        <a:lstStyle/>
        <a:p>
          <a:endParaRPr lang="en-US"/>
        </a:p>
      </dgm:t>
    </dgm:pt>
    <dgm:pt modelId="{C871DCAF-3C39-4601-B296-4E1EB3D8A1D7}" type="sibTrans" cxnId="{AC2AA3F1-44BF-4A93-A453-E405B50DEC77}">
      <dgm:prSet/>
      <dgm:spPr/>
      <dgm:t>
        <a:bodyPr/>
        <a:lstStyle/>
        <a:p>
          <a:endParaRPr lang="en-US"/>
        </a:p>
      </dgm:t>
    </dgm:pt>
    <dgm:pt modelId="{E01D7F02-F3D5-42EC-B42E-A2639D9A5D21}">
      <dgm:prSet/>
      <dgm:spPr/>
      <dgm:t>
        <a:bodyPr/>
        <a:lstStyle/>
        <a:p>
          <a:pPr algn="just" rtl="0"/>
          <a:r>
            <a:rPr lang="en-US" dirty="0" smtClean="0">
              <a:latin typeface="Times New Roman" pitchFamily="18" charset="0"/>
              <a:cs typeface="Times New Roman" pitchFamily="18" charset="0"/>
            </a:rPr>
            <a:t>The Christian Church is called apostolic, because it is built on the faith confessed by the apostles, that is, upon the apostolic confession (Matthew 16:፡ 18-19).</a:t>
          </a:r>
          <a:endParaRPr lang="en-US" dirty="0">
            <a:latin typeface="Times New Roman" pitchFamily="18" charset="0"/>
            <a:cs typeface="Times New Roman" pitchFamily="18" charset="0"/>
          </a:endParaRPr>
        </a:p>
      </dgm:t>
    </dgm:pt>
    <dgm:pt modelId="{278E6EEB-1375-4988-9C52-B195384F04E9}" type="parTrans" cxnId="{E56F7861-ECCD-423D-821B-5B7E95983BD9}">
      <dgm:prSet/>
      <dgm:spPr/>
      <dgm:t>
        <a:bodyPr/>
        <a:lstStyle/>
        <a:p>
          <a:endParaRPr lang="en-US"/>
        </a:p>
      </dgm:t>
    </dgm:pt>
    <dgm:pt modelId="{2C41F5AF-BDCF-4663-9EB7-1CA40E159AAC}" type="sibTrans" cxnId="{E56F7861-ECCD-423D-821B-5B7E95983BD9}">
      <dgm:prSet/>
      <dgm:spPr/>
      <dgm:t>
        <a:bodyPr/>
        <a:lstStyle/>
        <a:p>
          <a:endParaRPr lang="en-US"/>
        </a:p>
      </dgm:t>
    </dgm:pt>
    <dgm:pt modelId="{2D17E0BE-D556-4A5F-8B04-C94A70E46339}">
      <dgm:prSet/>
      <dgm:spPr/>
      <dgm:t>
        <a:bodyPr/>
        <a:lstStyle/>
        <a:p>
          <a:pPr algn="just" rtl="0"/>
          <a:r>
            <a:rPr lang="en-US" smtClean="0">
              <a:latin typeface="Times New Roman" pitchFamily="18" charset="0"/>
              <a:cs typeface="Times New Roman" pitchFamily="18" charset="0"/>
            </a:rPr>
            <a:t>The Members of the Church continue to grow untidily on the basis of the apostolic faith.</a:t>
          </a:r>
          <a:endParaRPr lang="en-US">
            <a:latin typeface="Times New Roman" pitchFamily="18" charset="0"/>
            <a:cs typeface="Times New Roman" pitchFamily="18" charset="0"/>
          </a:endParaRPr>
        </a:p>
      </dgm:t>
    </dgm:pt>
    <dgm:pt modelId="{1C545A05-FCB3-40CA-AE39-BA3A0104189F}" type="parTrans" cxnId="{FE4479D4-179D-4E1B-9225-155174A11DBC}">
      <dgm:prSet/>
      <dgm:spPr/>
      <dgm:t>
        <a:bodyPr/>
        <a:lstStyle/>
        <a:p>
          <a:endParaRPr lang="en-US"/>
        </a:p>
      </dgm:t>
    </dgm:pt>
    <dgm:pt modelId="{8ED284FB-0751-4240-8017-486FEBD31F84}" type="sibTrans" cxnId="{FE4479D4-179D-4E1B-9225-155174A11DBC}">
      <dgm:prSet/>
      <dgm:spPr/>
      <dgm:t>
        <a:bodyPr/>
        <a:lstStyle/>
        <a:p>
          <a:endParaRPr lang="en-US"/>
        </a:p>
      </dgm:t>
    </dgm:pt>
    <dgm:pt modelId="{A2DA190C-4C31-4D4B-97AC-A23F4A7B9915}">
      <dgm:prSet/>
      <dgm:spPr/>
      <dgm:t>
        <a:bodyPr/>
        <a:lstStyle/>
        <a:p>
          <a:pPr algn="just" rtl="0"/>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በሐዋርያትና</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በነቢያት</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መሠረት</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ላይ</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ታንጻችኋል</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የማዕዘኑም</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ራስ</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ድንጋይ</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ክርስቶስ</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ኢየሱስ</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ነው</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በእርሱም</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ሕንጻ</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ሁሉ</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እየተጋጠመ</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በጌታ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ቅዱስ</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ቤተ</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መቅደስ</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እንዲሆን</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ያድጋል</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በእርሱም</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እናንተ</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ደግሞ</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ለእግዚአብሔር</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መኖሪያ</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ለመሆን</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በመንፈስ</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አብራችሁ</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ትሠራላችሁ</a:t>
          </a:r>
          <a:r>
            <a:rPr lang="en-US" dirty="0" smtClean="0">
              <a:latin typeface="Times New Roman" pitchFamily="18" charset="0"/>
              <a:cs typeface="Times New Roman" pitchFamily="18" charset="0"/>
            </a:rPr>
            <a:t>’ (ኤፌ.2.20-22)።</a:t>
          </a:r>
          <a:endParaRPr lang="en-US" dirty="0">
            <a:latin typeface="Times New Roman" pitchFamily="18" charset="0"/>
            <a:cs typeface="Times New Roman" pitchFamily="18" charset="0"/>
          </a:endParaRPr>
        </a:p>
      </dgm:t>
    </dgm:pt>
    <dgm:pt modelId="{43787058-98CC-46EC-973C-E9956B2E67AD}" type="parTrans" cxnId="{CE10B4EF-0A2A-4A95-88D4-33BBB17C0929}">
      <dgm:prSet/>
      <dgm:spPr/>
      <dgm:t>
        <a:bodyPr/>
        <a:lstStyle/>
        <a:p>
          <a:endParaRPr lang="en-US"/>
        </a:p>
      </dgm:t>
    </dgm:pt>
    <dgm:pt modelId="{50065125-F802-45F8-B82B-1FA18BF050ED}" type="sibTrans" cxnId="{CE10B4EF-0A2A-4A95-88D4-33BBB17C0929}">
      <dgm:prSet/>
      <dgm:spPr/>
      <dgm:t>
        <a:bodyPr/>
        <a:lstStyle/>
        <a:p>
          <a:endParaRPr lang="en-US"/>
        </a:p>
      </dgm:t>
    </dgm:pt>
    <dgm:pt modelId="{C979CECF-68F7-4C56-9B58-81254A09DB9E}" type="pres">
      <dgm:prSet presAssocID="{8C64B5DA-B7D7-4CB8-A503-8EA93CB5406E}" presName="linear" presStyleCnt="0">
        <dgm:presLayoutVars>
          <dgm:animLvl val="lvl"/>
          <dgm:resizeHandles val="exact"/>
        </dgm:presLayoutVars>
      </dgm:prSet>
      <dgm:spPr/>
      <dgm:t>
        <a:bodyPr/>
        <a:lstStyle/>
        <a:p>
          <a:endParaRPr lang="en-US"/>
        </a:p>
      </dgm:t>
    </dgm:pt>
    <dgm:pt modelId="{1ECFF02D-F0A5-4E92-9605-E2F7DA36CB19}" type="pres">
      <dgm:prSet presAssocID="{B3F724DD-C482-4122-904D-CFADB3B80736}" presName="parentText" presStyleLbl="node1" presStyleIdx="0" presStyleCnt="2">
        <dgm:presLayoutVars>
          <dgm:chMax val="0"/>
          <dgm:bulletEnabled val="1"/>
        </dgm:presLayoutVars>
      </dgm:prSet>
      <dgm:spPr/>
      <dgm:t>
        <a:bodyPr/>
        <a:lstStyle/>
        <a:p>
          <a:endParaRPr lang="en-US"/>
        </a:p>
      </dgm:t>
    </dgm:pt>
    <dgm:pt modelId="{F0CAA8DA-4105-4B5B-84A6-15E48C9D512D}" type="pres">
      <dgm:prSet presAssocID="{383147B0-E994-48AF-9098-0AE635BB3A7A}" presName="spacer" presStyleCnt="0"/>
      <dgm:spPr/>
    </dgm:pt>
    <dgm:pt modelId="{C54C7AE9-8377-42B1-AA23-079B96CC54EA}" type="pres">
      <dgm:prSet presAssocID="{E25B3FCB-F5ED-4396-B305-AB9CD64D960B}" presName="parentText" presStyleLbl="node1" presStyleIdx="1" presStyleCnt="2">
        <dgm:presLayoutVars>
          <dgm:chMax val="0"/>
          <dgm:bulletEnabled val="1"/>
        </dgm:presLayoutVars>
      </dgm:prSet>
      <dgm:spPr/>
      <dgm:t>
        <a:bodyPr/>
        <a:lstStyle/>
        <a:p>
          <a:endParaRPr lang="en-US"/>
        </a:p>
      </dgm:t>
    </dgm:pt>
    <dgm:pt modelId="{048F561B-C8BD-4639-BD55-3608088BC49A}" type="pres">
      <dgm:prSet presAssocID="{E25B3FCB-F5ED-4396-B305-AB9CD64D960B}" presName="childText" presStyleLbl="revTx" presStyleIdx="0" presStyleCnt="1">
        <dgm:presLayoutVars>
          <dgm:bulletEnabled val="1"/>
        </dgm:presLayoutVars>
      </dgm:prSet>
      <dgm:spPr/>
      <dgm:t>
        <a:bodyPr/>
        <a:lstStyle/>
        <a:p>
          <a:endParaRPr lang="en-US"/>
        </a:p>
      </dgm:t>
    </dgm:pt>
  </dgm:ptLst>
  <dgm:cxnLst>
    <dgm:cxn modelId="{AC2AA3F1-44BF-4A93-A453-E405B50DEC77}" srcId="{8C64B5DA-B7D7-4CB8-A503-8EA93CB5406E}" destId="{E25B3FCB-F5ED-4396-B305-AB9CD64D960B}" srcOrd="1" destOrd="0" parTransId="{92190493-F509-4F16-8171-7E1F9FD15AD0}" sibTransId="{C871DCAF-3C39-4601-B296-4E1EB3D8A1D7}"/>
    <dgm:cxn modelId="{CE10B4EF-0A2A-4A95-88D4-33BBB17C0929}" srcId="{E25B3FCB-F5ED-4396-B305-AB9CD64D960B}" destId="{A2DA190C-4C31-4D4B-97AC-A23F4A7B9915}" srcOrd="2" destOrd="0" parTransId="{43787058-98CC-46EC-973C-E9956B2E67AD}" sibTransId="{50065125-F802-45F8-B82B-1FA18BF050ED}"/>
    <dgm:cxn modelId="{002B7C0B-76DE-4B56-90E0-956FE1443882}" type="presOf" srcId="{A2DA190C-4C31-4D4B-97AC-A23F4A7B9915}" destId="{048F561B-C8BD-4639-BD55-3608088BC49A}" srcOrd="0" destOrd="2" presId="urn:microsoft.com/office/officeart/2005/8/layout/vList2"/>
    <dgm:cxn modelId="{FE4479D4-179D-4E1B-9225-155174A11DBC}" srcId="{E25B3FCB-F5ED-4396-B305-AB9CD64D960B}" destId="{2D17E0BE-D556-4A5F-8B04-C94A70E46339}" srcOrd="1" destOrd="0" parTransId="{1C545A05-FCB3-40CA-AE39-BA3A0104189F}" sibTransId="{8ED284FB-0751-4240-8017-486FEBD31F84}"/>
    <dgm:cxn modelId="{A0320A10-ADD4-46B2-BBAB-CB557D7554C2}" type="presOf" srcId="{B3F724DD-C482-4122-904D-CFADB3B80736}" destId="{1ECFF02D-F0A5-4E92-9605-E2F7DA36CB19}" srcOrd="0" destOrd="0" presId="urn:microsoft.com/office/officeart/2005/8/layout/vList2"/>
    <dgm:cxn modelId="{E56F7861-ECCD-423D-821B-5B7E95983BD9}" srcId="{E25B3FCB-F5ED-4396-B305-AB9CD64D960B}" destId="{E01D7F02-F3D5-42EC-B42E-A2639D9A5D21}" srcOrd="0" destOrd="0" parTransId="{278E6EEB-1375-4988-9C52-B195384F04E9}" sibTransId="{2C41F5AF-BDCF-4663-9EB7-1CA40E159AAC}"/>
    <dgm:cxn modelId="{DD48C037-889E-4DC0-BCA6-5CBB0DB8C434}" type="presOf" srcId="{E01D7F02-F3D5-42EC-B42E-A2639D9A5D21}" destId="{048F561B-C8BD-4639-BD55-3608088BC49A}" srcOrd="0" destOrd="0" presId="urn:microsoft.com/office/officeart/2005/8/layout/vList2"/>
    <dgm:cxn modelId="{D29E20A8-2E0E-48DC-952C-E66F510A52BC}" srcId="{8C64B5DA-B7D7-4CB8-A503-8EA93CB5406E}" destId="{B3F724DD-C482-4122-904D-CFADB3B80736}" srcOrd="0" destOrd="0" parTransId="{DA8CA296-FC03-4E62-869D-C0355AFC1DA0}" sibTransId="{383147B0-E994-48AF-9098-0AE635BB3A7A}"/>
    <dgm:cxn modelId="{70D16EB4-DC76-4539-B335-E136A39186A2}" type="presOf" srcId="{8C64B5DA-B7D7-4CB8-A503-8EA93CB5406E}" destId="{C979CECF-68F7-4C56-9B58-81254A09DB9E}" srcOrd="0" destOrd="0" presId="urn:microsoft.com/office/officeart/2005/8/layout/vList2"/>
    <dgm:cxn modelId="{FAA5B74D-714C-42AE-B6A5-B29CDB48E671}" type="presOf" srcId="{E25B3FCB-F5ED-4396-B305-AB9CD64D960B}" destId="{C54C7AE9-8377-42B1-AA23-079B96CC54EA}" srcOrd="0" destOrd="0" presId="urn:microsoft.com/office/officeart/2005/8/layout/vList2"/>
    <dgm:cxn modelId="{0C21FB81-BD5C-4638-A8A6-38CA8E743245}" type="presOf" srcId="{2D17E0BE-D556-4A5F-8B04-C94A70E46339}" destId="{048F561B-C8BD-4639-BD55-3608088BC49A}" srcOrd="0" destOrd="1" presId="urn:microsoft.com/office/officeart/2005/8/layout/vList2"/>
    <dgm:cxn modelId="{E1FF5891-D806-49A3-B9EE-F6747C3FDD9C}" type="presParOf" srcId="{C979CECF-68F7-4C56-9B58-81254A09DB9E}" destId="{1ECFF02D-F0A5-4E92-9605-E2F7DA36CB19}" srcOrd="0" destOrd="0" presId="urn:microsoft.com/office/officeart/2005/8/layout/vList2"/>
    <dgm:cxn modelId="{D802E7AC-BA03-4C57-BBEC-B9ABDFCFCFB7}" type="presParOf" srcId="{C979CECF-68F7-4C56-9B58-81254A09DB9E}" destId="{F0CAA8DA-4105-4B5B-84A6-15E48C9D512D}" srcOrd="1" destOrd="0" presId="urn:microsoft.com/office/officeart/2005/8/layout/vList2"/>
    <dgm:cxn modelId="{F83B0311-FF0B-4AFB-8919-AB83D64A583C}" type="presParOf" srcId="{C979CECF-68F7-4C56-9B58-81254A09DB9E}" destId="{C54C7AE9-8377-42B1-AA23-079B96CC54EA}" srcOrd="2" destOrd="0" presId="urn:microsoft.com/office/officeart/2005/8/layout/vList2"/>
    <dgm:cxn modelId="{26833C52-319B-4B51-A3B5-38B3177BB816}" type="presParOf" srcId="{C979CECF-68F7-4C56-9B58-81254A09DB9E}" destId="{048F561B-C8BD-4639-BD55-3608088BC49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DEC7BDD-F1E2-4F2B-92D9-502BEA5B16D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9B13495-7F6B-4490-B459-793745D6DBDD}">
      <dgm:prSet/>
      <dgm:spPr/>
      <dgm:t>
        <a:bodyPr/>
        <a:lstStyle/>
        <a:p>
          <a:pPr algn="just" rtl="0"/>
          <a:r>
            <a:rPr lang="en-US" b="1" dirty="0" smtClean="0">
              <a:latin typeface="Times New Roman" pitchFamily="18" charset="0"/>
              <a:cs typeface="Times New Roman" pitchFamily="18" charset="0"/>
            </a:rPr>
            <a:t>CHAPTER TWO: CHURCH ADMINISTRATION</a:t>
          </a:r>
          <a:endParaRPr lang="en-US" dirty="0">
            <a:latin typeface="Times New Roman" pitchFamily="18" charset="0"/>
            <a:cs typeface="Times New Roman" pitchFamily="18" charset="0"/>
          </a:endParaRPr>
        </a:p>
      </dgm:t>
    </dgm:pt>
    <dgm:pt modelId="{9950DA96-EAA9-4732-B73F-F71821BE72FE}" type="parTrans" cxnId="{3464CC10-592E-4360-914C-280A3DEE51C2}">
      <dgm:prSet/>
      <dgm:spPr/>
      <dgm:t>
        <a:bodyPr/>
        <a:lstStyle/>
        <a:p>
          <a:endParaRPr lang="en-US"/>
        </a:p>
      </dgm:t>
    </dgm:pt>
    <dgm:pt modelId="{108949A7-C76E-4F47-8CD8-F741B24C5218}" type="sibTrans" cxnId="{3464CC10-592E-4360-914C-280A3DEE51C2}">
      <dgm:prSet/>
      <dgm:spPr/>
      <dgm:t>
        <a:bodyPr/>
        <a:lstStyle/>
        <a:p>
          <a:endParaRPr lang="en-US"/>
        </a:p>
      </dgm:t>
    </dgm:pt>
    <dgm:pt modelId="{BBB24A3C-C050-4ED7-B420-B9AFC18345D1}">
      <dgm:prSet/>
      <dgm:spPr/>
      <dgm:t>
        <a:bodyPr/>
        <a:lstStyle/>
        <a:p>
          <a:pPr algn="just" rtl="0"/>
          <a:r>
            <a:rPr lang="en-US" b="1" dirty="0" smtClean="0">
              <a:latin typeface="Times New Roman" pitchFamily="18" charset="0"/>
              <a:cs typeface="Times New Roman" pitchFamily="18" charset="0"/>
            </a:rPr>
            <a:t>2.1. Concepts  of church administration</a:t>
          </a:r>
          <a:endParaRPr lang="en-US" dirty="0">
            <a:latin typeface="Times New Roman" pitchFamily="18" charset="0"/>
            <a:cs typeface="Times New Roman" pitchFamily="18" charset="0"/>
          </a:endParaRPr>
        </a:p>
      </dgm:t>
    </dgm:pt>
    <dgm:pt modelId="{BE9CD978-515F-4F3E-B133-38BE24240504}" type="parTrans" cxnId="{AAA9534E-0890-4858-97C8-83BABC86B499}">
      <dgm:prSet/>
      <dgm:spPr/>
      <dgm:t>
        <a:bodyPr/>
        <a:lstStyle/>
        <a:p>
          <a:endParaRPr lang="en-US"/>
        </a:p>
      </dgm:t>
    </dgm:pt>
    <dgm:pt modelId="{7FFF5B2F-8502-426B-A1C5-831C0EB2C58A}" type="sibTrans" cxnId="{AAA9534E-0890-4858-97C8-83BABC86B499}">
      <dgm:prSet/>
      <dgm:spPr/>
      <dgm:t>
        <a:bodyPr/>
        <a:lstStyle/>
        <a:p>
          <a:endParaRPr lang="en-US"/>
        </a:p>
      </dgm:t>
    </dgm:pt>
    <dgm:pt modelId="{7B830EF0-6F6F-4862-884C-EBBF887946E7}">
      <dgm:prSet/>
      <dgm:spPr/>
      <dgm:t>
        <a:bodyPr/>
        <a:lstStyle/>
        <a:p>
          <a:pPr algn="just" rtl="0"/>
          <a:r>
            <a:rPr lang="en-US" dirty="0" smtClean="0">
              <a:latin typeface="Times New Roman" pitchFamily="18" charset="0"/>
              <a:cs typeface="Times New Roman" pitchFamily="18" charset="0"/>
            </a:rPr>
            <a:t>There are some basic concepts or principles about church administration, which are foundational in the Christian context. These concepts are as follows: </a:t>
          </a:r>
          <a:endParaRPr lang="en-US" dirty="0">
            <a:latin typeface="Times New Roman" pitchFamily="18" charset="0"/>
            <a:cs typeface="Times New Roman" pitchFamily="18" charset="0"/>
          </a:endParaRPr>
        </a:p>
      </dgm:t>
    </dgm:pt>
    <dgm:pt modelId="{3DDA2A46-B208-4355-91AB-19737AD5D787}" type="parTrans" cxnId="{AFC6A387-FE41-4253-ADE7-F6EA377A59E3}">
      <dgm:prSet/>
      <dgm:spPr/>
      <dgm:t>
        <a:bodyPr/>
        <a:lstStyle/>
        <a:p>
          <a:endParaRPr lang="en-US"/>
        </a:p>
      </dgm:t>
    </dgm:pt>
    <dgm:pt modelId="{26602BA2-F4F5-4384-9C87-AC0618824252}" type="sibTrans" cxnId="{AFC6A387-FE41-4253-ADE7-F6EA377A59E3}">
      <dgm:prSet/>
      <dgm:spPr/>
      <dgm:t>
        <a:bodyPr/>
        <a:lstStyle/>
        <a:p>
          <a:endParaRPr lang="en-US"/>
        </a:p>
      </dgm:t>
    </dgm:pt>
    <dgm:pt modelId="{12F579CE-9BD9-4D49-BADF-6195455CA2F1}">
      <dgm:prSet/>
      <dgm:spPr/>
      <dgm:t>
        <a:bodyPr/>
        <a:lstStyle/>
        <a:p>
          <a:pPr algn="just" rtl="0"/>
          <a:r>
            <a:rPr lang="en-US" dirty="0" smtClean="0">
              <a:latin typeface="Times New Roman" pitchFamily="18" charset="0"/>
              <a:cs typeface="Times New Roman" pitchFamily="18" charset="0"/>
            </a:rPr>
            <a:t>Each believers  in the body of Christ has a function or ministry to perform. </a:t>
          </a:r>
          <a:endParaRPr lang="en-US" dirty="0">
            <a:latin typeface="Times New Roman" pitchFamily="18" charset="0"/>
            <a:cs typeface="Times New Roman" pitchFamily="18" charset="0"/>
          </a:endParaRPr>
        </a:p>
      </dgm:t>
    </dgm:pt>
    <dgm:pt modelId="{906C083D-AB74-4BB5-B0AB-3FEC2927DCCF}" type="parTrans" cxnId="{1CC3EECC-9A06-4F55-89E6-24A62DEB2DAA}">
      <dgm:prSet/>
      <dgm:spPr/>
      <dgm:t>
        <a:bodyPr/>
        <a:lstStyle/>
        <a:p>
          <a:endParaRPr lang="en-US"/>
        </a:p>
      </dgm:t>
    </dgm:pt>
    <dgm:pt modelId="{E6754FFC-43FE-4F8F-8937-93770E66AF6C}" type="sibTrans" cxnId="{1CC3EECC-9A06-4F55-89E6-24A62DEB2DAA}">
      <dgm:prSet/>
      <dgm:spPr/>
      <dgm:t>
        <a:bodyPr/>
        <a:lstStyle/>
        <a:p>
          <a:endParaRPr lang="en-US"/>
        </a:p>
      </dgm:t>
    </dgm:pt>
    <dgm:pt modelId="{B53ABEDB-1127-40BB-B233-361DCEBA409B}">
      <dgm:prSet/>
      <dgm:spPr/>
      <dgm:t>
        <a:bodyPr/>
        <a:lstStyle/>
        <a:p>
          <a:pPr algn="just" rtl="0"/>
          <a:r>
            <a:rPr lang="en-US" dirty="0" smtClean="0">
              <a:latin typeface="Times New Roman" pitchFamily="18" charset="0"/>
              <a:cs typeface="Times New Roman" pitchFamily="18" charset="0"/>
            </a:rPr>
            <a:t>The ultimate aim of church leaders should be that of serving the church  rather than that of being served. </a:t>
          </a:r>
          <a:endParaRPr lang="en-US" dirty="0">
            <a:latin typeface="Times New Roman" pitchFamily="18" charset="0"/>
            <a:cs typeface="Times New Roman" pitchFamily="18" charset="0"/>
          </a:endParaRPr>
        </a:p>
      </dgm:t>
    </dgm:pt>
    <dgm:pt modelId="{1916D726-0F16-4173-B291-C96253705734}" type="parTrans" cxnId="{D18E3460-DB3A-4A01-8AC8-B919806AC72A}">
      <dgm:prSet/>
      <dgm:spPr/>
      <dgm:t>
        <a:bodyPr/>
        <a:lstStyle/>
        <a:p>
          <a:endParaRPr lang="en-US"/>
        </a:p>
      </dgm:t>
    </dgm:pt>
    <dgm:pt modelId="{5CC8D16D-527D-4B3E-92D4-79A38483D369}" type="sibTrans" cxnId="{D18E3460-DB3A-4A01-8AC8-B919806AC72A}">
      <dgm:prSet/>
      <dgm:spPr/>
      <dgm:t>
        <a:bodyPr/>
        <a:lstStyle/>
        <a:p>
          <a:endParaRPr lang="en-US"/>
        </a:p>
      </dgm:t>
    </dgm:pt>
    <dgm:pt modelId="{FCF1D0F1-B666-4F0C-81E5-96A639DF98A8}">
      <dgm:prSet/>
      <dgm:spPr/>
      <dgm:t>
        <a:bodyPr/>
        <a:lstStyle/>
        <a:p>
          <a:pPr algn="just" rtl="0"/>
          <a:r>
            <a:rPr lang="en-US" dirty="0" smtClean="0">
              <a:latin typeface="Times New Roman" pitchFamily="18" charset="0"/>
              <a:cs typeface="Times New Roman" pitchFamily="18" charset="0"/>
            </a:rPr>
            <a:t>Church Leaders must be willing to accept responsibility for directing the ministries of the church.</a:t>
          </a:r>
          <a:endParaRPr lang="en-US" dirty="0">
            <a:latin typeface="Times New Roman" pitchFamily="18" charset="0"/>
            <a:cs typeface="Times New Roman" pitchFamily="18" charset="0"/>
          </a:endParaRPr>
        </a:p>
      </dgm:t>
    </dgm:pt>
    <dgm:pt modelId="{7ED04B40-4EAA-465D-9D1E-114F201A6FAF}" type="parTrans" cxnId="{98157FF7-0A1A-4E6C-AF9E-F3F29D52F926}">
      <dgm:prSet/>
      <dgm:spPr/>
      <dgm:t>
        <a:bodyPr/>
        <a:lstStyle/>
        <a:p>
          <a:endParaRPr lang="en-US"/>
        </a:p>
      </dgm:t>
    </dgm:pt>
    <dgm:pt modelId="{210A4376-574A-4CD7-A17B-79CE47357D36}" type="sibTrans" cxnId="{98157FF7-0A1A-4E6C-AF9E-F3F29D52F926}">
      <dgm:prSet/>
      <dgm:spPr/>
      <dgm:t>
        <a:bodyPr/>
        <a:lstStyle/>
        <a:p>
          <a:endParaRPr lang="en-US"/>
        </a:p>
      </dgm:t>
    </dgm:pt>
    <dgm:pt modelId="{2B3C87BD-3CA6-4346-8C56-8F21B83695EA}">
      <dgm:prSet/>
      <dgm:spPr/>
      <dgm:t>
        <a:bodyPr/>
        <a:lstStyle/>
        <a:p>
          <a:pPr algn="just" rtl="0"/>
          <a:r>
            <a:rPr lang="en-US" dirty="0" smtClean="0">
              <a:latin typeface="Times New Roman" pitchFamily="18" charset="0"/>
              <a:cs typeface="Times New Roman" pitchFamily="18" charset="0"/>
            </a:rPr>
            <a:t>A clearly defined administrative structure is essential. </a:t>
          </a:r>
          <a:endParaRPr lang="en-US" dirty="0">
            <a:latin typeface="Times New Roman" pitchFamily="18" charset="0"/>
            <a:cs typeface="Times New Roman" pitchFamily="18" charset="0"/>
          </a:endParaRPr>
        </a:p>
      </dgm:t>
    </dgm:pt>
    <dgm:pt modelId="{41695858-B04D-402E-9857-70C70D1FC813}" type="parTrans" cxnId="{101DA2E1-0D4F-40C0-BD8C-A34FBA942BA2}">
      <dgm:prSet/>
      <dgm:spPr/>
      <dgm:t>
        <a:bodyPr/>
        <a:lstStyle/>
        <a:p>
          <a:endParaRPr lang="en-US"/>
        </a:p>
      </dgm:t>
    </dgm:pt>
    <dgm:pt modelId="{9DC0F5A4-C3E2-4656-9C04-EF9CFCCBEB1B}" type="sibTrans" cxnId="{101DA2E1-0D4F-40C0-BD8C-A34FBA942BA2}">
      <dgm:prSet/>
      <dgm:spPr/>
      <dgm:t>
        <a:bodyPr/>
        <a:lstStyle/>
        <a:p>
          <a:endParaRPr lang="en-US"/>
        </a:p>
      </dgm:t>
    </dgm:pt>
    <dgm:pt modelId="{C013E62C-9FCD-4865-97D9-6438DA304002}">
      <dgm:prSet/>
      <dgm:spPr/>
      <dgm:t>
        <a:bodyPr/>
        <a:lstStyle/>
        <a:p>
          <a:pPr algn="just" rtl="0"/>
          <a:r>
            <a:rPr lang="en-US" dirty="0" smtClean="0">
              <a:latin typeface="Times New Roman" pitchFamily="18" charset="0"/>
              <a:cs typeface="Times New Roman" pitchFamily="18" charset="0"/>
            </a:rPr>
            <a:t>All positions in church ministry are important. </a:t>
          </a:r>
          <a:endParaRPr lang="en-US" dirty="0">
            <a:latin typeface="Times New Roman" pitchFamily="18" charset="0"/>
            <a:cs typeface="Times New Roman" pitchFamily="18" charset="0"/>
          </a:endParaRPr>
        </a:p>
      </dgm:t>
    </dgm:pt>
    <dgm:pt modelId="{E3EF89A4-FB7D-4B06-AF6B-A0983F7ADA30}" type="parTrans" cxnId="{CF9BBD20-64BD-4E68-840A-D2AABD77BA21}">
      <dgm:prSet/>
      <dgm:spPr/>
      <dgm:t>
        <a:bodyPr/>
        <a:lstStyle/>
        <a:p>
          <a:endParaRPr lang="en-US"/>
        </a:p>
      </dgm:t>
    </dgm:pt>
    <dgm:pt modelId="{7CA88091-2271-462F-A6E6-0F99E545DFEE}" type="sibTrans" cxnId="{CF9BBD20-64BD-4E68-840A-D2AABD77BA21}">
      <dgm:prSet/>
      <dgm:spPr/>
      <dgm:t>
        <a:bodyPr/>
        <a:lstStyle/>
        <a:p>
          <a:endParaRPr lang="en-US"/>
        </a:p>
      </dgm:t>
    </dgm:pt>
    <dgm:pt modelId="{EB03C6BE-33FF-41CF-B795-0C27FFFD420B}">
      <dgm:prSet/>
      <dgm:spPr/>
      <dgm:t>
        <a:bodyPr/>
        <a:lstStyle/>
        <a:p>
          <a:pPr algn="just" rtl="0"/>
          <a:r>
            <a:rPr lang="en-US" dirty="0" smtClean="0">
              <a:latin typeface="Times New Roman" pitchFamily="18" charset="0"/>
              <a:cs typeface="Times New Roman" pitchFamily="18" charset="0"/>
            </a:rPr>
            <a:t>Policies of administration need to be written and communicated openly. </a:t>
          </a:r>
          <a:endParaRPr lang="en-US" dirty="0">
            <a:latin typeface="Times New Roman" pitchFamily="18" charset="0"/>
            <a:cs typeface="Times New Roman" pitchFamily="18" charset="0"/>
          </a:endParaRPr>
        </a:p>
      </dgm:t>
    </dgm:pt>
    <dgm:pt modelId="{0C450EBC-154F-42B2-8661-E77215C57A24}" type="parTrans" cxnId="{B27B42C9-5A95-4F2F-ABF3-95FB12062C5C}">
      <dgm:prSet/>
      <dgm:spPr/>
      <dgm:t>
        <a:bodyPr/>
        <a:lstStyle/>
        <a:p>
          <a:endParaRPr lang="en-US"/>
        </a:p>
      </dgm:t>
    </dgm:pt>
    <dgm:pt modelId="{4C093F7C-FBA5-4759-B16E-4AABAFD36D0C}" type="sibTrans" cxnId="{B27B42C9-5A95-4F2F-ABF3-95FB12062C5C}">
      <dgm:prSet/>
      <dgm:spPr/>
      <dgm:t>
        <a:bodyPr/>
        <a:lstStyle/>
        <a:p>
          <a:endParaRPr lang="en-US"/>
        </a:p>
      </dgm:t>
    </dgm:pt>
    <dgm:pt modelId="{89910549-8807-486D-9350-1CC6C45D4E47}">
      <dgm:prSet/>
      <dgm:spPr/>
      <dgm:t>
        <a:bodyPr/>
        <a:lstStyle/>
        <a:p>
          <a:pPr algn="just" rtl="0"/>
          <a:r>
            <a:rPr lang="en-US" smtClean="0">
              <a:latin typeface="Times New Roman" pitchFamily="18" charset="0"/>
              <a:cs typeface="Times New Roman" pitchFamily="18" charset="0"/>
            </a:rPr>
            <a:t>Delegating responsibilities to others is a vital part of administrative leadership. </a:t>
          </a:r>
          <a:endParaRPr lang="en-US">
            <a:latin typeface="Times New Roman" pitchFamily="18" charset="0"/>
            <a:cs typeface="Times New Roman" pitchFamily="18" charset="0"/>
          </a:endParaRPr>
        </a:p>
      </dgm:t>
    </dgm:pt>
    <dgm:pt modelId="{74DCA888-D637-4C1C-838D-7BB70AD43219}" type="parTrans" cxnId="{6F37762F-1616-4F62-BF3C-4C3701029225}">
      <dgm:prSet/>
      <dgm:spPr/>
      <dgm:t>
        <a:bodyPr/>
        <a:lstStyle/>
        <a:p>
          <a:endParaRPr lang="en-US"/>
        </a:p>
      </dgm:t>
    </dgm:pt>
    <dgm:pt modelId="{9462104F-9817-4012-8EF7-B02C71CAB5EB}" type="sibTrans" cxnId="{6F37762F-1616-4F62-BF3C-4C3701029225}">
      <dgm:prSet/>
      <dgm:spPr/>
      <dgm:t>
        <a:bodyPr/>
        <a:lstStyle/>
        <a:p>
          <a:endParaRPr lang="en-US"/>
        </a:p>
      </dgm:t>
    </dgm:pt>
    <dgm:pt modelId="{FE3F572E-E977-4C3D-80DE-51BAA467D80C}">
      <dgm:prSet/>
      <dgm:spPr/>
      <dgm:t>
        <a:bodyPr/>
        <a:lstStyle/>
        <a:p>
          <a:pPr algn="just" rtl="0"/>
          <a:r>
            <a:rPr lang="en-US" dirty="0" smtClean="0">
              <a:latin typeface="Times New Roman" pitchFamily="18" charset="0"/>
              <a:cs typeface="Times New Roman" pitchFamily="18" charset="0"/>
            </a:rPr>
            <a:t>Developing, motivating, and staffing lay leaders in positions of responsibilities are one of the most important functions of Church  leadership.</a:t>
          </a:r>
          <a:endParaRPr lang="en-US" dirty="0">
            <a:latin typeface="Times New Roman" pitchFamily="18" charset="0"/>
            <a:cs typeface="Times New Roman" pitchFamily="18" charset="0"/>
          </a:endParaRPr>
        </a:p>
      </dgm:t>
    </dgm:pt>
    <dgm:pt modelId="{B4301D15-CA0B-4B59-9761-51F943D4E653}" type="parTrans" cxnId="{8399269A-00C9-4265-8B72-42F4545407BC}">
      <dgm:prSet/>
      <dgm:spPr/>
      <dgm:t>
        <a:bodyPr/>
        <a:lstStyle/>
        <a:p>
          <a:endParaRPr lang="en-US"/>
        </a:p>
      </dgm:t>
    </dgm:pt>
    <dgm:pt modelId="{5D3F5AF6-46CD-4F62-A4AB-8FDC1F775DD2}" type="sibTrans" cxnId="{8399269A-00C9-4265-8B72-42F4545407BC}">
      <dgm:prSet/>
      <dgm:spPr/>
      <dgm:t>
        <a:bodyPr/>
        <a:lstStyle/>
        <a:p>
          <a:endParaRPr lang="en-US"/>
        </a:p>
      </dgm:t>
    </dgm:pt>
    <dgm:pt modelId="{CEFEDBE3-030E-40EC-81BD-11D2346EC01F}">
      <dgm:prSet/>
      <dgm:spPr/>
      <dgm:t>
        <a:bodyPr/>
        <a:lstStyle/>
        <a:p>
          <a:pPr algn="just" rtl="0"/>
          <a:r>
            <a:rPr lang="en-US" dirty="0" smtClean="0">
              <a:latin typeface="Times New Roman" pitchFamily="18" charset="0"/>
              <a:cs typeface="Times New Roman" pitchFamily="18" charset="0"/>
            </a:rPr>
            <a:t>Laities  are more important than structure. </a:t>
          </a:r>
          <a:endParaRPr lang="en-US" dirty="0">
            <a:latin typeface="Times New Roman" pitchFamily="18" charset="0"/>
            <a:cs typeface="Times New Roman" pitchFamily="18" charset="0"/>
          </a:endParaRPr>
        </a:p>
      </dgm:t>
    </dgm:pt>
    <dgm:pt modelId="{F2FC7CBC-FDEF-4CE6-945E-C90B167DD774}" type="parTrans" cxnId="{6FC608BD-CC43-46F9-BDBE-1E0E98F1BFB1}">
      <dgm:prSet/>
      <dgm:spPr/>
      <dgm:t>
        <a:bodyPr/>
        <a:lstStyle/>
        <a:p>
          <a:endParaRPr lang="en-US"/>
        </a:p>
      </dgm:t>
    </dgm:pt>
    <dgm:pt modelId="{120A51FD-1388-4AC7-9F01-B0D2628E2A0B}" type="sibTrans" cxnId="{6FC608BD-CC43-46F9-BDBE-1E0E98F1BFB1}">
      <dgm:prSet/>
      <dgm:spPr/>
      <dgm:t>
        <a:bodyPr/>
        <a:lstStyle/>
        <a:p>
          <a:endParaRPr lang="en-US"/>
        </a:p>
      </dgm:t>
    </dgm:pt>
    <dgm:pt modelId="{2765DC3D-5B26-4635-85C4-1016D4732B95}" type="pres">
      <dgm:prSet presAssocID="{3DEC7BDD-F1E2-4F2B-92D9-502BEA5B16DF}" presName="linear" presStyleCnt="0">
        <dgm:presLayoutVars>
          <dgm:animLvl val="lvl"/>
          <dgm:resizeHandles val="exact"/>
        </dgm:presLayoutVars>
      </dgm:prSet>
      <dgm:spPr/>
      <dgm:t>
        <a:bodyPr/>
        <a:lstStyle/>
        <a:p>
          <a:endParaRPr lang="en-US"/>
        </a:p>
      </dgm:t>
    </dgm:pt>
    <dgm:pt modelId="{2AAAA354-2B76-46B4-B9F4-A268E475F1C6}" type="pres">
      <dgm:prSet presAssocID="{89B13495-7F6B-4490-B459-793745D6DBDD}" presName="parentText" presStyleLbl="node1" presStyleIdx="0" presStyleCnt="2" custLinFactY="-4463" custLinFactNeighborY="-100000">
        <dgm:presLayoutVars>
          <dgm:chMax val="0"/>
          <dgm:bulletEnabled val="1"/>
        </dgm:presLayoutVars>
      </dgm:prSet>
      <dgm:spPr/>
      <dgm:t>
        <a:bodyPr/>
        <a:lstStyle/>
        <a:p>
          <a:endParaRPr lang="en-US"/>
        </a:p>
      </dgm:t>
    </dgm:pt>
    <dgm:pt modelId="{D9FF17E5-C1C1-4094-846F-17E7CB5A5EC5}" type="pres">
      <dgm:prSet presAssocID="{108949A7-C76E-4F47-8CD8-F741B24C5218}" presName="spacer" presStyleCnt="0"/>
      <dgm:spPr/>
    </dgm:pt>
    <dgm:pt modelId="{884A80BE-180B-41ED-A534-FBDB29EDE4C1}" type="pres">
      <dgm:prSet presAssocID="{BBB24A3C-C050-4ED7-B420-B9AFC18345D1}" presName="parentText" presStyleLbl="node1" presStyleIdx="1" presStyleCnt="2" custLinFactNeighborY="-2311">
        <dgm:presLayoutVars>
          <dgm:chMax val="0"/>
          <dgm:bulletEnabled val="1"/>
        </dgm:presLayoutVars>
      </dgm:prSet>
      <dgm:spPr/>
      <dgm:t>
        <a:bodyPr/>
        <a:lstStyle/>
        <a:p>
          <a:endParaRPr lang="en-US"/>
        </a:p>
      </dgm:t>
    </dgm:pt>
    <dgm:pt modelId="{CFE298D5-A2F9-4D85-A0E0-CDCBCFF7B7EA}" type="pres">
      <dgm:prSet presAssocID="{BBB24A3C-C050-4ED7-B420-B9AFC18345D1}" presName="childText" presStyleLbl="revTx" presStyleIdx="0" presStyleCnt="1" custScaleY="118662">
        <dgm:presLayoutVars>
          <dgm:bulletEnabled val="1"/>
        </dgm:presLayoutVars>
      </dgm:prSet>
      <dgm:spPr/>
      <dgm:t>
        <a:bodyPr/>
        <a:lstStyle/>
        <a:p>
          <a:endParaRPr lang="en-US"/>
        </a:p>
      </dgm:t>
    </dgm:pt>
  </dgm:ptLst>
  <dgm:cxnLst>
    <dgm:cxn modelId="{1F0E6A93-3F85-476A-8D28-B949CBEC0A1E}" type="presOf" srcId="{7B830EF0-6F6F-4862-884C-EBBF887946E7}" destId="{CFE298D5-A2F9-4D85-A0E0-CDCBCFF7B7EA}" srcOrd="0" destOrd="0" presId="urn:microsoft.com/office/officeart/2005/8/layout/vList2"/>
    <dgm:cxn modelId="{AAA9534E-0890-4858-97C8-83BABC86B499}" srcId="{3DEC7BDD-F1E2-4F2B-92D9-502BEA5B16DF}" destId="{BBB24A3C-C050-4ED7-B420-B9AFC18345D1}" srcOrd="1" destOrd="0" parTransId="{BE9CD978-515F-4F3E-B133-38BE24240504}" sibTransId="{7FFF5B2F-8502-426B-A1C5-831C0EB2C58A}"/>
    <dgm:cxn modelId="{6F37762F-1616-4F62-BF3C-4C3701029225}" srcId="{BBB24A3C-C050-4ED7-B420-B9AFC18345D1}" destId="{89910549-8807-486D-9350-1CC6C45D4E47}" srcOrd="8" destOrd="0" parTransId="{74DCA888-D637-4C1C-838D-7BB70AD43219}" sibTransId="{9462104F-9817-4012-8EF7-B02C71CAB5EB}"/>
    <dgm:cxn modelId="{33521EBC-DC05-41EA-B44A-E7634D5BA074}" type="presOf" srcId="{C013E62C-9FCD-4865-97D9-6438DA304002}" destId="{CFE298D5-A2F9-4D85-A0E0-CDCBCFF7B7EA}" srcOrd="0" destOrd="6" presId="urn:microsoft.com/office/officeart/2005/8/layout/vList2"/>
    <dgm:cxn modelId="{D18E3460-DB3A-4A01-8AC8-B919806AC72A}" srcId="{BBB24A3C-C050-4ED7-B420-B9AFC18345D1}" destId="{B53ABEDB-1127-40BB-B233-361DCEBA409B}" srcOrd="2" destOrd="0" parTransId="{1916D726-0F16-4173-B291-C96253705734}" sibTransId="{5CC8D16D-527D-4B3E-92D4-79A38483D369}"/>
    <dgm:cxn modelId="{E9E588F4-B50C-4281-8BC5-E684C8ADD23A}" type="presOf" srcId="{89910549-8807-486D-9350-1CC6C45D4E47}" destId="{CFE298D5-A2F9-4D85-A0E0-CDCBCFF7B7EA}" srcOrd="0" destOrd="8" presId="urn:microsoft.com/office/officeart/2005/8/layout/vList2"/>
    <dgm:cxn modelId="{157A348E-9851-4E67-BF11-9F61D2D69DC4}" type="presOf" srcId="{EB03C6BE-33FF-41CF-B795-0C27FFFD420B}" destId="{CFE298D5-A2F9-4D85-A0E0-CDCBCFF7B7EA}" srcOrd="0" destOrd="7" presId="urn:microsoft.com/office/officeart/2005/8/layout/vList2"/>
    <dgm:cxn modelId="{A115B21B-BE1A-40E6-B025-184A995313AC}" type="presOf" srcId="{B53ABEDB-1127-40BB-B233-361DCEBA409B}" destId="{CFE298D5-A2F9-4D85-A0E0-CDCBCFF7B7EA}" srcOrd="0" destOrd="2" presId="urn:microsoft.com/office/officeart/2005/8/layout/vList2"/>
    <dgm:cxn modelId="{C5429171-AE3F-46E1-8B90-1C1F57EB5B74}" type="presOf" srcId="{89B13495-7F6B-4490-B459-793745D6DBDD}" destId="{2AAAA354-2B76-46B4-B9F4-A268E475F1C6}" srcOrd="0" destOrd="0" presId="urn:microsoft.com/office/officeart/2005/8/layout/vList2"/>
    <dgm:cxn modelId="{101DA2E1-0D4F-40C0-BD8C-A34FBA942BA2}" srcId="{BBB24A3C-C050-4ED7-B420-B9AFC18345D1}" destId="{2B3C87BD-3CA6-4346-8C56-8F21B83695EA}" srcOrd="5" destOrd="0" parTransId="{41695858-B04D-402E-9857-70C70D1FC813}" sibTransId="{9DC0F5A4-C3E2-4656-9C04-EF9CFCCBEB1B}"/>
    <dgm:cxn modelId="{AFC6A387-FE41-4253-ADE7-F6EA377A59E3}" srcId="{BBB24A3C-C050-4ED7-B420-B9AFC18345D1}" destId="{7B830EF0-6F6F-4862-884C-EBBF887946E7}" srcOrd="0" destOrd="0" parTransId="{3DDA2A46-B208-4355-91AB-19737AD5D787}" sibTransId="{26602BA2-F4F5-4384-9C87-AC0618824252}"/>
    <dgm:cxn modelId="{963C2540-F33C-4649-B14A-BA33046DF790}" type="presOf" srcId="{3DEC7BDD-F1E2-4F2B-92D9-502BEA5B16DF}" destId="{2765DC3D-5B26-4635-85C4-1016D4732B95}" srcOrd="0" destOrd="0" presId="urn:microsoft.com/office/officeart/2005/8/layout/vList2"/>
    <dgm:cxn modelId="{598C70B7-2F2A-489D-9446-45837830671C}" type="presOf" srcId="{FCF1D0F1-B666-4F0C-81E5-96A639DF98A8}" destId="{CFE298D5-A2F9-4D85-A0E0-CDCBCFF7B7EA}" srcOrd="0" destOrd="3" presId="urn:microsoft.com/office/officeart/2005/8/layout/vList2"/>
    <dgm:cxn modelId="{98157FF7-0A1A-4E6C-AF9E-F3F29D52F926}" srcId="{BBB24A3C-C050-4ED7-B420-B9AFC18345D1}" destId="{FCF1D0F1-B666-4F0C-81E5-96A639DF98A8}" srcOrd="3" destOrd="0" parTransId="{7ED04B40-4EAA-465D-9D1E-114F201A6FAF}" sibTransId="{210A4376-574A-4CD7-A17B-79CE47357D36}"/>
    <dgm:cxn modelId="{3464CC10-592E-4360-914C-280A3DEE51C2}" srcId="{3DEC7BDD-F1E2-4F2B-92D9-502BEA5B16DF}" destId="{89B13495-7F6B-4490-B459-793745D6DBDD}" srcOrd="0" destOrd="0" parTransId="{9950DA96-EAA9-4732-B73F-F71821BE72FE}" sibTransId="{108949A7-C76E-4F47-8CD8-F741B24C5218}"/>
    <dgm:cxn modelId="{20BA9B3C-82D5-4B8D-85EF-D556EDAFF6F4}" type="presOf" srcId="{CEFEDBE3-030E-40EC-81BD-11D2346EC01F}" destId="{CFE298D5-A2F9-4D85-A0E0-CDCBCFF7B7EA}" srcOrd="0" destOrd="4" presId="urn:microsoft.com/office/officeart/2005/8/layout/vList2"/>
    <dgm:cxn modelId="{FA1EBE06-A30F-4136-8E1D-526BE4EDC269}" type="presOf" srcId="{FE3F572E-E977-4C3D-80DE-51BAA467D80C}" destId="{CFE298D5-A2F9-4D85-A0E0-CDCBCFF7B7EA}" srcOrd="0" destOrd="9" presId="urn:microsoft.com/office/officeart/2005/8/layout/vList2"/>
    <dgm:cxn modelId="{1CC3EECC-9A06-4F55-89E6-24A62DEB2DAA}" srcId="{BBB24A3C-C050-4ED7-B420-B9AFC18345D1}" destId="{12F579CE-9BD9-4D49-BADF-6195455CA2F1}" srcOrd="1" destOrd="0" parTransId="{906C083D-AB74-4BB5-B0AB-3FEC2927DCCF}" sibTransId="{E6754FFC-43FE-4F8F-8937-93770E66AF6C}"/>
    <dgm:cxn modelId="{8399269A-00C9-4265-8B72-42F4545407BC}" srcId="{BBB24A3C-C050-4ED7-B420-B9AFC18345D1}" destId="{FE3F572E-E977-4C3D-80DE-51BAA467D80C}" srcOrd="9" destOrd="0" parTransId="{B4301D15-CA0B-4B59-9761-51F943D4E653}" sibTransId="{5D3F5AF6-46CD-4F62-A4AB-8FDC1F775DD2}"/>
    <dgm:cxn modelId="{69554ACC-65FD-4990-8816-475C496D4217}" type="presOf" srcId="{2B3C87BD-3CA6-4346-8C56-8F21B83695EA}" destId="{CFE298D5-A2F9-4D85-A0E0-CDCBCFF7B7EA}" srcOrd="0" destOrd="5" presId="urn:microsoft.com/office/officeart/2005/8/layout/vList2"/>
    <dgm:cxn modelId="{6FC608BD-CC43-46F9-BDBE-1E0E98F1BFB1}" srcId="{BBB24A3C-C050-4ED7-B420-B9AFC18345D1}" destId="{CEFEDBE3-030E-40EC-81BD-11D2346EC01F}" srcOrd="4" destOrd="0" parTransId="{F2FC7CBC-FDEF-4CE6-945E-C90B167DD774}" sibTransId="{120A51FD-1388-4AC7-9F01-B0D2628E2A0B}"/>
    <dgm:cxn modelId="{CF9BBD20-64BD-4E68-840A-D2AABD77BA21}" srcId="{BBB24A3C-C050-4ED7-B420-B9AFC18345D1}" destId="{C013E62C-9FCD-4865-97D9-6438DA304002}" srcOrd="6" destOrd="0" parTransId="{E3EF89A4-FB7D-4B06-AF6B-A0983F7ADA30}" sibTransId="{7CA88091-2271-462F-A6E6-0F99E545DFEE}"/>
    <dgm:cxn modelId="{B27B42C9-5A95-4F2F-ABF3-95FB12062C5C}" srcId="{BBB24A3C-C050-4ED7-B420-B9AFC18345D1}" destId="{EB03C6BE-33FF-41CF-B795-0C27FFFD420B}" srcOrd="7" destOrd="0" parTransId="{0C450EBC-154F-42B2-8661-E77215C57A24}" sibTransId="{4C093F7C-FBA5-4759-B16E-4AABAFD36D0C}"/>
    <dgm:cxn modelId="{DC58B632-4AE9-4159-9C01-90C560E6CCD1}" type="presOf" srcId="{12F579CE-9BD9-4D49-BADF-6195455CA2F1}" destId="{CFE298D5-A2F9-4D85-A0E0-CDCBCFF7B7EA}" srcOrd="0" destOrd="1" presId="urn:microsoft.com/office/officeart/2005/8/layout/vList2"/>
    <dgm:cxn modelId="{32DDBB68-ECB8-4689-968C-3ECDF5A2EF80}" type="presOf" srcId="{BBB24A3C-C050-4ED7-B420-B9AFC18345D1}" destId="{884A80BE-180B-41ED-A534-FBDB29EDE4C1}" srcOrd="0" destOrd="0" presId="urn:microsoft.com/office/officeart/2005/8/layout/vList2"/>
    <dgm:cxn modelId="{E55DB5B4-75C4-4041-BD60-787519DCCA33}" type="presParOf" srcId="{2765DC3D-5B26-4635-85C4-1016D4732B95}" destId="{2AAAA354-2B76-46B4-B9F4-A268E475F1C6}" srcOrd="0" destOrd="0" presId="urn:microsoft.com/office/officeart/2005/8/layout/vList2"/>
    <dgm:cxn modelId="{10B6A2E7-D3F6-438F-AC16-2B8DD20D8E38}" type="presParOf" srcId="{2765DC3D-5B26-4635-85C4-1016D4732B95}" destId="{D9FF17E5-C1C1-4094-846F-17E7CB5A5EC5}" srcOrd="1" destOrd="0" presId="urn:microsoft.com/office/officeart/2005/8/layout/vList2"/>
    <dgm:cxn modelId="{F00DF632-61CC-46AB-B4B4-A747B20A5757}" type="presParOf" srcId="{2765DC3D-5B26-4635-85C4-1016D4732B95}" destId="{884A80BE-180B-41ED-A534-FBDB29EDE4C1}" srcOrd="2" destOrd="0" presId="urn:microsoft.com/office/officeart/2005/8/layout/vList2"/>
    <dgm:cxn modelId="{5085A03B-C592-4699-BEC0-3D66F4EAB9C7}" type="presParOf" srcId="{2765DC3D-5B26-4635-85C4-1016D4732B95}" destId="{CFE298D5-A2F9-4D85-A0E0-CDCBCFF7B7E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4905476-6274-4282-9723-A4A42BDE3AB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4C2A0DB-E265-40D3-9718-78BA99347596}">
      <dgm:prSet/>
      <dgm:spPr/>
      <dgm:t>
        <a:bodyPr/>
        <a:lstStyle/>
        <a:p>
          <a:pPr algn="just" rtl="0"/>
          <a:r>
            <a:rPr lang="en-US" b="1" dirty="0" smtClean="0">
              <a:latin typeface="Times New Roman" pitchFamily="18" charset="0"/>
              <a:cs typeface="Times New Roman" pitchFamily="18" charset="0"/>
            </a:rPr>
            <a:t>2.2. Definition of Church Administration </a:t>
          </a:r>
          <a:endParaRPr lang="en-US" dirty="0">
            <a:latin typeface="Times New Roman" pitchFamily="18" charset="0"/>
            <a:cs typeface="Times New Roman" pitchFamily="18" charset="0"/>
          </a:endParaRPr>
        </a:p>
      </dgm:t>
    </dgm:pt>
    <dgm:pt modelId="{1881D3AC-708F-4DEA-8E16-5293EDE859EC}" type="parTrans" cxnId="{12B0799D-A3E4-4E8A-AEE5-2A5C99728E67}">
      <dgm:prSet/>
      <dgm:spPr/>
      <dgm:t>
        <a:bodyPr/>
        <a:lstStyle/>
        <a:p>
          <a:endParaRPr lang="en-US"/>
        </a:p>
      </dgm:t>
    </dgm:pt>
    <dgm:pt modelId="{BF78EFAB-B0DC-4399-971A-F554C4C9D9BE}" type="sibTrans" cxnId="{12B0799D-A3E4-4E8A-AEE5-2A5C99728E67}">
      <dgm:prSet/>
      <dgm:spPr/>
      <dgm:t>
        <a:bodyPr/>
        <a:lstStyle/>
        <a:p>
          <a:endParaRPr lang="en-US"/>
        </a:p>
      </dgm:t>
    </dgm:pt>
    <dgm:pt modelId="{7BA57B1B-95E4-44D4-8B30-D8F22AB45148}">
      <dgm:prSet/>
      <dgm:spPr/>
      <dgm:t>
        <a:bodyPr/>
        <a:lstStyle/>
        <a:p>
          <a:pPr algn="just" rtl="0"/>
          <a:r>
            <a:rPr lang="en-US" dirty="0" smtClean="0">
              <a:latin typeface="Times New Roman" pitchFamily="18" charset="0"/>
              <a:cs typeface="Times New Roman" pitchFamily="18" charset="0"/>
            </a:rPr>
            <a:t>The Bible presents the concept of Church administration </a:t>
          </a:r>
          <a:r>
            <a:rPr lang="en-US" i="1" dirty="0" smtClean="0">
              <a:latin typeface="Times New Roman" pitchFamily="18" charset="0"/>
              <a:cs typeface="Times New Roman" pitchFamily="18" charset="0"/>
            </a:rPr>
            <a:t>as a gift from God</a:t>
          </a:r>
          <a:r>
            <a:rPr lang="en-US" dirty="0" smtClean="0">
              <a:latin typeface="Times New Roman" pitchFamily="18" charset="0"/>
              <a:cs typeface="Times New Roman" pitchFamily="18" charset="0"/>
            </a:rPr>
            <a:t>. When we look at the letter of Paul to the Corinthians, we read that and in the Church,  God has appointed... those with gifts of administration (1 Cor. 12:28).</a:t>
          </a:r>
          <a:endParaRPr lang="en-US" dirty="0">
            <a:latin typeface="Times New Roman" pitchFamily="18" charset="0"/>
            <a:cs typeface="Times New Roman" pitchFamily="18" charset="0"/>
          </a:endParaRPr>
        </a:p>
      </dgm:t>
    </dgm:pt>
    <dgm:pt modelId="{4BBB8FA8-AE8C-4A08-B4AD-C99901D1A5BB}" type="parTrans" cxnId="{D9444BA2-5D14-4329-8D08-E6D30823786B}">
      <dgm:prSet/>
      <dgm:spPr/>
      <dgm:t>
        <a:bodyPr/>
        <a:lstStyle/>
        <a:p>
          <a:endParaRPr lang="en-US"/>
        </a:p>
      </dgm:t>
    </dgm:pt>
    <dgm:pt modelId="{547652B4-257E-49D8-9D7C-64EDDB09D07A}" type="sibTrans" cxnId="{D9444BA2-5D14-4329-8D08-E6D30823786B}">
      <dgm:prSet/>
      <dgm:spPr/>
      <dgm:t>
        <a:bodyPr/>
        <a:lstStyle/>
        <a:p>
          <a:endParaRPr lang="en-US"/>
        </a:p>
      </dgm:t>
    </dgm:pt>
    <dgm:pt modelId="{0BE519AE-0920-4220-BB63-971F9D6FA6E5}">
      <dgm:prSet/>
      <dgm:spPr/>
      <dgm:t>
        <a:bodyPr/>
        <a:lstStyle/>
        <a:p>
          <a:pPr algn="just" rtl="0"/>
          <a:r>
            <a:rPr lang="en-US" dirty="0" smtClean="0">
              <a:latin typeface="Times New Roman" pitchFamily="18" charset="0"/>
              <a:cs typeface="Times New Roman" pitchFamily="18" charset="0"/>
            </a:rPr>
            <a:t>Church administration is spiritual service to the Body of Christ which involves the wise stewardship of God's resources for the accomplishment of the work of ministry. </a:t>
          </a:r>
          <a:endParaRPr lang="en-US" dirty="0">
            <a:latin typeface="Times New Roman" pitchFamily="18" charset="0"/>
            <a:cs typeface="Times New Roman" pitchFamily="18" charset="0"/>
          </a:endParaRPr>
        </a:p>
      </dgm:t>
    </dgm:pt>
    <dgm:pt modelId="{273CEE82-C0F9-454D-9570-4D8B4159BB41}" type="parTrans" cxnId="{3C1DFC7E-0D53-4C76-9CEE-22F914B88DDE}">
      <dgm:prSet/>
      <dgm:spPr/>
      <dgm:t>
        <a:bodyPr/>
        <a:lstStyle/>
        <a:p>
          <a:endParaRPr lang="en-US"/>
        </a:p>
      </dgm:t>
    </dgm:pt>
    <dgm:pt modelId="{9CD3964E-3C10-4DF7-B31B-F0F3496AF10C}" type="sibTrans" cxnId="{3C1DFC7E-0D53-4C76-9CEE-22F914B88DDE}">
      <dgm:prSet/>
      <dgm:spPr/>
      <dgm:t>
        <a:bodyPr/>
        <a:lstStyle/>
        <a:p>
          <a:endParaRPr lang="en-US"/>
        </a:p>
      </dgm:t>
    </dgm:pt>
    <dgm:pt modelId="{48DA170D-8F85-44CE-9081-343727D0BC40}">
      <dgm:prSet/>
      <dgm:spPr/>
      <dgm:t>
        <a:bodyPr/>
        <a:lstStyle/>
        <a:p>
          <a:pPr algn="just" rtl="0"/>
          <a:r>
            <a:rPr lang="en-US" b="0" dirty="0" smtClean="0">
              <a:latin typeface="Times New Roman" pitchFamily="18" charset="0"/>
              <a:cs typeface="Times New Roman" pitchFamily="18" charset="0"/>
            </a:rPr>
            <a:t>Church Administration </a:t>
          </a:r>
          <a:r>
            <a:rPr lang="en-US" dirty="0" smtClean="0">
              <a:latin typeface="Times New Roman" pitchFamily="18" charset="0"/>
              <a:cs typeface="Times New Roman" pitchFamily="18" charset="0"/>
            </a:rPr>
            <a:t>has to do with the organization of church ministry, and with the operations that govern that organization</a:t>
          </a:r>
          <a:endParaRPr lang="en-US" dirty="0">
            <a:latin typeface="Times New Roman" pitchFamily="18" charset="0"/>
            <a:cs typeface="Times New Roman" pitchFamily="18" charset="0"/>
          </a:endParaRPr>
        </a:p>
      </dgm:t>
    </dgm:pt>
    <dgm:pt modelId="{2548DD8B-D75C-4057-AF21-067D4651F261}" type="parTrans" cxnId="{36356D36-3B2A-4C6F-BF25-F3C84D964AFA}">
      <dgm:prSet/>
      <dgm:spPr/>
      <dgm:t>
        <a:bodyPr/>
        <a:lstStyle/>
        <a:p>
          <a:endParaRPr lang="en-US"/>
        </a:p>
      </dgm:t>
    </dgm:pt>
    <dgm:pt modelId="{E601D90B-768C-4ABC-ACB6-4A9E2D0D7B18}" type="sibTrans" cxnId="{36356D36-3B2A-4C6F-BF25-F3C84D964AFA}">
      <dgm:prSet/>
      <dgm:spPr/>
      <dgm:t>
        <a:bodyPr/>
        <a:lstStyle/>
        <a:p>
          <a:endParaRPr lang="en-US"/>
        </a:p>
      </dgm:t>
    </dgm:pt>
    <dgm:pt modelId="{C1509635-B006-4D9A-9E92-661E4A29C4DD}">
      <dgm:prSet/>
      <dgm:spPr/>
      <dgm:t>
        <a:bodyPr/>
        <a:lstStyle/>
        <a:p>
          <a:pPr algn="just" rtl="0"/>
          <a:r>
            <a:rPr lang="en-US" b="0" dirty="0" smtClean="0">
              <a:latin typeface="Times New Roman" pitchFamily="18" charset="0"/>
              <a:cs typeface="Times New Roman" pitchFamily="18" charset="0"/>
            </a:rPr>
            <a:t>Church Administration </a:t>
          </a:r>
          <a:r>
            <a:rPr lang="en-US" dirty="0" smtClean="0">
              <a:latin typeface="Times New Roman" pitchFamily="18" charset="0"/>
              <a:cs typeface="Times New Roman" pitchFamily="18" charset="0"/>
            </a:rPr>
            <a:t>is the leadership which equips the church to be the church and to do the work of the church only. </a:t>
          </a:r>
          <a:endParaRPr lang="en-US" dirty="0">
            <a:latin typeface="Times New Roman" pitchFamily="18" charset="0"/>
            <a:cs typeface="Times New Roman" pitchFamily="18" charset="0"/>
          </a:endParaRPr>
        </a:p>
      </dgm:t>
    </dgm:pt>
    <dgm:pt modelId="{A8B34A7F-A7BA-4247-8AD2-426A7B0B5748}" type="parTrans" cxnId="{67DEEE18-BDEE-4CF2-94A3-5AADF677E4B4}">
      <dgm:prSet/>
      <dgm:spPr/>
      <dgm:t>
        <a:bodyPr/>
        <a:lstStyle/>
        <a:p>
          <a:endParaRPr lang="en-US"/>
        </a:p>
      </dgm:t>
    </dgm:pt>
    <dgm:pt modelId="{15D5ACFC-B9F4-496B-A27F-D1F406F0B3AF}" type="sibTrans" cxnId="{67DEEE18-BDEE-4CF2-94A3-5AADF677E4B4}">
      <dgm:prSet/>
      <dgm:spPr/>
      <dgm:t>
        <a:bodyPr/>
        <a:lstStyle/>
        <a:p>
          <a:endParaRPr lang="en-US"/>
        </a:p>
      </dgm:t>
    </dgm:pt>
    <dgm:pt modelId="{928F603E-048F-48E3-9BED-6E28D02C2FD8}">
      <dgm:prSet/>
      <dgm:spPr/>
      <dgm:t>
        <a:bodyPr/>
        <a:lstStyle/>
        <a:p>
          <a:pPr algn="just" rtl="0"/>
          <a:r>
            <a:rPr lang="en-US" b="0" dirty="0" smtClean="0">
              <a:latin typeface="Times New Roman" pitchFamily="18" charset="0"/>
              <a:cs typeface="Times New Roman" pitchFamily="18" charset="0"/>
            </a:rPr>
            <a:t>Church Administration </a:t>
          </a:r>
          <a:r>
            <a:rPr lang="en-US" dirty="0" smtClean="0">
              <a:latin typeface="Times New Roman" pitchFamily="18" charset="0"/>
              <a:cs typeface="Times New Roman" pitchFamily="18" charset="0"/>
            </a:rPr>
            <a:t>is the guidance provided by church leaders as they lead the church to use its spiritual, human, physical, and financial resources to move the church toward reaching its goals and fulfilling its affirmed purpose (Charles, 1985).</a:t>
          </a:r>
          <a:endParaRPr lang="en-US" dirty="0">
            <a:latin typeface="Times New Roman" pitchFamily="18" charset="0"/>
            <a:cs typeface="Times New Roman" pitchFamily="18" charset="0"/>
          </a:endParaRPr>
        </a:p>
      </dgm:t>
    </dgm:pt>
    <dgm:pt modelId="{51645371-7796-4CA8-99B5-AD44496C056B}" type="parTrans" cxnId="{86FC57B5-5E4D-44A9-90D6-4B2827B8E397}">
      <dgm:prSet/>
      <dgm:spPr/>
      <dgm:t>
        <a:bodyPr/>
        <a:lstStyle/>
        <a:p>
          <a:endParaRPr lang="en-US"/>
        </a:p>
      </dgm:t>
    </dgm:pt>
    <dgm:pt modelId="{E01C378E-6B7D-498A-AF49-484FF61B0656}" type="sibTrans" cxnId="{86FC57B5-5E4D-44A9-90D6-4B2827B8E397}">
      <dgm:prSet/>
      <dgm:spPr/>
      <dgm:t>
        <a:bodyPr/>
        <a:lstStyle/>
        <a:p>
          <a:endParaRPr lang="en-US"/>
        </a:p>
      </dgm:t>
    </dgm:pt>
    <dgm:pt modelId="{56840907-6443-466D-B02B-9930B324A7A5}">
      <dgm:prSet/>
      <dgm:spPr/>
      <dgm:t>
        <a:bodyPr/>
        <a:lstStyle/>
        <a:p>
          <a:pPr algn="just" rtl="0"/>
          <a:r>
            <a:rPr lang="en-US" b="0" dirty="0" smtClean="0">
              <a:latin typeface="Times New Roman" pitchFamily="18" charset="0"/>
              <a:cs typeface="Times New Roman" pitchFamily="18" charset="0"/>
            </a:rPr>
            <a:t>Church Administration  </a:t>
          </a:r>
          <a:r>
            <a:rPr lang="en-US" dirty="0" smtClean="0">
              <a:latin typeface="Times New Roman" pitchFamily="18" charset="0"/>
              <a:cs typeface="Times New Roman" pitchFamily="18" charset="0"/>
            </a:rPr>
            <a:t>is the process of providing the efficient services to the ministry along with satisfying the happiness and will of God (Charles 1985).</a:t>
          </a:r>
          <a:endParaRPr lang="en-US" dirty="0">
            <a:latin typeface="Times New Roman" pitchFamily="18" charset="0"/>
            <a:cs typeface="Times New Roman" pitchFamily="18" charset="0"/>
          </a:endParaRPr>
        </a:p>
      </dgm:t>
    </dgm:pt>
    <dgm:pt modelId="{12C044A6-6BAF-4682-A081-F21677A2EFF9}" type="parTrans" cxnId="{43E52BA8-4144-48A8-84B6-049777119628}">
      <dgm:prSet/>
      <dgm:spPr/>
      <dgm:t>
        <a:bodyPr/>
        <a:lstStyle/>
        <a:p>
          <a:endParaRPr lang="en-US"/>
        </a:p>
      </dgm:t>
    </dgm:pt>
    <dgm:pt modelId="{723C66D0-EDB1-46BC-99A5-F26EB591FF38}" type="sibTrans" cxnId="{43E52BA8-4144-48A8-84B6-049777119628}">
      <dgm:prSet/>
      <dgm:spPr/>
      <dgm:t>
        <a:bodyPr/>
        <a:lstStyle/>
        <a:p>
          <a:endParaRPr lang="en-US"/>
        </a:p>
      </dgm:t>
    </dgm:pt>
    <dgm:pt modelId="{9F1754D5-57DB-4B98-BB6C-67EC7E015FB7}">
      <dgm:prSet/>
      <dgm:spPr/>
      <dgm:t>
        <a:bodyPr/>
        <a:lstStyle/>
        <a:p>
          <a:pPr algn="just" rtl="0"/>
          <a:r>
            <a:rPr lang="en-US" dirty="0" smtClean="0">
              <a:latin typeface="Times New Roman" pitchFamily="18" charset="0"/>
              <a:cs typeface="Times New Roman" pitchFamily="18" charset="0"/>
            </a:rPr>
            <a:t>Whatever you do, work heartily, as for the Lord and not for men, knowing that from the Lord you will receive the inheritance as your reward. You are serving the Lord Christ (Colossians 3:23-24)</a:t>
          </a:r>
          <a:endParaRPr lang="en-US" dirty="0">
            <a:latin typeface="Times New Roman" pitchFamily="18" charset="0"/>
            <a:cs typeface="Times New Roman" pitchFamily="18" charset="0"/>
          </a:endParaRPr>
        </a:p>
      </dgm:t>
    </dgm:pt>
    <dgm:pt modelId="{EFBB8523-7FC0-4661-9256-E4A8173CB6DE}" type="parTrans" cxnId="{4330AABC-E672-46C4-AB04-E67C8DB39F1F}">
      <dgm:prSet/>
      <dgm:spPr/>
      <dgm:t>
        <a:bodyPr/>
        <a:lstStyle/>
        <a:p>
          <a:endParaRPr lang="en-US"/>
        </a:p>
      </dgm:t>
    </dgm:pt>
    <dgm:pt modelId="{1C2C62F5-5E85-4946-ABC7-967F5E643B3F}" type="sibTrans" cxnId="{4330AABC-E672-46C4-AB04-E67C8DB39F1F}">
      <dgm:prSet/>
      <dgm:spPr/>
      <dgm:t>
        <a:bodyPr/>
        <a:lstStyle/>
        <a:p>
          <a:endParaRPr lang="en-US"/>
        </a:p>
      </dgm:t>
    </dgm:pt>
    <dgm:pt modelId="{A4E23B30-5312-4EAA-838D-CA910224D4B6}">
      <dgm:prSet/>
      <dgm:spPr/>
      <dgm:t>
        <a:bodyPr/>
        <a:lstStyle/>
        <a:p>
          <a:pPr algn="just" rtl="0"/>
          <a:r>
            <a:rPr lang="en-US" dirty="0" smtClean="0">
              <a:latin typeface="Times New Roman" pitchFamily="18" charset="0"/>
              <a:cs typeface="Times New Roman" pitchFamily="18" charset="0"/>
            </a:rPr>
            <a:t>Throughout the New Testament, there are four main categories of church administration that are written of the </a:t>
          </a:r>
          <a:r>
            <a:rPr lang="en-US" i="1" dirty="0" smtClean="0">
              <a:latin typeface="Times New Roman" pitchFamily="18" charset="0"/>
              <a:cs typeface="Times New Roman" pitchFamily="18" charset="0"/>
            </a:rPr>
            <a:t>head pastor </a:t>
          </a:r>
          <a:r>
            <a:rPr lang="en-US" dirty="0" smtClean="0">
              <a:latin typeface="Times New Roman" pitchFamily="18" charset="0"/>
              <a:cs typeface="Times New Roman" pitchFamily="18" charset="0"/>
            </a:rPr>
            <a:t>(Eph. 1:22), </a:t>
          </a:r>
          <a:r>
            <a:rPr lang="en-US" i="1" dirty="0" smtClean="0">
              <a:latin typeface="Times New Roman" pitchFamily="18" charset="0"/>
              <a:cs typeface="Times New Roman" pitchFamily="18" charset="0"/>
            </a:rPr>
            <a:t>deacons</a:t>
          </a:r>
          <a:r>
            <a:rPr lang="en-US" dirty="0" smtClean="0">
              <a:latin typeface="Times New Roman" pitchFamily="18" charset="0"/>
              <a:cs typeface="Times New Roman" pitchFamily="18" charset="0"/>
            </a:rPr>
            <a:t> (Rom. 16:1), </a:t>
          </a:r>
          <a:r>
            <a:rPr lang="en-US" i="1" dirty="0" smtClean="0">
              <a:latin typeface="Times New Roman" pitchFamily="18" charset="0"/>
              <a:cs typeface="Times New Roman" pitchFamily="18" charset="0"/>
            </a:rPr>
            <a:t>elders </a:t>
          </a:r>
          <a:r>
            <a:rPr lang="en-US" dirty="0" smtClean="0">
              <a:latin typeface="Times New Roman" pitchFamily="18" charset="0"/>
              <a:cs typeface="Times New Roman" pitchFamily="18" charset="0"/>
            </a:rPr>
            <a:t>(1 Tim.5:17), and </a:t>
          </a:r>
          <a:r>
            <a:rPr lang="en-US" i="1" dirty="0" smtClean="0">
              <a:latin typeface="Times New Roman" pitchFamily="18" charset="0"/>
              <a:cs typeface="Times New Roman" pitchFamily="18" charset="0"/>
            </a:rPr>
            <a:t>the flock</a:t>
          </a:r>
          <a:r>
            <a:rPr lang="en-US" dirty="0" smtClean="0">
              <a:latin typeface="Times New Roman" pitchFamily="18" charset="0"/>
              <a:cs typeface="Times New Roman" pitchFamily="18" charset="0"/>
            </a:rPr>
            <a:t>, which is often called the body of Christ.</a:t>
          </a:r>
          <a:endParaRPr lang="en-US" dirty="0">
            <a:latin typeface="Times New Roman" pitchFamily="18" charset="0"/>
            <a:cs typeface="Times New Roman" pitchFamily="18" charset="0"/>
          </a:endParaRPr>
        </a:p>
      </dgm:t>
    </dgm:pt>
    <dgm:pt modelId="{5161C435-BE33-4978-B802-9D774794FE14}" type="parTrans" cxnId="{C9191DA9-9467-4AED-B187-787256E43557}">
      <dgm:prSet/>
      <dgm:spPr/>
      <dgm:t>
        <a:bodyPr/>
        <a:lstStyle/>
        <a:p>
          <a:endParaRPr lang="en-US"/>
        </a:p>
      </dgm:t>
    </dgm:pt>
    <dgm:pt modelId="{9D35190F-7E20-4024-9624-5F4FBFC3A238}" type="sibTrans" cxnId="{C9191DA9-9467-4AED-B187-787256E43557}">
      <dgm:prSet/>
      <dgm:spPr/>
      <dgm:t>
        <a:bodyPr/>
        <a:lstStyle/>
        <a:p>
          <a:endParaRPr lang="en-US"/>
        </a:p>
      </dgm:t>
    </dgm:pt>
    <dgm:pt modelId="{E9CF3DC4-AF9F-42FD-80BE-2634DE6C67AE}" type="pres">
      <dgm:prSet presAssocID="{E4905476-6274-4282-9723-A4A42BDE3AB8}" presName="linear" presStyleCnt="0">
        <dgm:presLayoutVars>
          <dgm:animLvl val="lvl"/>
          <dgm:resizeHandles val="exact"/>
        </dgm:presLayoutVars>
      </dgm:prSet>
      <dgm:spPr/>
      <dgm:t>
        <a:bodyPr/>
        <a:lstStyle/>
        <a:p>
          <a:endParaRPr lang="en-US"/>
        </a:p>
      </dgm:t>
    </dgm:pt>
    <dgm:pt modelId="{03E51B06-AFC9-4500-BE37-C8FEB375C90C}" type="pres">
      <dgm:prSet presAssocID="{84C2A0DB-E265-40D3-9718-78BA99347596}" presName="parentText" presStyleLbl="node1" presStyleIdx="0" presStyleCnt="1" custLinFactNeighborY="-1307">
        <dgm:presLayoutVars>
          <dgm:chMax val="0"/>
          <dgm:bulletEnabled val="1"/>
        </dgm:presLayoutVars>
      </dgm:prSet>
      <dgm:spPr/>
      <dgm:t>
        <a:bodyPr/>
        <a:lstStyle/>
        <a:p>
          <a:endParaRPr lang="en-US"/>
        </a:p>
      </dgm:t>
    </dgm:pt>
    <dgm:pt modelId="{70859DD1-A6FF-465E-B94C-B4421BD01B87}" type="pres">
      <dgm:prSet presAssocID="{84C2A0DB-E265-40D3-9718-78BA99347596}" presName="childText" presStyleLbl="revTx" presStyleIdx="0" presStyleCnt="1" custScaleY="109640">
        <dgm:presLayoutVars>
          <dgm:bulletEnabled val="1"/>
        </dgm:presLayoutVars>
      </dgm:prSet>
      <dgm:spPr/>
      <dgm:t>
        <a:bodyPr/>
        <a:lstStyle/>
        <a:p>
          <a:endParaRPr lang="en-US"/>
        </a:p>
      </dgm:t>
    </dgm:pt>
  </dgm:ptLst>
  <dgm:cxnLst>
    <dgm:cxn modelId="{12B0799D-A3E4-4E8A-AEE5-2A5C99728E67}" srcId="{E4905476-6274-4282-9723-A4A42BDE3AB8}" destId="{84C2A0DB-E265-40D3-9718-78BA99347596}" srcOrd="0" destOrd="0" parTransId="{1881D3AC-708F-4DEA-8E16-5293EDE859EC}" sibTransId="{BF78EFAB-B0DC-4399-971A-F554C4C9D9BE}"/>
    <dgm:cxn modelId="{36356D36-3B2A-4C6F-BF25-F3C84D964AFA}" srcId="{84C2A0DB-E265-40D3-9718-78BA99347596}" destId="{48DA170D-8F85-44CE-9081-343727D0BC40}" srcOrd="2" destOrd="0" parTransId="{2548DD8B-D75C-4057-AF21-067D4651F261}" sibTransId="{E601D90B-768C-4ABC-ACB6-4A9E2D0D7B18}"/>
    <dgm:cxn modelId="{DB3411D2-7D74-47C3-94A7-7B0445D2ECE2}" type="presOf" srcId="{9F1754D5-57DB-4B98-BB6C-67EC7E015FB7}" destId="{70859DD1-A6FF-465E-B94C-B4421BD01B87}" srcOrd="0" destOrd="6" presId="urn:microsoft.com/office/officeart/2005/8/layout/vList2"/>
    <dgm:cxn modelId="{20F5C91F-36E5-429C-9088-645879C72495}" type="presOf" srcId="{48DA170D-8F85-44CE-9081-343727D0BC40}" destId="{70859DD1-A6FF-465E-B94C-B4421BD01B87}" srcOrd="0" destOrd="2" presId="urn:microsoft.com/office/officeart/2005/8/layout/vList2"/>
    <dgm:cxn modelId="{D9444BA2-5D14-4329-8D08-E6D30823786B}" srcId="{84C2A0DB-E265-40D3-9718-78BA99347596}" destId="{7BA57B1B-95E4-44D4-8B30-D8F22AB45148}" srcOrd="0" destOrd="0" parTransId="{4BBB8FA8-AE8C-4A08-B4AD-C99901D1A5BB}" sibTransId="{547652B4-257E-49D8-9D7C-64EDDB09D07A}"/>
    <dgm:cxn modelId="{10408A4A-E3B8-4688-8285-1B1CBD173198}" type="presOf" srcId="{0BE519AE-0920-4220-BB63-971F9D6FA6E5}" destId="{70859DD1-A6FF-465E-B94C-B4421BD01B87}" srcOrd="0" destOrd="1" presId="urn:microsoft.com/office/officeart/2005/8/layout/vList2"/>
    <dgm:cxn modelId="{78FD5F97-84BB-41BF-960A-4B16A5517D1D}" type="presOf" srcId="{56840907-6443-466D-B02B-9930B324A7A5}" destId="{70859DD1-A6FF-465E-B94C-B4421BD01B87}" srcOrd="0" destOrd="5" presId="urn:microsoft.com/office/officeart/2005/8/layout/vList2"/>
    <dgm:cxn modelId="{4330AABC-E672-46C4-AB04-E67C8DB39F1F}" srcId="{84C2A0DB-E265-40D3-9718-78BA99347596}" destId="{9F1754D5-57DB-4B98-BB6C-67EC7E015FB7}" srcOrd="6" destOrd="0" parTransId="{EFBB8523-7FC0-4661-9256-E4A8173CB6DE}" sibTransId="{1C2C62F5-5E85-4946-ABC7-967F5E643B3F}"/>
    <dgm:cxn modelId="{C9191DA9-9467-4AED-B187-787256E43557}" srcId="{84C2A0DB-E265-40D3-9718-78BA99347596}" destId="{A4E23B30-5312-4EAA-838D-CA910224D4B6}" srcOrd="7" destOrd="0" parTransId="{5161C435-BE33-4978-B802-9D774794FE14}" sibTransId="{9D35190F-7E20-4024-9624-5F4FBFC3A238}"/>
    <dgm:cxn modelId="{E380C8E0-86B0-407B-9274-6861B7538A73}" type="presOf" srcId="{928F603E-048F-48E3-9BED-6E28D02C2FD8}" destId="{70859DD1-A6FF-465E-B94C-B4421BD01B87}" srcOrd="0" destOrd="4" presId="urn:microsoft.com/office/officeart/2005/8/layout/vList2"/>
    <dgm:cxn modelId="{03AD4CC6-A3F9-4CC7-8B17-F35E1927FA49}" type="presOf" srcId="{84C2A0DB-E265-40D3-9718-78BA99347596}" destId="{03E51B06-AFC9-4500-BE37-C8FEB375C90C}" srcOrd="0" destOrd="0" presId="urn:microsoft.com/office/officeart/2005/8/layout/vList2"/>
    <dgm:cxn modelId="{6F707BF2-3698-41D8-A01F-7BC9729EE5D8}" type="presOf" srcId="{7BA57B1B-95E4-44D4-8B30-D8F22AB45148}" destId="{70859DD1-A6FF-465E-B94C-B4421BD01B87}" srcOrd="0" destOrd="0" presId="urn:microsoft.com/office/officeart/2005/8/layout/vList2"/>
    <dgm:cxn modelId="{86FC57B5-5E4D-44A9-90D6-4B2827B8E397}" srcId="{84C2A0DB-E265-40D3-9718-78BA99347596}" destId="{928F603E-048F-48E3-9BED-6E28D02C2FD8}" srcOrd="4" destOrd="0" parTransId="{51645371-7796-4CA8-99B5-AD44496C056B}" sibTransId="{E01C378E-6B7D-498A-AF49-484FF61B0656}"/>
    <dgm:cxn modelId="{EA48E054-82BF-4927-BBD2-646249F6BE00}" type="presOf" srcId="{A4E23B30-5312-4EAA-838D-CA910224D4B6}" destId="{70859DD1-A6FF-465E-B94C-B4421BD01B87}" srcOrd="0" destOrd="7" presId="urn:microsoft.com/office/officeart/2005/8/layout/vList2"/>
    <dgm:cxn modelId="{43E52BA8-4144-48A8-84B6-049777119628}" srcId="{84C2A0DB-E265-40D3-9718-78BA99347596}" destId="{56840907-6443-466D-B02B-9930B324A7A5}" srcOrd="5" destOrd="0" parTransId="{12C044A6-6BAF-4682-A081-F21677A2EFF9}" sibTransId="{723C66D0-EDB1-46BC-99A5-F26EB591FF38}"/>
    <dgm:cxn modelId="{3C1DFC7E-0D53-4C76-9CEE-22F914B88DDE}" srcId="{84C2A0DB-E265-40D3-9718-78BA99347596}" destId="{0BE519AE-0920-4220-BB63-971F9D6FA6E5}" srcOrd="1" destOrd="0" parTransId="{273CEE82-C0F9-454D-9570-4D8B4159BB41}" sibTransId="{9CD3964E-3C10-4DF7-B31B-F0F3496AF10C}"/>
    <dgm:cxn modelId="{58679DFF-93E2-4151-92A7-411308DFC7C8}" type="presOf" srcId="{C1509635-B006-4D9A-9E92-661E4A29C4DD}" destId="{70859DD1-A6FF-465E-B94C-B4421BD01B87}" srcOrd="0" destOrd="3" presId="urn:microsoft.com/office/officeart/2005/8/layout/vList2"/>
    <dgm:cxn modelId="{455E4ABC-6A32-4B1C-9596-C807ABF63DC0}" type="presOf" srcId="{E4905476-6274-4282-9723-A4A42BDE3AB8}" destId="{E9CF3DC4-AF9F-42FD-80BE-2634DE6C67AE}" srcOrd="0" destOrd="0" presId="urn:microsoft.com/office/officeart/2005/8/layout/vList2"/>
    <dgm:cxn modelId="{67DEEE18-BDEE-4CF2-94A3-5AADF677E4B4}" srcId="{84C2A0DB-E265-40D3-9718-78BA99347596}" destId="{C1509635-B006-4D9A-9E92-661E4A29C4DD}" srcOrd="3" destOrd="0" parTransId="{A8B34A7F-A7BA-4247-8AD2-426A7B0B5748}" sibTransId="{15D5ACFC-B9F4-496B-A27F-D1F406F0B3AF}"/>
    <dgm:cxn modelId="{6D330256-F1C1-4001-841D-8BB28C948135}" type="presParOf" srcId="{E9CF3DC4-AF9F-42FD-80BE-2634DE6C67AE}" destId="{03E51B06-AFC9-4500-BE37-C8FEB375C90C}" srcOrd="0" destOrd="0" presId="urn:microsoft.com/office/officeart/2005/8/layout/vList2"/>
    <dgm:cxn modelId="{20EED80A-7540-4E5F-B621-501FCBE9F928}" type="presParOf" srcId="{E9CF3DC4-AF9F-42FD-80BE-2634DE6C67AE}" destId="{70859DD1-A6FF-465E-B94C-B4421BD01B87}"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D15B7A9-6E69-4DBA-9E2B-D0B31A9C9C8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B4094C0-893B-41FA-B2CC-84B7FA9229D5}">
      <dgm:prSet custT="1"/>
      <dgm:spPr/>
      <dgm:t>
        <a:bodyPr/>
        <a:lstStyle/>
        <a:p>
          <a:pPr rtl="0"/>
          <a:r>
            <a:rPr lang="en-US" sz="2400" b="1" dirty="0" smtClean="0">
              <a:latin typeface="Times New Roman" pitchFamily="18" charset="0"/>
              <a:cs typeface="Times New Roman" pitchFamily="18" charset="0"/>
            </a:rPr>
            <a:t>2.3. The Purposes of Church Administration</a:t>
          </a:r>
          <a:endParaRPr lang="en-US" sz="2400" dirty="0">
            <a:latin typeface="Times New Roman" pitchFamily="18" charset="0"/>
            <a:cs typeface="Times New Roman" pitchFamily="18" charset="0"/>
          </a:endParaRPr>
        </a:p>
      </dgm:t>
    </dgm:pt>
    <dgm:pt modelId="{7E4A575C-5A7E-412D-B997-53D506806191}" type="parTrans" cxnId="{99539479-BDF9-4542-AEDA-933C51FE9D5B}">
      <dgm:prSet/>
      <dgm:spPr/>
      <dgm:t>
        <a:bodyPr/>
        <a:lstStyle/>
        <a:p>
          <a:endParaRPr lang="en-US"/>
        </a:p>
      </dgm:t>
    </dgm:pt>
    <dgm:pt modelId="{1287A02B-0E78-4061-8122-70425EFED651}" type="sibTrans" cxnId="{99539479-BDF9-4542-AEDA-933C51FE9D5B}">
      <dgm:prSet/>
      <dgm:spPr/>
      <dgm:t>
        <a:bodyPr/>
        <a:lstStyle/>
        <a:p>
          <a:endParaRPr lang="en-US"/>
        </a:p>
      </dgm:t>
    </dgm:pt>
    <dgm:pt modelId="{DC9AF36D-8E1F-4D51-8205-925BDDD4568A}">
      <dgm:prSet custT="1"/>
      <dgm:spPr/>
      <dgm:t>
        <a:bodyPr/>
        <a:lstStyle/>
        <a:p>
          <a:pPr algn="just" rtl="0">
            <a:lnSpc>
              <a:spcPct val="100000"/>
            </a:lnSpc>
            <a:spcAft>
              <a:spcPts val="0"/>
            </a:spcAft>
          </a:pPr>
          <a:r>
            <a:rPr lang="en-US" sz="2700" dirty="0" smtClean="0">
              <a:latin typeface="Times New Roman" pitchFamily="18" charset="0"/>
              <a:cs typeface="Times New Roman" pitchFamily="18" charset="0"/>
            </a:rPr>
            <a:t>The effective use of church administration is directed the church towards achieving the following:</a:t>
          </a:r>
          <a:endParaRPr lang="en-US" sz="2700" dirty="0">
            <a:latin typeface="Times New Roman" pitchFamily="18" charset="0"/>
            <a:cs typeface="Times New Roman" pitchFamily="18" charset="0"/>
          </a:endParaRPr>
        </a:p>
      </dgm:t>
    </dgm:pt>
    <dgm:pt modelId="{5EB5A6EB-F2B6-4588-93DC-B7B54C00A9BB}" type="parTrans" cxnId="{0E33E54F-F474-4DA4-B37C-940463A0D5F1}">
      <dgm:prSet/>
      <dgm:spPr/>
      <dgm:t>
        <a:bodyPr/>
        <a:lstStyle/>
        <a:p>
          <a:endParaRPr lang="en-US"/>
        </a:p>
      </dgm:t>
    </dgm:pt>
    <dgm:pt modelId="{50BCF0CB-D8C7-4012-A697-E4F3FCF7DCE0}" type="sibTrans" cxnId="{0E33E54F-F474-4DA4-B37C-940463A0D5F1}">
      <dgm:prSet/>
      <dgm:spPr/>
      <dgm:t>
        <a:bodyPr/>
        <a:lstStyle/>
        <a:p>
          <a:endParaRPr lang="en-US"/>
        </a:p>
      </dgm:t>
    </dgm:pt>
    <dgm:pt modelId="{966CCCD9-4291-42F8-8895-990FB89EFC3B}">
      <dgm:prSet custT="1"/>
      <dgm:spPr/>
      <dgm:t>
        <a:bodyPr/>
        <a:lstStyle/>
        <a:p>
          <a:pPr algn="just" rtl="0">
            <a:lnSpc>
              <a:spcPct val="100000"/>
            </a:lnSpc>
            <a:spcAft>
              <a:spcPts val="0"/>
            </a:spcAft>
          </a:pPr>
          <a:r>
            <a:rPr lang="en-US" sz="2700" b="1" dirty="0" smtClean="0">
              <a:latin typeface="Times New Roman" pitchFamily="18" charset="0"/>
              <a:cs typeface="Times New Roman" pitchFamily="18" charset="0"/>
            </a:rPr>
            <a:t>To clarify the church’s purpose</a:t>
          </a:r>
          <a:endParaRPr lang="en-US" sz="2700" dirty="0">
            <a:latin typeface="Times New Roman" pitchFamily="18" charset="0"/>
            <a:cs typeface="Times New Roman" pitchFamily="18" charset="0"/>
          </a:endParaRPr>
        </a:p>
      </dgm:t>
    </dgm:pt>
    <dgm:pt modelId="{D0862F21-33C2-48FD-B713-F897D3D4BD42}" type="parTrans" cxnId="{9424DA99-701A-4FC2-9C17-8245759840E4}">
      <dgm:prSet/>
      <dgm:spPr/>
      <dgm:t>
        <a:bodyPr/>
        <a:lstStyle/>
        <a:p>
          <a:endParaRPr lang="en-US"/>
        </a:p>
      </dgm:t>
    </dgm:pt>
    <dgm:pt modelId="{AAA76771-9FEE-431A-9398-3513E4A5FED3}" type="sibTrans" cxnId="{9424DA99-701A-4FC2-9C17-8245759840E4}">
      <dgm:prSet/>
      <dgm:spPr/>
      <dgm:t>
        <a:bodyPr/>
        <a:lstStyle/>
        <a:p>
          <a:endParaRPr lang="en-US"/>
        </a:p>
      </dgm:t>
    </dgm:pt>
    <dgm:pt modelId="{0173D7DE-A94B-4E2A-9253-A3F366A9074F}">
      <dgm:prSet custT="1"/>
      <dgm:spPr/>
      <dgm:t>
        <a:bodyPr/>
        <a:lstStyle/>
        <a:p>
          <a:pPr algn="just" rtl="0">
            <a:lnSpc>
              <a:spcPct val="100000"/>
            </a:lnSpc>
            <a:spcAft>
              <a:spcPts val="0"/>
            </a:spcAft>
          </a:pPr>
          <a:r>
            <a:rPr lang="en-US" sz="2700" dirty="0" smtClean="0">
              <a:latin typeface="Times New Roman" pitchFamily="18" charset="0"/>
              <a:cs typeface="Times New Roman" pitchFamily="18" charset="0"/>
            </a:rPr>
            <a:t>The first task of church administration is to help the church clarify its purpose and to act upon it (Tidwell, 1985:72-73).</a:t>
          </a:r>
          <a:endParaRPr lang="en-US" sz="2700" dirty="0">
            <a:latin typeface="Times New Roman" pitchFamily="18" charset="0"/>
            <a:cs typeface="Times New Roman" pitchFamily="18" charset="0"/>
          </a:endParaRPr>
        </a:p>
      </dgm:t>
    </dgm:pt>
    <dgm:pt modelId="{F5510AFA-400E-42A5-BB26-D48BA90B2681}" type="parTrans" cxnId="{09348508-1D56-4867-89B6-572E87674C4E}">
      <dgm:prSet/>
      <dgm:spPr/>
      <dgm:t>
        <a:bodyPr/>
        <a:lstStyle/>
        <a:p>
          <a:endParaRPr lang="en-US"/>
        </a:p>
      </dgm:t>
    </dgm:pt>
    <dgm:pt modelId="{D5DECA02-D58D-4218-9B59-9DA09D24A889}" type="sibTrans" cxnId="{09348508-1D56-4867-89B6-572E87674C4E}">
      <dgm:prSet/>
      <dgm:spPr/>
      <dgm:t>
        <a:bodyPr/>
        <a:lstStyle/>
        <a:p>
          <a:endParaRPr lang="en-US"/>
        </a:p>
      </dgm:t>
    </dgm:pt>
    <dgm:pt modelId="{25EE5EDE-D816-49E4-8079-492D95C15ADD}">
      <dgm:prSet custT="1"/>
      <dgm:spPr/>
      <dgm:t>
        <a:bodyPr/>
        <a:lstStyle/>
        <a:p>
          <a:pPr algn="just" rtl="0">
            <a:lnSpc>
              <a:spcPct val="100000"/>
            </a:lnSpc>
            <a:spcAft>
              <a:spcPts val="0"/>
            </a:spcAft>
          </a:pPr>
          <a:r>
            <a:rPr lang="en-US" sz="2700" dirty="0" smtClean="0">
              <a:latin typeface="Times New Roman" pitchFamily="18" charset="0"/>
              <a:cs typeface="Times New Roman" pitchFamily="18" charset="0"/>
            </a:rPr>
            <a:t>The Church administration determines and clarifies a church’s mission and objectives and then moves in a “coherent, comprehensive manner to accomplish those ends (Encyclopedia of Southern Baptists , 1982: 2156). Thus, administration provides the means through which a group can fulfill its purpose. </a:t>
          </a:r>
          <a:endParaRPr lang="en-US" sz="2700" dirty="0">
            <a:latin typeface="Times New Roman" pitchFamily="18" charset="0"/>
            <a:cs typeface="Times New Roman" pitchFamily="18" charset="0"/>
          </a:endParaRPr>
        </a:p>
      </dgm:t>
    </dgm:pt>
    <dgm:pt modelId="{B01EDE14-228F-4902-B22F-061B93C1DA5A}" type="parTrans" cxnId="{975C9FAF-DB97-4FAD-805F-17F071B0381F}">
      <dgm:prSet/>
      <dgm:spPr/>
      <dgm:t>
        <a:bodyPr/>
        <a:lstStyle/>
        <a:p>
          <a:endParaRPr lang="en-US"/>
        </a:p>
      </dgm:t>
    </dgm:pt>
    <dgm:pt modelId="{ECA9C0BB-8129-41FD-99B0-BD800B0EF05F}" type="sibTrans" cxnId="{975C9FAF-DB97-4FAD-805F-17F071B0381F}">
      <dgm:prSet/>
      <dgm:spPr/>
      <dgm:t>
        <a:bodyPr/>
        <a:lstStyle/>
        <a:p>
          <a:endParaRPr lang="en-US"/>
        </a:p>
      </dgm:t>
    </dgm:pt>
    <dgm:pt modelId="{A3FEE059-426C-46C1-8A61-A2E70D8AF2C8}">
      <dgm:prSet custT="1"/>
      <dgm:spPr/>
      <dgm:t>
        <a:bodyPr/>
        <a:lstStyle/>
        <a:p>
          <a:pPr algn="just" rtl="0">
            <a:lnSpc>
              <a:spcPct val="100000"/>
            </a:lnSpc>
            <a:spcAft>
              <a:spcPts val="0"/>
            </a:spcAft>
          </a:pPr>
          <a:r>
            <a:rPr lang="en-US" sz="2700" dirty="0" smtClean="0">
              <a:latin typeface="Times New Roman" pitchFamily="18" charset="0"/>
              <a:cs typeface="Times New Roman" pitchFamily="18" charset="0"/>
            </a:rPr>
            <a:t>Consequently, good administration would maximize the stewardship of resources since church resources are limited on the everyday level (Tidwell, 1985:73-74).</a:t>
          </a:r>
          <a:endParaRPr lang="en-US" sz="2700" dirty="0">
            <a:latin typeface="Times New Roman" pitchFamily="18" charset="0"/>
            <a:cs typeface="Times New Roman" pitchFamily="18" charset="0"/>
          </a:endParaRPr>
        </a:p>
      </dgm:t>
    </dgm:pt>
    <dgm:pt modelId="{4CC976DB-694B-43E8-96A5-C5EE3E403E53}" type="parTrans" cxnId="{CB9C1CE0-8293-457A-89CC-3F7D0A534F24}">
      <dgm:prSet/>
      <dgm:spPr/>
      <dgm:t>
        <a:bodyPr/>
        <a:lstStyle/>
        <a:p>
          <a:endParaRPr lang="en-US"/>
        </a:p>
      </dgm:t>
    </dgm:pt>
    <dgm:pt modelId="{4599E637-1B90-46E0-BACA-C1867746FD61}" type="sibTrans" cxnId="{CB9C1CE0-8293-457A-89CC-3F7D0A534F24}">
      <dgm:prSet/>
      <dgm:spPr/>
      <dgm:t>
        <a:bodyPr/>
        <a:lstStyle/>
        <a:p>
          <a:endParaRPr lang="en-US"/>
        </a:p>
      </dgm:t>
    </dgm:pt>
    <dgm:pt modelId="{D1E55F86-55AE-4FCF-AE07-41938811B020}" type="pres">
      <dgm:prSet presAssocID="{9D15B7A9-6E69-4DBA-9E2B-D0B31A9C9C87}" presName="linear" presStyleCnt="0">
        <dgm:presLayoutVars>
          <dgm:animLvl val="lvl"/>
          <dgm:resizeHandles val="exact"/>
        </dgm:presLayoutVars>
      </dgm:prSet>
      <dgm:spPr/>
      <dgm:t>
        <a:bodyPr/>
        <a:lstStyle/>
        <a:p>
          <a:endParaRPr lang="en-US"/>
        </a:p>
      </dgm:t>
    </dgm:pt>
    <dgm:pt modelId="{D0B8AAD3-D725-4DE7-8BA7-D1585D55B290}" type="pres">
      <dgm:prSet presAssocID="{AB4094C0-893B-41FA-B2CC-84B7FA9229D5}" presName="parentText" presStyleLbl="node1" presStyleIdx="0" presStyleCnt="1" custScaleY="55586" custLinFactNeighborY="-16697">
        <dgm:presLayoutVars>
          <dgm:chMax val="0"/>
          <dgm:bulletEnabled val="1"/>
        </dgm:presLayoutVars>
      </dgm:prSet>
      <dgm:spPr/>
      <dgm:t>
        <a:bodyPr/>
        <a:lstStyle/>
        <a:p>
          <a:endParaRPr lang="en-US"/>
        </a:p>
      </dgm:t>
    </dgm:pt>
    <dgm:pt modelId="{2A8BEDD7-D570-499A-8554-02D1F942F5E7}" type="pres">
      <dgm:prSet presAssocID="{AB4094C0-893B-41FA-B2CC-84B7FA9229D5}" presName="childText" presStyleLbl="revTx" presStyleIdx="0" presStyleCnt="1" custScaleY="126685">
        <dgm:presLayoutVars>
          <dgm:bulletEnabled val="1"/>
        </dgm:presLayoutVars>
      </dgm:prSet>
      <dgm:spPr/>
      <dgm:t>
        <a:bodyPr/>
        <a:lstStyle/>
        <a:p>
          <a:endParaRPr lang="en-US"/>
        </a:p>
      </dgm:t>
    </dgm:pt>
  </dgm:ptLst>
  <dgm:cxnLst>
    <dgm:cxn modelId="{7CC661B7-4C31-41A0-B39C-D5A4E5D60801}" type="presOf" srcId="{9D15B7A9-6E69-4DBA-9E2B-D0B31A9C9C87}" destId="{D1E55F86-55AE-4FCF-AE07-41938811B020}" srcOrd="0" destOrd="0" presId="urn:microsoft.com/office/officeart/2005/8/layout/vList2"/>
    <dgm:cxn modelId="{42A94C8A-556B-4097-85D7-013E432CC4F3}" type="presOf" srcId="{AB4094C0-893B-41FA-B2CC-84B7FA9229D5}" destId="{D0B8AAD3-D725-4DE7-8BA7-D1585D55B290}" srcOrd="0" destOrd="0" presId="urn:microsoft.com/office/officeart/2005/8/layout/vList2"/>
    <dgm:cxn modelId="{975C9FAF-DB97-4FAD-805F-17F071B0381F}" srcId="{AB4094C0-893B-41FA-B2CC-84B7FA9229D5}" destId="{25EE5EDE-D816-49E4-8079-492D95C15ADD}" srcOrd="3" destOrd="0" parTransId="{B01EDE14-228F-4902-B22F-061B93C1DA5A}" sibTransId="{ECA9C0BB-8129-41FD-99B0-BD800B0EF05F}"/>
    <dgm:cxn modelId="{09348508-1D56-4867-89B6-572E87674C4E}" srcId="{AB4094C0-893B-41FA-B2CC-84B7FA9229D5}" destId="{0173D7DE-A94B-4E2A-9253-A3F366A9074F}" srcOrd="2" destOrd="0" parTransId="{F5510AFA-400E-42A5-BB26-D48BA90B2681}" sibTransId="{D5DECA02-D58D-4218-9B59-9DA09D24A889}"/>
    <dgm:cxn modelId="{99539479-BDF9-4542-AEDA-933C51FE9D5B}" srcId="{9D15B7A9-6E69-4DBA-9E2B-D0B31A9C9C87}" destId="{AB4094C0-893B-41FA-B2CC-84B7FA9229D5}" srcOrd="0" destOrd="0" parTransId="{7E4A575C-5A7E-412D-B997-53D506806191}" sibTransId="{1287A02B-0E78-4061-8122-70425EFED651}"/>
    <dgm:cxn modelId="{085E4761-F912-4DF1-BE0F-631753CDC74A}" type="presOf" srcId="{A3FEE059-426C-46C1-8A61-A2E70D8AF2C8}" destId="{2A8BEDD7-D570-499A-8554-02D1F942F5E7}" srcOrd="0" destOrd="4" presId="urn:microsoft.com/office/officeart/2005/8/layout/vList2"/>
    <dgm:cxn modelId="{9424DA99-701A-4FC2-9C17-8245759840E4}" srcId="{AB4094C0-893B-41FA-B2CC-84B7FA9229D5}" destId="{966CCCD9-4291-42F8-8895-990FB89EFC3B}" srcOrd="1" destOrd="0" parTransId="{D0862F21-33C2-48FD-B713-F897D3D4BD42}" sibTransId="{AAA76771-9FEE-431A-9398-3513E4A5FED3}"/>
    <dgm:cxn modelId="{CD538E8E-13F9-40F1-B4AE-78B40A84C67D}" type="presOf" srcId="{966CCCD9-4291-42F8-8895-990FB89EFC3B}" destId="{2A8BEDD7-D570-499A-8554-02D1F942F5E7}" srcOrd="0" destOrd="1" presId="urn:microsoft.com/office/officeart/2005/8/layout/vList2"/>
    <dgm:cxn modelId="{0E33E54F-F474-4DA4-B37C-940463A0D5F1}" srcId="{AB4094C0-893B-41FA-B2CC-84B7FA9229D5}" destId="{DC9AF36D-8E1F-4D51-8205-925BDDD4568A}" srcOrd="0" destOrd="0" parTransId="{5EB5A6EB-F2B6-4588-93DC-B7B54C00A9BB}" sibTransId="{50BCF0CB-D8C7-4012-A697-E4F3FCF7DCE0}"/>
    <dgm:cxn modelId="{F4AFCDDD-2BBD-4696-9DDB-5F0F077789C6}" type="presOf" srcId="{25EE5EDE-D816-49E4-8079-492D95C15ADD}" destId="{2A8BEDD7-D570-499A-8554-02D1F942F5E7}" srcOrd="0" destOrd="3" presId="urn:microsoft.com/office/officeart/2005/8/layout/vList2"/>
    <dgm:cxn modelId="{ECE5005F-5761-4593-96FC-1DC765E4DF52}" type="presOf" srcId="{0173D7DE-A94B-4E2A-9253-A3F366A9074F}" destId="{2A8BEDD7-D570-499A-8554-02D1F942F5E7}" srcOrd="0" destOrd="2" presId="urn:microsoft.com/office/officeart/2005/8/layout/vList2"/>
    <dgm:cxn modelId="{CB9C1CE0-8293-457A-89CC-3F7D0A534F24}" srcId="{AB4094C0-893B-41FA-B2CC-84B7FA9229D5}" destId="{A3FEE059-426C-46C1-8A61-A2E70D8AF2C8}" srcOrd="4" destOrd="0" parTransId="{4CC976DB-694B-43E8-96A5-C5EE3E403E53}" sibTransId="{4599E637-1B90-46E0-BACA-C1867746FD61}"/>
    <dgm:cxn modelId="{9C09CCC7-94E8-4FB9-9873-C6E01D5AEB24}" type="presOf" srcId="{DC9AF36D-8E1F-4D51-8205-925BDDD4568A}" destId="{2A8BEDD7-D570-499A-8554-02D1F942F5E7}" srcOrd="0" destOrd="0" presId="urn:microsoft.com/office/officeart/2005/8/layout/vList2"/>
    <dgm:cxn modelId="{8F84A747-41BD-4466-A9D9-7E3DB5C8E943}" type="presParOf" srcId="{D1E55F86-55AE-4FCF-AE07-41938811B020}" destId="{D0B8AAD3-D725-4DE7-8BA7-D1585D55B290}" srcOrd="0" destOrd="0" presId="urn:microsoft.com/office/officeart/2005/8/layout/vList2"/>
    <dgm:cxn modelId="{15AE7734-29BB-47F2-BA15-EEAF275434DC}" type="presParOf" srcId="{D1E55F86-55AE-4FCF-AE07-41938811B020}" destId="{2A8BEDD7-D570-499A-8554-02D1F942F5E7}"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4C360351-C477-41C7-8E79-D0A48526890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2BF888C-5663-426E-86E4-2D654FDC19CC}">
      <dgm:prSet/>
      <dgm:spPr/>
      <dgm:t>
        <a:bodyPr/>
        <a:lstStyle/>
        <a:p>
          <a:pPr algn="just" rtl="0"/>
          <a:r>
            <a:rPr lang="en-US" b="1" dirty="0" smtClean="0">
              <a:latin typeface="Times New Roman" pitchFamily="18" charset="0"/>
              <a:cs typeface="Times New Roman" pitchFamily="18" charset="0"/>
            </a:rPr>
            <a:t>The Purposes of Church Administration…</a:t>
          </a:r>
          <a:endParaRPr lang="en-US" dirty="0">
            <a:latin typeface="Times New Roman" pitchFamily="18" charset="0"/>
            <a:cs typeface="Times New Roman" pitchFamily="18" charset="0"/>
          </a:endParaRPr>
        </a:p>
      </dgm:t>
    </dgm:pt>
    <dgm:pt modelId="{B5FC92DF-C887-4110-B753-1CBDD7AF7DE5}" type="parTrans" cxnId="{4DCB64BF-30E0-47D8-A13E-C103E6402079}">
      <dgm:prSet/>
      <dgm:spPr/>
      <dgm:t>
        <a:bodyPr/>
        <a:lstStyle/>
        <a:p>
          <a:endParaRPr lang="en-US"/>
        </a:p>
      </dgm:t>
    </dgm:pt>
    <dgm:pt modelId="{40E95869-FA6B-40B2-8220-AEDF5883F549}" type="sibTrans" cxnId="{4DCB64BF-30E0-47D8-A13E-C103E6402079}">
      <dgm:prSet/>
      <dgm:spPr/>
      <dgm:t>
        <a:bodyPr/>
        <a:lstStyle/>
        <a:p>
          <a:endParaRPr lang="en-US"/>
        </a:p>
      </dgm:t>
    </dgm:pt>
    <dgm:pt modelId="{8172780E-A1A5-4D2F-9015-37B75C28CD32}">
      <dgm:prSet/>
      <dgm:spPr/>
      <dgm:t>
        <a:bodyPr/>
        <a:lstStyle/>
        <a:p>
          <a:pPr algn="just" rtl="0">
            <a:lnSpc>
              <a:spcPct val="100000"/>
            </a:lnSpc>
          </a:pPr>
          <a:r>
            <a:rPr lang="en-US" b="1" dirty="0" smtClean="0">
              <a:latin typeface="Times New Roman" pitchFamily="18" charset="0"/>
              <a:cs typeface="Times New Roman" pitchFamily="18" charset="0"/>
            </a:rPr>
            <a:t>To equip the church for ministry: </a:t>
          </a:r>
          <a:endParaRPr lang="en-US" dirty="0">
            <a:latin typeface="Times New Roman" pitchFamily="18" charset="0"/>
            <a:cs typeface="Times New Roman" pitchFamily="18" charset="0"/>
          </a:endParaRPr>
        </a:p>
      </dgm:t>
    </dgm:pt>
    <dgm:pt modelId="{67976F3E-CABA-4B1A-A770-9830E77325AF}" type="parTrans" cxnId="{511E86E7-D57A-474E-8AE9-F4F6EE456A05}">
      <dgm:prSet/>
      <dgm:spPr/>
      <dgm:t>
        <a:bodyPr/>
        <a:lstStyle/>
        <a:p>
          <a:endParaRPr lang="en-US"/>
        </a:p>
      </dgm:t>
    </dgm:pt>
    <dgm:pt modelId="{BFC16475-4178-4F2B-931C-CDCB1F87BA33}" type="sibTrans" cxnId="{511E86E7-D57A-474E-8AE9-F4F6EE456A05}">
      <dgm:prSet/>
      <dgm:spPr/>
      <dgm:t>
        <a:bodyPr/>
        <a:lstStyle/>
        <a:p>
          <a:endParaRPr lang="en-US"/>
        </a:p>
      </dgm:t>
    </dgm:pt>
    <dgm:pt modelId="{8EDD28D4-FE0D-4367-8370-D33DBF63B624}">
      <dgm:prSet/>
      <dgm:spPr/>
      <dgm:t>
        <a:bodyPr/>
        <a:lstStyle/>
        <a:p>
          <a:pPr algn="just" rtl="0">
            <a:lnSpc>
              <a:spcPct val="100000"/>
            </a:lnSpc>
          </a:pPr>
          <a:r>
            <a:rPr lang="en-US" dirty="0" smtClean="0">
              <a:latin typeface="Times New Roman" pitchFamily="18" charset="0"/>
              <a:cs typeface="Times New Roman" pitchFamily="18" charset="0"/>
            </a:rPr>
            <a:t>Effective ministry is an enabling ministry. An effective leader or minister or pastor is an enabler of other people. </a:t>
          </a:r>
          <a:endParaRPr lang="en-US" dirty="0">
            <a:latin typeface="Times New Roman" pitchFamily="18" charset="0"/>
            <a:cs typeface="Times New Roman" pitchFamily="18" charset="0"/>
          </a:endParaRPr>
        </a:p>
      </dgm:t>
    </dgm:pt>
    <dgm:pt modelId="{DC2E3B2A-A4F3-401A-B038-85E9DE01A856}" type="parTrans" cxnId="{2368FEB1-F05D-457D-AC4B-5794A0F43D04}">
      <dgm:prSet/>
      <dgm:spPr/>
      <dgm:t>
        <a:bodyPr/>
        <a:lstStyle/>
        <a:p>
          <a:endParaRPr lang="en-US"/>
        </a:p>
      </dgm:t>
    </dgm:pt>
    <dgm:pt modelId="{01344AF2-0B51-46A4-B580-4D667B5D3977}" type="sibTrans" cxnId="{2368FEB1-F05D-457D-AC4B-5794A0F43D04}">
      <dgm:prSet/>
      <dgm:spPr/>
      <dgm:t>
        <a:bodyPr/>
        <a:lstStyle/>
        <a:p>
          <a:endParaRPr lang="en-US"/>
        </a:p>
      </dgm:t>
    </dgm:pt>
    <dgm:pt modelId="{06916B96-AD13-4A0F-879E-68E24334F9FE}">
      <dgm:prSet/>
      <dgm:spPr/>
      <dgm:t>
        <a:bodyPr/>
        <a:lstStyle/>
        <a:p>
          <a:pPr algn="just" rtl="0">
            <a:lnSpc>
              <a:spcPct val="100000"/>
            </a:lnSpc>
          </a:pPr>
          <a:r>
            <a:rPr lang="en-US" dirty="0" smtClean="0">
              <a:latin typeface="Times New Roman" pitchFamily="18" charset="0"/>
              <a:cs typeface="Times New Roman" pitchFamily="18" charset="0"/>
            </a:rPr>
            <a:t>Equipping the church for ministry has to do with equipping persons. </a:t>
          </a:r>
          <a:endParaRPr lang="en-US" dirty="0">
            <a:latin typeface="Times New Roman" pitchFamily="18" charset="0"/>
            <a:cs typeface="Times New Roman" pitchFamily="18" charset="0"/>
          </a:endParaRPr>
        </a:p>
      </dgm:t>
    </dgm:pt>
    <dgm:pt modelId="{B7F1CF2A-B252-4D53-8261-4CA9521451FF}" type="parTrans" cxnId="{D72E8678-87CA-48C9-B25E-4C246A5DCE47}">
      <dgm:prSet/>
      <dgm:spPr/>
      <dgm:t>
        <a:bodyPr/>
        <a:lstStyle/>
        <a:p>
          <a:endParaRPr lang="en-US"/>
        </a:p>
      </dgm:t>
    </dgm:pt>
    <dgm:pt modelId="{1F09ED64-4069-46B8-B9BE-6859B2A4E335}" type="sibTrans" cxnId="{D72E8678-87CA-48C9-B25E-4C246A5DCE47}">
      <dgm:prSet/>
      <dgm:spPr/>
      <dgm:t>
        <a:bodyPr/>
        <a:lstStyle/>
        <a:p>
          <a:endParaRPr lang="en-US"/>
        </a:p>
      </dgm:t>
    </dgm:pt>
    <dgm:pt modelId="{6EC474FC-F389-47CB-A9FD-92FCD24BC1DF}">
      <dgm:prSet/>
      <dgm:spPr/>
      <dgm:t>
        <a:bodyPr/>
        <a:lstStyle/>
        <a:p>
          <a:pPr algn="just" rtl="0">
            <a:lnSpc>
              <a:spcPct val="100000"/>
            </a:lnSpc>
          </a:pPr>
          <a:r>
            <a:rPr lang="en-US" dirty="0" smtClean="0">
              <a:latin typeface="Times New Roman" pitchFamily="18" charset="0"/>
              <a:cs typeface="Times New Roman" pitchFamily="18" charset="0"/>
            </a:rPr>
            <a:t>Church administration is aimed at involving persons in ways that will facilitate mission and promote spiritual growth, as well as cooperate team work.</a:t>
          </a:r>
          <a:endParaRPr lang="en-US" dirty="0">
            <a:latin typeface="Times New Roman" pitchFamily="18" charset="0"/>
            <a:cs typeface="Times New Roman" pitchFamily="18" charset="0"/>
          </a:endParaRPr>
        </a:p>
      </dgm:t>
    </dgm:pt>
    <dgm:pt modelId="{57749587-26CE-4ACC-8F9B-1D285D80ACBE}" type="parTrans" cxnId="{C5649BBA-D891-4CAA-B94E-0C453A797FB8}">
      <dgm:prSet/>
      <dgm:spPr/>
      <dgm:t>
        <a:bodyPr/>
        <a:lstStyle/>
        <a:p>
          <a:endParaRPr lang="en-US"/>
        </a:p>
      </dgm:t>
    </dgm:pt>
    <dgm:pt modelId="{6D3472E3-FCFA-45B9-8232-92726857128E}" type="sibTrans" cxnId="{C5649BBA-D891-4CAA-B94E-0C453A797FB8}">
      <dgm:prSet/>
      <dgm:spPr/>
      <dgm:t>
        <a:bodyPr/>
        <a:lstStyle/>
        <a:p>
          <a:endParaRPr lang="en-US"/>
        </a:p>
      </dgm:t>
    </dgm:pt>
    <dgm:pt modelId="{C00A5D64-76F5-42B9-BC8E-49CD172D580A}">
      <dgm:prSet/>
      <dgm:spPr/>
      <dgm:t>
        <a:bodyPr/>
        <a:lstStyle/>
        <a:p>
          <a:pPr algn="just" rtl="0">
            <a:lnSpc>
              <a:spcPct val="100000"/>
            </a:lnSpc>
          </a:pPr>
          <a:r>
            <a:rPr lang="en-US" dirty="0" smtClean="0">
              <a:latin typeface="Times New Roman" pitchFamily="18" charset="0"/>
              <a:cs typeface="Times New Roman" pitchFamily="18" charset="0"/>
            </a:rPr>
            <a:t>More so, the church being an organism is “a complex structure of inter-dependence and subordinate elements whose relations and properties are largely determined by their function in the whole (Tidwell, 1985:13).</a:t>
          </a:r>
          <a:endParaRPr lang="en-US" dirty="0">
            <a:latin typeface="Times New Roman" pitchFamily="18" charset="0"/>
            <a:cs typeface="Times New Roman" pitchFamily="18" charset="0"/>
          </a:endParaRPr>
        </a:p>
      </dgm:t>
    </dgm:pt>
    <dgm:pt modelId="{A0F364AF-F9B5-4354-B3CE-30D374C7D827}" type="parTrans" cxnId="{7BD42F5C-DB42-4916-9289-B0CF1FE885E9}">
      <dgm:prSet/>
      <dgm:spPr/>
      <dgm:t>
        <a:bodyPr/>
        <a:lstStyle/>
        <a:p>
          <a:endParaRPr lang="en-US"/>
        </a:p>
      </dgm:t>
    </dgm:pt>
    <dgm:pt modelId="{48E739BA-4B70-47E0-AE85-84AB1E16182A}" type="sibTrans" cxnId="{7BD42F5C-DB42-4916-9289-B0CF1FE885E9}">
      <dgm:prSet/>
      <dgm:spPr/>
      <dgm:t>
        <a:bodyPr/>
        <a:lstStyle/>
        <a:p>
          <a:endParaRPr lang="en-US"/>
        </a:p>
      </dgm:t>
    </dgm:pt>
    <dgm:pt modelId="{B3B3451A-4207-4ABE-9D24-B05D13121E78}" type="pres">
      <dgm:prSet presAssocID="{4C360351-C477-41C7-8E79-D0A485268901}" presName="linear" presStyleCnt="0">
        <dgm:presLayoutVars>
          <dgm:animLvl val="lvl"/>
          <dgm:resizeHandles val="exact"/>
        </dgm:presLayoutVars>
      </dgm:prSet>
      <dgm:spPr/>
      <dgm:t>
        <a:bodyPr/>
        <a:lstStyle/>
        <a:p>
          <a:endParaRPr lang="en-US"/>
        </a:p>
      </dgm:t>
    </dgm:pt>
    <dgm:pt modelId="{EA5B6D23-33AA-4CFC-A338-22E85AC4E67A}" type="pres">
      <dgm:prSet presAssocID="{82BF888C-5663-426E-86E4-2D654FDC19CC}" presName="parentText" presStyleLbl="node1" presStyleIdx="0" presStyleCnt="1" custLinFactNeighborX="-875" custLinFactNeighborY="-3531">
        <dgm:presLayoutVars>
          <dgm:chMax val="0"/>
          <dgm:bulletEnabled val="1"/>
        </dgm:presLayoutVars>
      </dgm:prSet>
      <dgm:spPr/>
      <dgm:t>
        <a:bodyPr/>
        <a:lstStyle/>
        <a:p>
          <a:endParaRPr lang="en-US"/>
        </a:p>
      </dgm:t>
    </dgm:pt>
    <dgm:pt modelId="{7731C13E-9969-4425-8F50-ACFC74261A8B}" type="pres">
      <dgm:prSet presAssocID="{82BF888C-5663-426E-86E4-2D654FDC19CC}" presName="childText" presStyleLbl="revTx" presStyleIdx="0" presStyleCnt="1" custScaleY="108684">
        <dgm:presLayoutVars>
          <dgm:bulletEnabled val="1"/>
        </dgm:presLayoutVars>
      </dgm:prSet>
      <dgm:spPr/>
      <dgm:t>
        <a:bodyPr/>
        <a:lstStyle/>
        <a:p>
          <a:endParaRPr lang="en-US"/>
        </a:p>
      </dgm:t>
    </dgm:pt>
  </dgm:ptLst>
  <dgm:cxnLst>
    <dgm:cxn modelId="{2368FEB1-F05D-457D-AC4B-5794A0F43D04}" srcId="{82BF888C-5663-426E-86E4-2D654FDC19CC}" destId="{8EDD28D4-FE0D-4367-8370-D33DBF63B624}" srcOrd="1" destOrd="0" parTransId="{DC2E3B2A-A4F3-401A-B038-85E9DE01A856}" sibTransId="{01344AF2-0B51-46A4-B580-4D667B5D3977}"/>
    <dgm:cxn modelId="{06F0E802-D1B4-4E2D-8607-802408155590}" type="presOf" srcId="{4C360351-C477-41C7-8E79-D0A485268901}" destId="{B3B3451A-4207-4ABE-9D24-B05D13121E78}" srcOrd="0" destOrd="0" presId="urn:microsoft.com/office/officeart/2005/8/layout/vList2"/>
    <dgm:cxn modelId="{4DCB64BF-30E0-47D8-A13E-C103E6402079}" srcId="{4C360351-C477-41C7-8E79-D0A485268901}" destId="{82BF888C-5663-426E-86E4-2D654FDC19CC}" srcOrd="0" destOrd="0" parTransId="{B5FC92DF-C887-4110-B753-1CBDD7AF7DE5}" sibTransId="{40E95869-FA6B-40B2-8220-AEDF5883F549}"/>
    <dgm:cxn modelId="{28F09120-E246-487A-BFCE-BD9903BE526D}" type="presOf" srcId="{06916B96-AD13-4A0F-879E-68E24334F9FE}" destId="{7731C13E-9969-4425-8F50-ACFC74261A8B}" srcOrd="0" destOrd="2" presId="urn:microsoft.com/office/officeart/2005/8/layout/vList2"/>
    <dgm:cxn modelId="{511E86E7-D57A-474E-8AE9-F4F6EE456A05}" srcId="{82BF888C-5663-426E-86E4-2D654FDC19CC}" destId="{8172780E-A1A5-4D2F-9015-37B75C28CD32}" srcOrd="0" destOrd="0" parTransId="{67976F3E-CABA-4B1A-A770-9830E77325AF}" sibTransId="{BFC16475-4178-4F2B-931C-CDCB1F87BA33}"/>
    <dgm:cxn modelId="{7BD42F5C-DB42-4916-9289-B0CF1FE885E9}" srcId="{82BF888C-5663-426E-86E4-2D654FDC19CC}" destId="{C00A5D64-76F5-42B9-BC8E-49CD172D580A}" srcOrd="4" destOrd="0" parTransId="{A0F364AF-F9B5-4354-B3CE-30D374C7D827}" sibTransId="{48E739BA-4B70-47E0-AE85-84AB1E16182A}"/>
    <dgm:cxn modelId="{A5A48DE4-B22D-4D9E-A3B6-17136D8ED239}" type="presOf" srcId="{8172780E-A1A5-4D2F-9015-37B75C28CD32}" destId="{7731C13E-9969-4425-8F50-ACFC74261A8B}" srcOrd="0" destOrd="0" presId="urn:microsoft.com/office/officeart/2005/8/layout/vList2"/>
    <dgm:cxn modelId="{C5649BBA-D891-4CAA-B94E-0C453A797FB8}" srcId="{82BF888C-5663-426E-86E4-2D654FDC19CC}" destId="{6EC474FC-F389-47CB-A9FD-92FCD24BC1DF}" srcOrd="3" destOrd="0" parTransId="{57749587-26CE-4ACC-8F9B-1D285D80ACBE}" sibTransId="{6D3472E3-FCFA-45B9-8232-92726857128E}"/>
    <dgm:cxn modelId="{30FD2556-A4A1-4145-A79F-70BBADA187E4}" type="presOf" srcId="{C00A5D64-76F5-42B9-BC8E-49CD172D580A}" destId="{7731C13E-9969-4425-8F50-ACFC74261A8B}" srcOrd="0" destOrd="4" presId="urn:microsoft.com/office/officeart/2005/8/layout/vList2"/>
    <dgm:cxn modelId="{869DF60E-C5E4-445E-9110-3F0208721DB8}" type="presOf" srcId="{82BF888C-5663-426E-86E4-2D654FDC19CC}" destId="{EA5B6D23-33AA-4CFC-A338-22E85AC4E67A}" srcOrd="0" destOrd="0" presId="urn:microsoft.com/office/officeart/2005/8/layout/vList2"/>
    <dgm:cxn modelId="{2C62DC3A-71FE-4FA5-B09A-F15FCD5C84E5}" type="presOf" srcId="{8EDD28D4-FE0D-4367-8370-D33DBF63B624}" destId="{7731C13E-9969-4425-8F50-ACFC74261A8B}" srcOrd="0" destOrd="1" presId="urn:microsoft.com/office/officeart/2005/8/layout/vList2"/>
    <dgm:cxn modelId="{3D923886-6A4B-497C-B431-5E0A0B9CD1CB}" type="presOf" srcId="{6EC474FC-F389-47CB-A9FD-92FCD24BC1DF}" destId="{7731C13E-9969-4425-8F50-ACFC74261A8B}" srcOrd="0" destOrd="3" presId="urn:microsoft.com/office/officeart/2005/8/layout/vList2"/>
    <dgm:cxn modelId="{D72E8678-87CA-48C9-B25E-4C246A5DCE47}" srcId="{82BF888C-5663-426E-86E4-2D654FDC19CC}" destId="{06916B96-AD13-4A0F-879E-68E24334F9FE}" srcOrd="2" destOrd="0" parTransId="{B7F1CF2A-B252-4D53-8261-4CA9521451FF}" sibTransId="{1F09ED64-4069-46B8-B9BE-6859B2A4E335}"/>
    <dgm:cxn modelId="{55ED973B-70C4-4CF1-A020-E89D16139606}" type="presParOf" srcId="{B3B3451A-4207-4ABE-9D24-B05D13121E78}" destId="{EA5B6D23-33AA-4CFC-A338-22E85AC4E67A}" srcOrd="0" destOrd="0" presId="urn:microsoft.com/office/officeart/2005/8/layout/vList2"/>
    <dgm:cxn modelId="{3640509D-4AE1-4F29-A575-A063396096AC}" type="presParOf" srcId="{B3B3451A-4207-4ABE-9D24-B05D13121E78}" destId="{7731C13E-9969-4425-8F50-ACFC74261A8B}"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3EE2C38-94E8-4189-B489-0EB0B82E18D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14EAC69-B5A7-456D-898A-EAFFFE46A332}">
      <dgm:prSet custT="1"/>
      <dgm:spPr/>
      <dgm:t>
        <a:bodyPr/>
        <a:lstStyle/>
        <a:p>
          <a:pPr rtl="0"/>
          <a:r>
            <a:rPr lang="en-US" sz="2800" b="1" dirty="0" smtClean="0">
              <a:latin typeface="Times New Roman" pitchFamily="18" charset="0"/>
              <a:cs typeface="Times New Roman" pitchFamily="18" charset="0"/>
            </a:rPr>
            <a:t>The Purposes of Church Administration</a:t>
          </a:r>
          <a:endParaRPr lang="en-US" sz="2800" dirty="0">
            <a:latin typeface="Times New Roman" pitchFamily="18" charset="0"/>
            <a:cs typeface="Times New Roman" pitchFamily="18" charset="0"/>
          </a:endParaRPr>
        </a:p>
      </dgm:t>
    </dgm:pt>
    <dgm:pt modelId="{5BD70024-FCAC-405B-8954-2C1883A23209}" type="parTrans" cxnId="{1DEBF2CE-08BB-401A-9F99-3D64EF58DFD9}">
      <dgm:prSet/>
      <dgm:spPr/>
      <dgm:t>
        <a:bodyPr/>
        <a:lstStyle/>
        <a:p>
          <a:endParaRPr lang="en-US"/>
        </a:p>
      </dgm:t>
    </dgm:pt>
    <dgm:pt modelId="{E75B4991-D70B-428F-8A90-989E322D0317}" type="sibTrans" cxnId="{1DEBF2CE-08BB-401A-9F99-3D64EF58DFD9}">
      <dgm:prSet/>
      <dgm:spPr/>
      <dgm:t>
        <a:bodyPr/>
        <a:lstStyle/>
        <a:p>
          <a:endParaRPr lang="en-US"/>
        </a:p>
      </dgm:t>
    </dgm:pt>
    <dgm:pt modelId="{AFE2935C-81C0-4E00-8781-A7251E2606E0}">
      <dgm:prSet custT="1"/>
      <dgm:spPr/>
      <dgm:t>
        <a:bodyPr/>
        <a:lstStyle/>
        <a:p>
          <a:pPr algn="just" rtl="0">
            <a:lnSpc>
              <a:spcPct val="150000"/>
            </a:lnSpc>
          </a:pPr>
          <a:r>
            <a:rPr lang="en-US" sz="2800" b="1" dirty="0" smtClean="0">
              <a:latin typeface="Times New Roman" pitchFamily="18" charset="0"/>
              <a:cs typeface="Times New Roman" pitchFamily="18" charset="0"/>
            </a:rPr>
            <a:t>To consider social impacts and responsibilities of church actions: </a:t>
          </a:r>
          <a:endParaRPr lang="en-US" sz="2800" dirty="0">
            <a:latin typeface="Times New Roman" pitchFamily="18" charset="0"/>
            <a:cs typeface="Times New Roman" pitchFamily="18" charset="0"/>
          </a:endParaRPr>
        </a:p>
      </dgm:t>
    </dgm:pt>
    <dgm:pt modelId="{E928FD5A-9C86-4838-A650-A427D36A4796}" type="parTrans" cxnId="{21647359-3D95-4C95-BD05-9D53CF14A120}">
      <dgm:prSet/>
      <dgm:spPr/>
      <dgm:t>
        <a:bodyPr/>
        <a:lstStyle/>
        <a:p>
          <a:endParaRPr lang="en-US"/>
        </a:p>
      </dgm:t>
    </dgm:pt>
    <dgm:pt modelId="{A2356B19-E05C-4DB2-BE65-A66B3C8258C6}" type="sibTrans" cxnId="{21647359-3D95-4C95-BD05-9D53CF14A120}">
      <dgm:prSet/>
      <dgm:spPr/>
      <dgm:t>
        <a:bodyPr/>
        <a:lstStyle/>
        <a:p>
          <a:endParaRPr lang="en-US"/>
        </a:p>
      </dgm:t>
    </dgm:pt>
    <dgm:pt modelId="{934F1888-1B5F-49EB-8349-1828A7482E1C}">
      <dgm:prSet custT="1"/>
      <dgm:spPr/>
      <dgm:t>
        <a:bodyPr/>
        <a:lstStyle/>
        <a:p>
          <a:pPr algn="just" rtl="0">
            <a:lnSpc>
              <a:spcPct val="150000"/>
            </a:lnSpc>
          </a:pPr>
          <a:r>
            <a:rPr lang="en-US" sz="2800" dirty="0" smtClean="0">
              <a:latin typeface="Times New Roman" pitchFamily="18" charset="0"/>
              <a:cs typeface="Times New Roman" pitchFamily="18" charset="0"/>
            </a:rPr>
            <a:t>Church administration is geared towards considering the social impact and responsibilities of church actions. </a:t>
          </a:r>
          <a:endParaRPr lang="en-US" sz="2800" dirty="0">
            <a:latin typeface="Times New Roman" pitchFamily="18" charset="0"/>
            <a:cs typeface="Times New Roman" pitchFamily="18" charset="0"/>
          </a:endParaRPr>
        </a:p>
      </dgm:t>
    </dgm:pt>
    <dgm:pt modelId="{01B73F59-04E9-4873-A4FF-172646B6D436}" type="parTrans" cxnId="{65ABA05B-CED2-4EC0-9BA8-399FB0507B55}">
      <dgm:prSet/>
      <dgm:spPr/>
      <dgm:t>
        <a:bodyPr/>
        <a:lstStyle/>
        <a:p>
          <a:endParaRPr lang="en-US"/>
        </a:p>
      </dgm:t>
    </dgm:pt>
    <dgm:pt modelId="{1FF3CC76-79E6-40A7-9A37-0E0327E4D395}" type="sibTrans" cxnId="{65ABA05B-CED2-4EC0-9BA8-399FB0507B55}">
      <dgm:prSet/>
      <dgm:spPr/>
      <dgm:t>
        <a:bodyPr/>
        <a:lstStyle/>
        <a:p>
          <a:endParaRPr lang="en-US"/>
        </a:p>
      </dgm:t>
    </dgm:pt>
    <dgm:pt modelId="{BEEB23EB-B7B9-4877-9989-DA23676C6C0E}">
      <dgm:prSet custT="1"/>
      <dgm:spPr/>
      <dgm:t>
        <a:bodyPr/>
        <a:lstStyle/>
        <a:p>
          <a:pPr algn="just" rtl="0">
            <a:lnSpc>
              <a:spcPct val="150000"/>
            </a:lnSpc>
          </a:pPr>
          <a:r>
            <a:rPr lang="en-US" sz="2800" dirty="0" smtClean="0">
              <a:latin typeface="Times New Roman" pitchFamily="18" charset="0"/>
              <a:cs typeface="Times New Roman" pitchFamily="18" charset="0"/>
            </a:rPr>
            <a:t>The goal of church administration is to involve all members of the church in the work of supporting to the community to meet the needs of the people (Lindgren, 1965:85)</a:t>
          </a:r>
          <a:endParaRPr lang="en-US" sz="2800" dirty="0">
            <a:latin typeface="Times New Roman" pitchFamily="18" charset="0"/>
            <a:cs typeface="Times New Roman" pitchFamily="18" charset="0"/>
          </a:endParaRPr>
        </a:p>
      </dgm:t>
    </dgm:pt>
    <dgm:pt modelId="{2D00C180-AA4A-4A3F-926B-94CC9BE5781A}" type="parTrans" cxnId="{A03135C6-8113-4519-9EA9-07B9A99D777A}">
      <dgm:prSet/>
      <dgm:spPr/>
      <dgm:t>
        <a:bodyPr/>
        <a:lstStyle/>
        <a:p>
          <a:endParaRPr lang="en-US"/>
        </a:p>
      </dgm:t>
    </dgm:pt>
    <dgm:pt modelId="{8EC02EAE-CD7D-49B0-9877-17E31A2512EB}" type="sibTrans" cxnId="{A03135C6-8113-4519-9EA9-07B9A99D777A}">
      <dgm:prSet/>
      <dgm:spPr/>
      <dgm:t>
        <a:bodyPr/>
        <a:lstStyle/>
        <a:p>
          <a:endParaRPr lang="en-US"/>
        </a:p>
      </dgm:t>
    </dgm:pt>
    <dgm:pt modelId="{87734551-F849-484D-B469-12BCAEDE1487}" type="pres">
      <dgm:prSet presAssocID="{A3EE2C38-94E8-4189-B489-0EB0B82E18DE}" presName="linear" presStyleCnt="0">
        <dgm:presLayoutVars>
          <dgm:animLvl val="lvl"/>
          <dgm:resizeHandles val="exact"/>
        </dgm:presLayoutVars>
      </dgm:prSet>
      <dgm:spPr/>
      <dgm:t>
        <a:bodyPr/>
        <a:lstStyle/>
        <a:p>
          <a:endParaRPr lang="en-US"/>
        </a:p>
      </dgm:t>
    </dgm:pt>
    <dgm:pt modelId="{B7C00CC5-FCBF-4532-A85E-1C905DCB6860}" type="pres">
      <dgm:prSet presAssocID="{B14EAC69-B5A7-456D-898A-EAFFFE46A332}" presName="parentText" presStyleLbl="node1" presStyleIdx="0" presStyleCnt="1" custScaleY="50295" custLinFactNeighborX="-862" custLinFactNeighborY="-41181">
        <dgm:presLayoutVars>
          <dgm:chMax val="0"/>
          <dgm:bulletEnabled val="1"/>
        </dgm:presLayoutVars>
      </dgm:prSet>
      <dgm:spPr/>
      <dgm:t>
        <a:bodyPr/>
        <a:lstStyle/>
        <a:p>
          <a:endParaRPr lang="en-US"/>
        </a:p>
      </dgm:t>
    </dgm:pt>
    <dgm:pt modelId="{97FA9887-E040-4F29-8CD7-F5A45511BA5A}" type="pres">
      <dgm:prSet presAssocID="{B14EAC69-B5A7-456D-898A-EAFFFE46A332}" presName="childText" presStyleLbl="revTx" presStyleIdx="0" presStyleCnt="1" custScaleY="109425" custLinFactNeighborY="-13048">
        <dgm:presLayoutVars>
          <dgm:bulletEnabled val="1"/>
        </dgm:presLayoutVars>
      </dgm:prSet>
      <dgm:spPr/>
      <dgm:t>
        <a:bodyPr/>
        <a:lstStyle/>
        <a:p>
          <a:endParaRPr lang="en-US"/>
        </a:p>
      </dgm:t>
    </dgm:pt>
  </dgm:ptLst>
  <dgm:cxnLst>
    <dgm:cxn modelId="{21647359-3D95-4C95-BD05-9D53CF14A120}" srcId="{B14EAC69-B5A7-456D-898A-EAFFFE46A332}" destId="{AFE2935C-81C0-4E00-8781-A7251E2606E0}" srcOrd="0" destOrd="0" parTransId="{E928FD5A-9C86-4838-A650-A427D36A4796}" sibTransId="{A2356B19-E05C-4DB2-BE65-A66B3C8258C6}"/>
    <dgm:cxn modelId="{F9902981-6EB6-4D11-86B1-DC281D4EE18C}" type="presOf" srcId="{B14EAC69-B5A7-456D-898A-EAFFFE46A332}" destId="{B7C00CC5-FCBF-4532-A85E-1C905DCB6860}" srcOrd="0" destOrd="0" presId="urn:microsoft.com/office/officeart/2005/8/layout/vList2"/>
    <dgm:cxn modelId="{A03135C6-8113-4519-9EA9-07B9A99D777A}" srcId="{B14EAC69-B5A7-456D-898A-EAFFFE46A332}" destId="{BEEB23EB-B7B9-4877-9989-DA23676C6C0E}" srcOrd="2" destOrd="0" parTransId="{2D00C180-AA4A-4A3F-926B-94CC9BE5781A}" sibTransId="{8EC02EAE-CD7D-49B0-9877-17E31A2512EB}"/>
    <dgm:cxn modelId="{96C6AC6F-8C14-4A6F-868E-5EDFDCC4D2B6}" type="presOf" srcId="{A3EE2C38-94E8-4189-B489-0EB0B82E18DE}" destId="{87734551-F849-484D-B469-12BCAEDE1487}" srcOrd="0" destOrd="0" presId="urn:microsoft.com/office/officeart/2005/8/layout/vList2"/>
    <dgm:cxn modelId="{444A95DA-0D85-4472-8E35-093228604C09}" type="presOf" srcId="{AFE2935C-81C0-4E00-8781-A7251E2606E0}" destId="{97FA9887-E040-4F29-8CD7-F5A45511BA5A}" srcOrd="0" destOrd="0" presId="urn:microsoft.com/office/officeart/2005/8/layout/vList2"/>
    <dgm:cxn modelId="{8A1A53B7-4C43-4E08-8E8A-AE85C115E010}" type="presOf" srcId="{934F1888-1B5F-49EB-8349-1828A7482E1C}" destId="{97FA9887-E040-4F29-8CD7-F5A45511BA5A}" srcOrd="0" destOrd="1" presId="urn:microsoft.com/office/officeart/2005/8/layout/vList2"/>
    <dgm:cxn modelId="{65ABA05B-CED2-4EC0-9BA8-399FB0507B55}" srcId="{B14EAC69-B5A7-456D-898A-EAFFFE46A332}" destId="{934F1888-1B5F-49EB-8349-1828A7482E1C}" srcOrd="1" destOrd="0" parTransId="{01B73F59-04E9-4873-A4FF-172646B6D436}" sibTransId="{1FF3CC76-79E6-40A7-9A37-0E0327E4D395}"/>
    <dgm:cxn modelId="{133724F3-094C-4CBC-A23C-F226FA5BA242}" type="presOf" srcId="{BEEB23EB-B7B9-4877-9989-DA23676C6C0E}" destId="{97FA9887-E040-4F29-8CD7-F5A45511BA5A}" srcOrd="0" destOrd="2" presId="urn:microsoft.com/office/officeart/2005/8/layout/vList2"/>
    <dgm:cxn modelId="{1DEBF2CE-08BB-401A-9F99-3D64EF58DFD9}" srcId="{A3EE2C38-94E8-4189-B489-0EB0B82E18DE}" destId="{B14EAC69-B5A7-456D-898A-EAFFFE46A332}" srcOrd="0" destOrd="0" parTransId="{5BD70024-FCAC-405B-8954-2C1883A23209}" sibTransId="{E75B4991-D70B-428F-8A90-989E322D0317}"/>
    <dgm:cxn modelId="{05881590-6F23-4450-BFEB-7C096750A325}" type="presParOf" srcId="{87734551-F849-484D-B469-12BCAEDE1487}" destId="{B7C00CC5-FCBF-4532-A85E-1C905DCB6860}" srcOrd="0" destOrd="0" presId="urn:microsoft.com/office/officeart/2005/8/layout/vList2"/>
    <dgm:cxn modelId="{1E799C60-1EB7-4950-A203-86B6A94D85C7}" type="presParOf" srcId="{87734551-F849-484D-B469-12BCAEDE1487}" destId="{97FA9887-E040-4F29-8CD7-F5A45511BA5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11D7DA64-CE33-419A-9628-D024D6A2154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EAFB559-1E35-401F-90AF-CD8C717FB702}">
      <dgm:prSet/>
      <dgm:spPr/>
      <dgm:t>
        <a:bodyPr/>
        <a:lstStyle/>
        <a:p>
          <a:pPr algn="just" rtl="0"/>
          <a:r>
            <a:rPr lang="en-US" b="1" dirty="0" smtClean="0">
              <a:latin typeface="Times New Roman" pitchFamily="18" charset="0"/>
              <a:cs typeface="Times New Roman" pitchFamily="18" charset="0"/>
            </a:rPr>
            <a:t>2.4. Principles of Church Administration</a:t>
          </a:r>
          <a:endParaRPr lang="en-US" dirty="0">
            <a:latin typeface="Times New Roman" pitchFamily="18" charset="0"/>
            <a:cs typeface="Times New Roman" pitchFamily="18" charset="0"/>
          </a:endParaRPr>
        </a:p>
      </dgm:t>
    </dgm:pt>
    <dgm:pt modelId="{8F250490-5F11-43E8-BF7E-FD52C6174DEF}" type="parTrans" cxnId="{948C5A8E-7729-447B-A5E6-528EC32E4FFB}">
      <dgm:prSet/>
      <dgm:spPr/>
      <dgm:t>
        <a:bodyPr/>
        <a:lstStyle/>
        <a:p>
          <a:endParaRPr lang="en-US"/>
        </a:p>
      </dgm:t>
    </dgm:pt>
    <dgm:pt modelId="{4C00D119-0C91-418A-AAC8-C0F60CEDCABA}" type="sibTrans" cxnId="{948C5A8E-7729-447B-A5E6-528EC32E4FFB}">
      <dgm:prSet/>
      <dgm:spPr/>
      <dgm:t>
        <a:bodyPr/>
        <a:lstStyle/>
        <a:p>
          <a:endParaRPr lang="en-US"/>
        </a:p>
      </dgm:t>
    </dgm:pt>
    <dgm:pt modelId="{5DFC301B-E384-436F-991E-D4EBFB97B86F}">
      <dgm:prSet/>
      <dgm:spPr/>
      <dgm:t>
        <a:bodyPr/>
        <a:lstStyle/>
        <a:p>
          <a:pPr algn="just" rtl="0"/>
          <a:r>
            <a:rPr lang="en-US" dirty="0" smtClean="0">
              <a:latin typeface="Times New Roman" pitchFamily="18" charset="0"/>
              <a:cs typeface="Times New Roman" pitchFamily="18" charset="0"/>
            </a:rPr>
            <a:t>The following are some of the principles, which can be applied in lead  a  Christian church. </a:t>
          </a:r>
          <a:endParaRPr lang="en-US" dirty="0">
            <a:latin typeface="Times New Roman" pitchFamily="18" charset="0"/>
            <a:cs typeface="Times New Roman" pitchFamily="18" charset="0"/>
          </a:endParaRPr>
        </a:p>
      </dgm:t>
    </dgm:pt>
    <dgm:pt modelId="{3AAED15B-6469-4D10-B6E7-762D2D619577}" type="parTrans" cxnId="{74D5E9F7-2BDD-4233-8584-63F2FA713C90}">
      <dgm:prSet/>
      <dgm:spPr/>
      <dgm:t>
        <a:bodyPr/>
        <a:lstStyle/>
        <a:p>
          <a:endParaRPr lang="en-US"/>
        </a:p>
      </dgm:t>
    </dgm:pt>
    <dgm:pt modelId="{DC6C530A-85E9-4AF1-AD5A-351EBB27B064}" type="sibTrans" cxnId="{74D5E9F7-2BDD-4233-8584-63F2FA713C90}">
      <dgm:prSet/>
      <dgm:spPr/>
      <dgm:t>
        <a:bodyPr/>
        <a:lstStyle/>
        <a:p>
          <a:endParaRPr lang="en-US"/>
        </a:p>
      </dgm:t>
    </dgm:pt>
    <dgm:pt modelId="{F7A61DA7-957B-47A3-946E-8601C6D504BD}">
      <dgm:prSet/>
      <dgm:spPr/>
      <dgm:t>
        <a:bodyPr/>
        <a:lstStyle/>
        <a:p>
          <a:pPr algn="just" rtl="0"/>
          <a:r>
            <a:rPr lang="en-US" b="1" dirty="0" smtClean="0">
              <a:latin typeface="Times New Roman" pitchFamily="18" charset="0"/>
              <a:cs typeface="Times New Roman" pitchFamily="18" charset="0"/>
            </a:rPr>
            <a:t>A. Mobilization of the laity</a:t>
          </a:r>
          <a:endParaRPr lang="en-US" dirty="0">
            <a:latin typeface="Times New Roman" pitchFamily="18" charset="0"/>
            <a:cs typeface="Times New Roman" pitchFamily="18" charset="0"/>
          </a:endParaRPr>
        </a:p>
      </dgm:t>
    </dgm:pt>
    <dgm:pt modelId="{4905C8D7-A4CE-428C-B684-3148DBAA2A57}" type="parTrans" cxnId="{2E3D5B4F-67E2-4F2A-B2DD-407F6B5F4FF0}">
      <dgm:prSet/>
      <dgm:spPr/>
      <dgm:t>
        <a:bodyPr/>
        <a:lstStyle/>
        <a:p>
          <a:endParaRPr lang="en-US"/>
        </a:p>
      </dgm:t>
    </dgm:pt>
    <dgm:pt modelId="{47AB71FC-78B3-44C7-A9C0-CF0145486381}" type="sibTrans" cxnId="{2E3D5B4F-67E2-4F2A-B2DD-407F6B5F4FF0}">
      <dgm:prSet/>
      <dgm:spPr/>
      <dgm:t>
        <a:bodyPr/>
        <a:lstStyle/>
        <a:p>
          <a:endParaRPr lang="en-US"/>
        </a:p>
      </dgm:t>
    </dgm:pt>
    <dgm:pt modelId="{225E4A1C-3EF0-4D39-9A3F-BD4F78E9547A}">
      <dgm:prSet/>
      <dgm:spPr/>
      <dgm:t>
        <a:bodyPr/>
        <a:lstStyle/>
        <a:p>
          <a:pPr algn="just" rtl="0"/>
          <a:r>
            <a:rPr lang="en-US" dirty="0" smtClean="0">
              <a:latin typeface="Times New Roman" pitchFamily="18" charset="0"/>
              <a:cs typeface="Times New Roman" pitchFamily="18" charset="0"/>
            </a:rPr>
            <a:t>Good administration will utilize the skill of mobilizing the laity in doing the work of the church. </a:t>
          </a:r>
          <a:endParaRPr lang="en-US" dirty="0">
            <a:latin typeface="Times New Roman" pitchFamily="18" charset="0"/>
            <a:cs typeface="Times New Roman" pitchFamily="18" charset="0"/>
          </a:endParaRPr>
        </a:p>
      </dgm:t>
    </dgm:pt>
    <dgm:pt modelId="{4D4D80EE-CFDB-4457-807B-271DEF36F798}" type="parTrans" cxnId="{01A78898-B832-437A-9287-2B744A58CF54}">
      <dgm:prSet/>
      <dgm:spPr/>
      <dgm:t>
        <a:bodyPr/>
        <a:lstStyle/>
        <a:p>
          <a:endParaRPr lang="en-US"/>
        </a:p>
      </dgm:t>
    </dgm:pt>
    <dgm:pt modelId="{897AE940-69DF-4859-94A7-51DDEFC107D9}" type="sibTrans" cxnId="{01A78898-B832-437A-9287-2B744A58CF54}">
      <dgm:prSet/>
      <dgm:spPr/>
      <dgm:t>
        <a:bodyPr/>
        <a:lstStyle/>
        <a:p>
          <a:endParaRPr lang="en-US"/>
        </a:p>
      </dgm:t>
    </dgm:pt>
    <dgm:pt modelId="{FA3DD9DE-A7AF-40D8-BE34-6A6EBCAF4791}">
      <dgm:prSet/>
      <dgm:spPr/>
      <dgm:t>
        <a:bodyPr/>
        <a:lstStyle/>
        <a:p>
          <a:pPr algn="just" rtl="0"/>
          <a:r>
            <a:rPr lang="en-US" dirty="0" smtClean="0">
              <a:latin typeface="Times New Roman" pitchFamily="18" charset="0"/>
              <a:cs typeface="Times New Roman" pitchFamily="18" charset="0"/>
            </a:rPr>
            <a:t>This has been identified as the primary principles for church growth before other principles can be directed towards growth.</a:t>
          </a:r>
          <a:endParaRPr lang="en-US" dirty="0">
            <a:latin typeface="Times New Roman" pitchFamily="18" charset="0"/>
            <a:cs typeface="Times New Roman" pitchFamily="18" charset="0"/>
          </a:endParaRPr>
        </a:p>
      </dgm:t>
    </dgm:pt>
    <dgm:pt modelId="{59C14504-8E51-4824-893A-18174FF0CC76}" type="parTrans" cxnId="{901E31A4-68D1-478F-8915-3B3EC9246AC1}">
      <dgm:prSet/>
      <dgm:spPr/>
      <dgm:t>
        <a:bodyPr/>
        <a:lstStyle/>
        <a:p>
          <a:endParaRPr lang="en-US"/>
        </a:p>
      </dgm:t>
    </dgm:pt>
    <dgm:pt modelId="{E051EF87-547F-401A-AAE3-AF9E46A31DBB}" type="sibTrans" cxnId="{901E31A4-68D1-478F-8915-3B3EC9246AC1}">
      <dgm:prSet/>
      <dgm:spPr/>
      <dgm:t>
        <a:bodyPr/>
        <a:lstStyle/>
        <a:p>
          <a:endParaRPr lang="en-US"/>
        </a:p>
      </dgm:t>
    </dgm:pt>
    <dgm:pt modelId="{C3B7F5FE-2950-411A-9A98-65B984D99DE7}">
      <dgm:prSet/>
      <dgm:spPr/>
      <dgm:t>
        <a:bodyPr/>
        <a:lstStyle/>
        <a:p>
          <a:pPr algn="just" rtl="0"/>
          <a:r>
            <a:rPr lang="en-US" b="1" dirty="0" smtClean="0">
              <a:latin typeface="Times New Roman" pitchFamily="18" charset="0"/>
              <a:cs typeface="Times New Roman" pitchFamily="18" charset="0"/>
            </a:rPr>
            <a:t>B. Discipleship Training </a:t>
          </a:r>
          <a:endParaRPr lang="en-US" dirty="0">
            <a:latin typeface="Times New Roman" pitchFamily="18" charset="0"/>
            <a:cs typeface="Times New Roman" pitchFamily="18" charset="0"/>
          </a:endParaRPr>
        </a:p>
      </dgm:t>
    </dgm:pt>
    <dgm:pt modelId="{86D181D2-AF23-4F08-9208-03D7ADFE47FD}" type="parTrans" cxnId="{90D2D948-B4E7-4E44-9ED8-283A8177D5CF}">
      <dgm:prSet/>
      <dgm:spPr/>
      <dgm:t>
        <a:bodyPr/>
        <a:lstStyle/>
        <a:p>
          <a:endParaRPr lang="en-US"/>
        </a:p>
      </dgm:t>
    </dgm:pt>
    <dgm:pt modelId="{00C39B16-4AF5-4BED-A87D-19AAF7CF6573}" type="sibTrans" cxnId="{90D2D948-B4E7-4E44-9ED8-283A8177D5CF}">
      <dgm:prSet/>
      <dgm:spPr/>
      <dgm:t>
        <a:bodyPr/>
        <a:lstStyle/>
        <a:p>
          <a:endParaRPr lang="en-US"/>
        </a:p>
      </dgm:t>
    </dgm:pt>
    <dgm:pt modelId="{0DDE4D9D-686A-40A7-8546-E294C3C42733}">
      <dgm:prSet/>
      <dgm:spPr/>
      <dgm:t>
        <a:bodyPr/>
        <a:lstStyle/>
        <a:p>
          <a:pPr algn="just" rtl="0"/>
          <a:r>
            <a:rPr lang="en-US" dirty="0" smtClean="0">
              <a:latin typeface="Times New Roman" pitchFamily="18" charset="0"/>
              <a:cs typeface="Times New Roman" pitchFamily="18" charset="0"/>
            </a:rPr>
            <a:t>Numerical growth ought to be a primary concern for the church.</a:t>
          </a:r>
          <a:endParaRPr lang="en-US" dirty="0">
            <a:latin typeface="Times New Roman" pitchFamily="18" charset="0"/>
            <a:cs typeface="Times New Roman" pitchFamily="18" charset="0"/>
          </a:endParaRPr>
        </a:p>
      </dgm:t>
    </dgm:pt>
    <dgm:pt modelId="{37AEA49F-2E55-452C-8A0B-C5A6A57F3919}" type="parTrans" cxnId="{78982D39-D8CF-42FB-B1C1-F6767F4691C9}">
      <dgm:prSet/>
      <dgm:spPr/>
      <dgm:t>
        <a:bodyPr/>
        <a:lstStyle/>
        <a:p>
          <a:endParaRPr lang="en-US"/>
        </a:p>
      </dgm:t>
    </dgm:pt>
    <dgm:pt modelId="{B18D588A-B06F-4528-8FA9-9D2F7810D821}" type="sibTrans" cxnId="{78982D39-D8CF-42FB-B1C1-F6767F4691C9}">
      <dgm:prSet/>
      <dgm:spPr/>
      <dgm:t>
        <a:bodyPr/>
        <a:lstStyle/>
        <a:p>
          <a:endParaRPr lang="en-US"/>
        </a:p>
      </dgm:t>
    </dgm:pt>
    <dgm:pt modelId="{37327DB0-7AEA-470B-B943-5ECDA0BE7B81}">
      <dgm:prSet/>
      <dgm:spPr/>
      <dgm:t>
        <a:bodyPr/>
        <a:lstStyle/>
        <a:p>
          <a:pPr algn="just" rtl="0"/>
          <a:r>
            <a:rPr lang="en-US" dirty="0" smtClean="0">
              <a:latin typeface="Times New Roman" pitchFamily="18" charset="0"/>
              <a:cs typeface="Times New Roman" pitchFamily="18" charset="0"/>
            </a:rPr>
            <a:t>Church growth focuses attention on Matthew 28:19 and the emphasis not on producing changes, but on making disciples.</a:t>
          </a:r>
          <a:endParaRPr lang="en-US" dirty="0">
            <a:latin typeface="Times New Roman" pitchFamily="18" charset="0"/>
            <a:cs typeface="Times New Roman" pitchFamily="18" charset="0"/>
          </a:endParaRPr>
        </a:p>
      </dgm:t>
    </dgm:pt>
    <dgm:pt modelId="{3F84C7DD-9C6E-41A8-B419-CF9A1AE540BB}" type="parTrans" cxnId="{B65D9150-AD58-43AC-847A-1B5587E0DDE5}">
      <dgm:prSet/>
      <dgm:spPr/>
      <dgm:t>
        <a:bodyPr/>
        <a:lstStyle/>
        <a:p>
          <a:endParaRPr lang="en-US"/>
        </a:p>
      </dgm:t>
    </dgm:pt>
    <dgm:pt modelId="{219B48D6-0357-4646-B45D-BD43C28E38F6}" type="sibTrans" cxnId="{B65D9150-AD58-43AC-847A-1B5587E0DDE5}">
      <dgm:prSet/>
      <dgm:spPr/>
      <dgm:t>
        <a:bodyPr/>
        <a:lstStyle/>
        <a:p>
          <a:endParaRPr lang="en-US"/>
        </a:p>
      </dgm:t>
    </dgm:pt>
    <dgm:pt modelId="{FB22AC15-4A79-4805-89EE-42ECD03B7990}" type="pres">
      <dgm:prSet presAssocID="{11D7DA64-CE33-419A-9628-D024D6A2154F}" presName="linear" presStyleCnt="0">
        <dgm:presLayoutVars>
          <dgm:animLvl val="lvl"/>
          <dgm:resizeHandles val="exact"/>
        </dgm:presLayoutVars>
      </dgm:prSet>
      <dgm:spPr/>
      <dgm:t>
        <a:bodyPr/>
        <a:lstStyle/>
        <a:p>
          <a:endParaRPr lang="en-US"/>
        </a:p>
      </dgm:t>
    </dgm:pt>
    <dgm:pt modelId="{DBD80712-029C-4832-A110-7EBF0DC68142}" type="pres">
      <dgm:prSet presAssocID="{6EAFB559-1E35-401F-90AF-CD8C717FB702}" presName="parentText" presStyleLbl="node1" presStyleIdx="0" presStyleCnt="3">
        <dgm:presLayoutVars>
          <dgm:chMax val="0"/>
          <dgm:bulletEnabled val="1"/>
        </dgm:presLayoutVars>
      </dgm:prSet>
      <dgm:spPr/>
      <dgm:t>
        <a:bodyPr/>
        <a:lstStyle/>
        <a:p>
          <a:endParaRPr lang="en-US"/>
        </a:p>
      </dgm:t>
    </dgm:pt>
    <dgm:pt modelId="{AD46D1B3-047A-490B-B3C4-A07666A3BBA4}" type="pres">
      <dgm:prSet presAssocID="{6EAFB559-1E35-401F-90AF-CD8C717FB702}" presName="childText" presStyleLbl="revTx" presStyleIdx="0" presStyleCnt="3">
        <dgm:presLayoutVars>
          <dgm:bulletEnabled val="1"/>
        </dgm:presLayoutVars>
      </dgm:prSet>
      <dgm:spPr/>
      <dgm:t>
        <a:bodyPr/>
        <a:lstStyle/>
        <a:p>
          <a:endParaRPr lang="en-US"/>
        </a:p>
      </dgm:t>
    </dgm:pt>
    <dgm:pt modelId="{243555F5-D055-458E-98C8-011762A9162C}" type="pres">
      <dgm:prSet presAssocID="{F7A61DA7-957B-47A3-946E-8601C6D504BD}" presName="parentText" presStyleLbl="node1" presStyleIdx="1" presStyleCnt="3">
        <dgm:presLayoutVars>
          <dgm:chMax val="0"/>
          <dgm:bulletEnabled val="1"/>
        </dgm:presLayoutVars>
      </dgm:prSet>
      <dgm:spPr/>
      <dgm:t>
        <a:bodyPr/>
        <a:lstStyle/>
        <a:p>
          <a:endParaRPr lang="en-US"/>
        </a:p>
      </dgm:t>
    </dgm:pt>
    <dgm:pt modelId="{7C95647C-D5AD-4EC9-94BE-BE5B9C1DEB2C}" type="pres">
      <dgm:prSet presAssocID="{F7A61DA7-957B-47A3-946E-8601C6D504BD}" presName="childText" presStyleLbl="revTx" presStyleIdx="1" presStyleCnt="3">
        <dgm:presLayoutVars>
          <dgm:bulletEnabled val="1"/>
        </dgm:presLayoutVars>
      </dgm:prSet>
      <dgm:spPr/>
      <dgm:t>
        <a:bodyPr/>
        <a:lstStyle/>
        <a:p>
          <a:endParaRPr lang="en-US"/>
        </a:p>
      </dgm:t>
    </dgm:pt>
    <dgm:pt modelId="{289107E0-CAA1-47E5-9B78-7B51F8289291}" type="pres">
      <dgm:prSet presAssocID="{C3B7F5FE-2950-411A-9A98-65B984D99DE7}" presName="parentText" presStyleLbl="node1" presStyleIdx="2" presStyleCnt="3">
        <dgm:presLayoutVars>
          <dgm:chMax val="0"/>
          <dgm:bulletEnabled val="1"/>
        </dgm:presLayoutVars>
      </dgm:prSet>
      <dgm:spPr/>
      <dgm:t>
        <a:bodyPr/>
        <a:lstStyle/>
        <a:p>
          <a:endParaRPr lang="en-US"/>
        </a:p>
      </dgm:t>
    </dgm:pt>
    <dgm:pt modelId="{E508A4EE-DEA5-4142-810B-4DFBFC96B604}" type="pres">
      <dgm:prSet presAssocID="{C3B7F5FE-2950-411A-9A98-65B984D99DE7}" presName="childText" presStyleLbl="revTx" presStyleIdx="2" presStyleCnt="3" custScaleY="128744">
        <dgm:presLayoutVars>
          <dgm:bulletEnabled val="1"/>
        </dgm:presLayoutVars>
      </dgm:prSet>
      <dgm:spPr/>
      <dgm:t>
        <a:bodyPr/>
        <a:lstStyle/>
        <a:p>
          <a:endParaRPr lang="en-US"/>
        </a:p>
      </dgm:t>
    </dgm:pt>
  </dgm:ptLst>
  <dgm:cxnLst>
    <dgm:cxn modelId="{F9068C8D-6CFF-460E-8537-74F93B5BDCEE}" type="presOf" srcId="{6EAFB559-1E35-401F-90AF-CD8C717FB702}" destId="{DBD80712-029C-4832-A110-7EBF0DC68142}" srcOrd="0" destOrd="0" presId="urn:microsoft.com/office/officeart/2005/8/layout/vList2"/>
    <dgm:cxn modelId="{1671159A-DBEF-4A29-8993-BCA1CD3ECB6B}" type="presOf" srcId="{F7A61DA7-957B-47A3-946E-8601C6D504BD}" destId="{243555F5-D055-458E-98C8-011762A9162C}" srcOrd="0" destOrd="0" presId="urn:microsoft.com/office/officeart/2005/8/layout/vList2"/>
    <dgm:cxn modelId="{78982D39-D8CF-42FB-B1C1-F6767F4691C9}" srcId="{C3B7F5FE-2950-411A-9A98-65B984D99DE7}" destId="{0DDE4D9D-686A-40A7-8546-E294C3C42733}" srcOrd="0" destOrd="0" parTransId="{37AEA49F-2E55-452C-8A0B-C5A6A57F3919}" sibTransId="{B18D588A-B06F-4528-8FA9-9D2F7810D821}"/>
    <dgm:cxn modelId="{9ECEEA34-9399-4063-B4EB-84E7C3D51F39}" type="presOf" srcId="{225E4A1C-3EF0-4D39-9A3F-BD4F78E9547A}" destId="{7C95647C-D5AD-4EC9-94BE-BE5B9C1DEB2C}" srcOrd="0" destOrd="0" presId="urn:microsoft.com/office/officeart/2005/8/layout/vList2"/>
    <dgm:cxn modelId="{74D5E9F7-2BDD-4233-8584-63F2FA713C90}" srcId="{6EAFB559-1E35-401F-90AF-CD8C717FB702}" destId="{5DFC301B-E384-436F-991E-D4EBFB97B86F}" srcOrd="0" destOrd="0" parTransId="{3AAED15B-6469-4D10-B6E7-762D2D619577}" sibTransId="{DC6C530A-85E9-4AF1-AD5A-351EBB27B064}"/>
    <dgm:cxn modelId="{2B424408-10BA-45C5-9D39-1A8D98B33333}" type="presOf" srcId="{C3B7F5FE-2950-411A-9A98-65B984D99DE7}" destId="{289107E0-CAA1-47E5-9B78-7B51F8289291}" srcOrd="0" destOrd="0" presId="urn:microsoft.com/office/officeart/2005/8/layout/vList2"/>
    <dgm:cxn modelId="{F62F3127-7971-44F2-9DDE-44D2D6E36DAC}" type="presOf" srcId="{11D7DA64-CE33-419A-9628-D024D6A2154F}" destId="{FB22AC15-4A79-4805-89EE-42ECD03B7990}" srcOrd="0" destOrd="0" presId="urn:microsoft.com/office/officeart/2005/8/layout/vList2"/>
    <dgm:cxn modelId="{5B4DF6BF-020E-40D8-B0F0-636F381A9511}" type="presOf" srcId="{0DDE4D9D-686A-40A7-8546-E294C3C42733}" destId="{E508A4EE-DEA5-4142-810B-4DFBFC96B604}" srcOrd="0" destOrd="0" presId="urn:microsoft.com/office/officeart/2005/8/layout/vList2"/>
    <dgm:cxn modelId="{90D2D948-B4E7-4E44-9ED8-283A8177D5CF}" srcId="{11D7DA64-CE33-419A-9628-D024D6A2154F}" destId="{C3B7F5FE-2950-411A-9A98-65B984D99DE7}" srcOrd="2" destOrd="0" parTransId="{86D181D2-AF23-4F08-9208-03D7ADFE47FD}" sibTransId="{00C39B16-4AF5-4BED-A87D-19AAF7CF6573}"/>
    <dgm:cxn modelId="{D1D790AF-3769-4486-A5D7-E434D8E61DC2}" type="presOf" srcId="{FA3DD9DE-A7AF-40D8-BE34-6A6EBCAF4791}" destId="{7C95647C-D5AD-4EC9-94BE-BE5B9C1DEB2C}" srcOrd="0" destOrd="1" presId="urn:microsoft.com/office/officeart/2005/8/layout/vList2"/>
    <dgm:cxn modelId="{23C70F5F-6B3C-43FD-8D05-5F95865013A2}" type="presOf" srcId="{37327DB0-7AEA-470B-B943-5ECDA0BE7B81}" destId="{E508A4EE-DEA5-4142-810B-4DFBFC96B604}" srcOrd="0" destOrd="1" presId="urn:microsoft.com/office/officeart/2005/8/layout/vList2"/>
    <dgm:cxn modelId="{901E31A4-68D1-478F-8915-3B3EC9246AC1}" srcId="{F7A61DA7-957B-47A3-946E-8601C6D504BD}" destId="{FA3DD9DE-A7AF-40D8-BE34-6A6EBCAF4791}" srcOrd="1" destOrd="0" parTransId="{59C14504-8E51-4824-893A-18174FF0CC76}" sibTransId="{E051EF87-547F-401A-AAE3-AF9E46A31DBB}"/>
    <dgm:cxn modelId="{01A78898-B832-437A-9287-2B744A58CF54}" srcId="{F7A61DA7-957B-47A3-946E-8601C6D504BD}" destId="{225E4A1C-3EF0-4D39-9A3F-BD4F78E9547A}" srcOrd="0" destOrd="0" parTransId="{4D4D80EE-CFDB-4457-807B-271DEF36F798}" sibTransId="{897AE940-69DF-4859-94A7-51DDEFC107D9}"/>
    <dgm:cxn modelId="{948C5A8E-7729-447B-A5E6-528EC32E4FFB}" srcId="{11D7DA64-CE33-419A-9628-D024D6A2154F}" destId="{6EAFB559-1E35-401F-90AF-CD8C717FB702}" srcOrd="0" destOrd="0" parTransId="{8F250490-5F11-43E8-BF7E-FD52C6174DEF}" sibTransId="{4C00D119-0C91-418A-AAC8-C0F60CEDCABA}"/>
    <dgm:cxn modelId="{2E3D5B4F-67E2-4F2A-B2DD-407F6B5F4FF0}" srcId="{11D7DA64-CE33-419A-9628-D024D6A2154F}" destId="{F7A61DA7-957B-47A3-946E-8601C6D504BD}" srcOrd="1" destOrd="0" parTransId="{4905C8D7-A4CE-428C-B684-3148DBAA2A57}" sibTransId="{47AB71FC-78B3-44C7-A9C0-CF0145486381}"/>
    <dgm:cxn modelId="{B65D9150-AD58-43AC-847A-1B5587E0DDE5}" srcId="{C3B7F5FE-2950-411A-9A98-65B984D99DE7}" destId="{37327DB0-7AEA-470B-B943-5ECDA0BE7B81}" srcOrd="1" destOrd="0" parTransId="{3F84C7DD-9C6E-41A8-B419-CF9A1AE540BB}" sibTransId="{219B48D6-0357-4646-B45D-BD43C28E38F6}"/>
    <dgm:cxn modelId="{AA4D15E7-4AC5-458C-8EAC-FE4BDC457231}" type="presOf" srcId="{5DFC301B-E384-436F-991E-D4EBFB97B86F}" destId="{AD46D1B3-047A-490B-B3C4-A07666A3BBA4}" srcOrd="0" destOrd="0" presId="urn:microsoft.com/office/officeart/2005/8/layout/vList2"/>
    <dgm:cxn modelId="{9B44FCCC-4CAD-45DB-977B-EE88FE8530FF}" type="presParOf" srcId="{FB22AC15-4A79-4805-89EE-42ECD03B7990}" destId="{DBD80712-029C-4832-A110-7EBF0DC68142}" srcOrd="0" destOrd="0" presId="urn:microsoft.com/office/officeart/2005/8/layout/vList2"/>
    <dgm:cxn modelId="{6F77CC17-42C1-496A-979D-C87FA4FBC7E0}" type="presParOf" srcId="{FB22AC15-4A79-4805-89EE-42ECD03B7990}" destId="{AD46D1B3-047A-490B-B3C4-A07666A3BBA4}" srcOrd="1" destOrd="0" presId="urn:microsoft.com/office/officeart/2005/8/layout/vList2"/>
    <dgm:cxn modelId="{95C52678-4D53-4A2C-A7B1-0896FA8AAD8F}" type="presParOf" srcId="{FB22AC15-4A79-4805-89EE-42ECD03B7990}" destId="{243555F5-D055-458E-98C8-011762A9162C}" srcOrd="2" destOrd="0" presId="urn:microsoft.com/office/officeart/2005/8/layout/vList2"/>
    <dgm:cxn modelId="{57D3EB0E-4FCB-4955-96A2-9EAF822EEA5E}" type="presParOf" srcId="{FB22AC15-4A79-4805-89EE-42ECD03B7990}" destId="{7C95647C-D5AD-4EC9-94BE-BE5B9C1DEB2C}" srcOrd="3" destOrd="0" presId="urn:microsoft.com/office/officeart/2005/8/layout/vList2"/>
    <dgm:cxn modelId="{AFD90153-06C3-41F0-A616-3F0A77FF0BBA}" type="presParOf" srcId="{FB22AC15-4A79-4805-89EE-42ECD03B7990}" destId="{289107E0-CAA1-47E5-9B78-7B51F8289291}" srcOrd="4" destOrd="0" presId="urn:microsoft.com/office/officeart/2005/8/layout/vList2"/>
    <dgm:cxn modelId="{230AF99E-38EA-4167-9556-9E7EC72E0859}" type="presParOf" srcId="{FB22AC15-4A79-4805-89EE-42ECD03B7990}" destId="{E508A4EE-DEA5-4142-810B-4DFBFC96B60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3D2CE7F-D8BE-4B2B-A38C-A8219B04E3A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6C54852-BAFF-4CFF-9EE6-9EEA55F9DD69}">
      <dgm:prSet/>
      <dgm:spPr/>
      <dgm:t>
        <a:bodyPr/>
        <a:lstStyle/>
        <a:p>
          <a:pPr rtl="0"/>
          <a:r>
            <a:rPr lang="en-US" b="1" dirty="0" smtClean="0">
              <a:latin typeface="Times New Roman" pitchFamily="18" charset="0"/>
              <a:cs typeface="Times New Roman" pitchFamily="18" charset="0"/>
            </a:rPr>
            <a:t>Principles of Church Administration….</a:t>
          </a:r>
          <a:endParaRPr lang="en-US" dirty="0">
            <a:latin typeface="Times New Roman" pitchFamily="18" charset="0"/>
            <a:cs typeface="Times New Roman" pitchFamily="18" charset="0"/>
          </a:endParaRPr>
        </a:p>
      </dgm:t>
    </dgm:pt>
    <dgm:pt modelId="{E1EB2B82-E642-40BA-8AE7-1D031121B8C5}" type="parTrans" cxnId="{3E2D33C2-80D1-4B26-B1BD-EAE134B66EB9}">
      <dgm:prSet/>
      <dgm:spPr/>
      <dgm:t>
        <a:bodyPr/>
        <a:lstStyle/>
        <a:p>
          <a:endParaRPr lang="en-US"/>
        </a:p>
      </dgm:t>
    </dgm:pt>
    <dgm:pt modelId="{D116EDF2-AEF6-45F8-ADA5-22D310DBA916}" type="sibTrans" cxnId="{3E2D33C2-80D1-4B26-B1BD-EAE134B66EB9}">
      <dgm:prSet/>
      <dgm:spPr/>
      <dgm:t>
        <a:bodyPr/>
        <a:lstStyle/>
        <a:p>
          <a:endParaRPr lang="en-US"/>
        </a:p>
      </dgm:t>
    </dgm:pt>
    <dgm:pt modelId="{69F67E87-9FDF-4B0B-9910-8C30999900A9}">
      <dgm:prSet/>
      <dgm:spPr/>
      <dgm:t>
        <a:bodyPr/>
        <a:lstStyle/>
        <a:p>
          <a:pPr algn="just" rtl="0"/>
          <a:r>
            <a:rPr lang="en-US" b="1" dirty="0" smtClean="0">
              <a:latin typeface="Times New Roman" pitchFamily="18" charset="0"/>
              <a:cs typeface="Times New Roman" pitchFamily="18" charset="0"/>
            </a:rPr>
            <a:t>C. Developing spiritual gifts</a:t>
          </a:r>
          <a:endParaRPr lang="en-US" dirty="0">
            <a:latin typeface="Times New Roman" pitchFamily="18" charset="0"/>
            <a:cs typeface="Times New Roman" pitchFamily="18" charset="0"/>
          </a:endParaRPr>
        </a:p>
      </dgm:t>
    </dgm:pt>
    <dgm:pt modelId="{9B6D9434-DC2A-4C2D-A12D-20BA626AF8D9}" type="parTrans" cxnId="{7E3B3B26-58CD-4617-BFC6-D76CF01F4381}">
      <dgm:prSet/>
      <dgm:spPr/>
      <dgm:t>
        <a:bodyPr/>
        <a:lstStyle/>
        <a:p>
          <a:endParaRPr lang="en-US"/>
        </a:p>
      </dgm:t>
    </dgm:pt>
    <dgm:pt modelId="{0D573571-7E7C-4D0D-8083-2D9747220797}" type="sibTrans" cxnId="{7E3B3B26-58CD-4617-BFC6-D76CF01F4381}">
      <dgm:prSet/>
      <dgm:spPr/>
      <dgm:t>
        <a:bodyPr/>
        <a:lstStyle/>
        <a:p>
          <a:endParaRPr lang="en-US"/>
        </a:p>
      </dgm:t>
    </dgm:pt>
    <dgm:pt modelId="{1F097DB5-3EB3-4CB6-A23D-65078DB0DA62}">
      <dgm:prSet/>
      <dgm:spPr/>
      <dgm:t>
        <a:bodyPr/>
        <a:lstStyle/>
        <a:p>
          <a:pPr algn="just" rtl="0"/>
          <a:r>
            <a:rPr lang="en-US" dirty="0" smtClean="0">
              <a:latin typeface="Times New Roman" pitchFamily="18" charset="0"/>
              <a:cs typeface="Times New Roman" pitchFamily="18" charset="0"/>
            </a:rPr>
            <a:t>The laity is individually gifted, as such when these gifts are developed and employed in the service of the church; it promotes team work and growth.</a:t>
          </a:r>
          <a:endParaRPr lang="en-US" dirty="0">
            <a:latin typeface="Times New Roman" pitchFamily="18" charset="0"/>
            <a:cs typeface="Times New Roman" pitchFamily="18" charset="0"/>
          </a:endParaRPr>
        </a:p>
      </dgm:t>
    </dgm:pt>
    <dgm:pt modelId="{960723BF-55A9-4EB7-BF09-7ACBB234096A}" type="parTrans" cxnId="{D8DD2B24-CC22-43BF-BD62-42F0942F5A2E}">
      <dgm:prSet/>
      <dgm:spPr/>
      <dgm:t>
        <a:bodyPr/>
        <a:lstStyle/>
        <a:p>
          <a:endParaRPr lang="en-US"/>
        </a:p>
      </dgm:t>
    </dgm:pt>
    <dgm:pt modelId="{BE532410-A803-4CA6-B57A-2480530497A6}" type="sibTrans" cxnId="{D8DD2B24-CC22-43BF-BD62-42F0942F5A2E}">
      <dgm:prSet/>
      <dgm:spPr/>
      <dgm:t>
        <a:bodyPr/>
        <a:lstStyle/>
        <a:p>
          <a:endParaRPr lang="en-US"/>
        </a:p>
      </dgm:t>
    </dgm:pt>
    <dgm:pt modelId="{62586EE6-2797-47E5-B512-082FC2D0D601}">
      <dgm:prSet/>
      <dgm:spPr/>
      <dgm:t>
        <a:bodyPr/>
        <a:lstStyle/>
        <a:p>
          <a:pPr algn="just" rtl="0"/>
          <a:r>
            <a:rPr lang="en-US" b="1" dirty="0" smtClean="0">
              <a:latin typeface="Times New Roman" pitchFamily="18" charset="0"/>
              <a:cs typeface="Times New Roman" pitchFamily="18" charset="0"/>
            </a:rPr>
            <a:t>D. Utilization of resources</a:t>
          </a:r>
          <a:endParaRPr lang="en-US" dirty="0">
            <a:latin typeface="Times New Roman" pitchFamily="18" charset="0"/>
            <a:cs typeface="Times New Roman" pitchFamily="18" charset="0"/>
          </a:endParaRPr>
        </a:p>
      </dgm:t>
    </dgm:pt>
    <dgm:pt modelId="{61D55C85-173B-4908-92D2-F9123C63E212}" type="parTrans" cxnId="{78105626-4C33-494E-AFD0-4B3F9526020D}">
      <dgm:prSet/>
      <dgm:spPr/>
      <dgm:t>
        <a:bodyPr/>
        <a:lstStyle/>
        <a:p>
          <a:endParaRPr lang="en-US"/>
        </a:p>
      </dgm:t>
    </dgm:pt>
    <dgm:pt modelId="{B4237C49-06C6-49C8-922F-B21473771C5A}" type="sibTrans" cxnId="{78105626-4C33-494E-AFD0-4B3F9526020D}">
      <dgm:prSet/>
      <dgm:spPr/>
      <dgm:t>
        <a:bodyPr/>
        <a:lstStyle/>
        <a:p>
          <a:endParaRPr lang="en-US"/>
        </a:p>
      </dgm:t>
    </dgm:pt>
    <dgm:pt modelId="{9059BC5C-20B0-41D4-800F-CC86A365B158}">
      <dgm:prSet/>
      <dgm:spPr/>
      <dgm:t>
        <a:bodyPr/>
        <a:lstStyle/>
        <a:p>
          <a:pPr rtl="0"/>
          <a:r>
            <a:rPr lang="en-US" dirty="0" smtClean="0">
              <a:latin typeface="Times New Roman" pitchFamily="18" charset="0"/>
              <a:cs typeface="Times New Roman" pitchFamily="18" charset="0"/>
            </a:rPr>
            <a:t>Church growth involves concentrating church’s resources on responsive elements in the society.</a:t>
          </a:r>
          <a:endParaRPr lang="en-US" dirty="0">
            <a:latin typeface="Times New Roman" pitchFamily="18" charset="0"/>
            <a:cs typeface="Times New Roman" pitchFamily="18" charset="0"/>
          </a:endParaRPr>
        </a:p>
      </dgm:t>
    </dgm:pt>
    <dgm:pt modelId="{33747CC2-2AA6-47EF-A58D-EBD1FF91C9D5}" type="parTrans" cxnId="{38A09D38-F51C-43CC-88F5-E721501F77EE}">
      <dgm:prSet/>
      <dgm:spPr/>
      <dgm:t>
        <a:bodyPr/>
        <a:lstStyle/>
        <a:p>
          <a:endParaRPr lang="en-US"/>
        </a:p>
      </dgm:t>
    </dgm:pt>
    <dgm:pt modelId="{15B333FC-8806-474F-81E5-EEA4210FD265}" type="sibTrans" cxnId="{38A09D38-F51C-43CC-88F5-E721501F77EE}">
      <dgm:prSet/>
      <dgm:spPr/>
      <dgm:t>
        <a:bodyPr/>
        <a:lstStyle/>
        <a:p>
          <a:endParaRPr lang="en-US"/>
        </a:p>
      </dgm:t>
    </dgm:pt>
    <dgm:pt modelId="{5479BFDE-0B72-4DA8-86A5-896F88AB088D}">
      <dgm:prSet/>
      <dgm:spPr/>
      <dgm:t>
        <a:bodyPr/>
        <a:lstStyle/>
        <a:p>
          <a:pPr algn="just" rtl="0"/>
          <a:r>
            <a:rPr lang="en-US" b="1" dirty="0" smtClean="0">
              <a:latin typeface="Times New Roman" pitchFamily="18" charset="0"/>
              <a:cs typeface="Times New Roman" pitchFamily="18" charset="0"/>
            </a:rPr>
            <a:t>D. Good demographic Setting</a:t>
          </a:r>
          <a:endParaRPr lang="en-US" dirty="0">
            <a:latin typeface="Times New Roman" pitchFamily="18" charset="0"/>
            <a:cs typeface="Times New Roman" pitchFamily="18" charset="0"/>
          </a:endParaRPr>
        </a:p>
      </dgm:t>
    </dgm:pt>
    <dgm:pt modelId="{3A0214C2-7E55-4376-ABC0-06ACA0D4570F}" type="parTrans" cxnId="{8AA0BAD5-E89E-41FD-A13C-AB69ADC5A9D1}">
      <dgm:prSet/>
      <dgm:spPr/>
      <dgm:t>
        <a:bodyPr/>
        <a:lstStyle/>
        <a:p>
          <a:endParaRPr lang="en-US"/>
        </a:p>
      </dgm:t>
    </dgm:pt>
    <dgm:pt modelId="{0869E3B0-F74B-4A9D-B400-9851FF08D4C6}" type="sibTrans" cxnId="{8AA0BAD5-E89E-41FD-A13C-AB69ADC5A9D1}">
      <dgm:prSet/>
      <dgm:spPr/>
      <dgm:t>
        <a:bodyPr/>
        <a:lstStyle/>
        <a:p>
          <a:endParaRPr lang="en-US"/>
        </a:p>
      </dgm:t>
    </dgm:pt>
    <dgm:pt modelId="{55E835AA-D88E-4A40-BF09-BC27441790DF}">
      <dgm:prSet/>
      <dgm:spPr/>
      <dgm:t>
        <a:bodyPr/>
        <a:lstStyle/>
        <a:p>
          <a:pPr algn="just" rtl="0"/>
          <a:r>
            <a:rPr lang="en-US" dirty="0" smtClean="0">
              <a:latin typeface="Times New Roman" pitchFamily="18" charset="0"/>
              <a:cs typeface="Times New Roman" pitchFamily="18" charset="0"/>
            </a:rPr>
            <a:t>Church growth is not an event but a process. It is not static but dynamic. </a:t>
          </a:r>
          <a:endParaRPr lang="en-US" dirty="0">
            <a:latin typeface="Times New Roman" pitchFamily="18" charset="0"/>
            <a:cs typeface="Times New Roman" pitchFamily="18" charset="0"/>
          </a:endParaRPr>
        </a:p>
      </dgm:t>
    </dgm:pt>
    <dgm:pt modelId="{7CB1C83B-A851-43FD-8016-88BE2B69029B}" type="parTrans" cxnId="{42F14508-A94A-4314-878C-E0C0DEC7174C}">
      <dgm:prSet/>
      <dgm:spPr/>
      <dgm:t>
        <a:bodyPr/>
        <a:lstStyle/>
        <a:p>
          <a:endParaRPr lang="en-US"/>
        </a:p>
      </dgm:t>
    </dgm:pt>
    <dgm:pt modelId="{125908BF-1DAD-49CE-B3D3-B058D8961F8E}" type="sibTrans" cxnId="{42F14508-A94A-4314-878C-E0C0DEC7174C}">
      <dgm:prSet/>
      <dgm:spPr/>
      <dgm:t>
        <a:bodyPr/>
        <a:lstStyle/>
        <a:p>
          <a:endParaRPr lang="en-US"/>
        </a:p>
      </dgm:t>
    </dgm:pt>
    <dgm:pt modelId="{1DB9A61F-D71E-4469-8563-9BBD893A7386}">
      <dgm:prSet/>
      <dgm:spPr/>
      <dgm:t>
        <a:bodyPr/>
        <a:lstStyle/>
        <a:p>
          <a:pPr algn="just" rtl="0"/>
          <a:r>
            <a:rPr lang="en-US" dirty="0" smtClean="0">
              <a:latin typeface="Times New Roman" pitchFamily="18" charset="0"/>
              <a:cs typeface="Times New Roman" pitchFamily="18" charset="0"/>
            </a:rPr>
            <a:t>Principle as a fundamental truth demands that the church grows up in a place and fashion its ministry in a setting that is natural to the community</a:t>
          </a:r>
          <a:endParaRPr lang="en-US" dirty="0">
            <a:latin typeface="Times New Roman" pitchFamily="18" charset="0"/>
            <a:cs typeface="Times New Roman" pitchFamily="18" charset="0"/>
          </a:endParaRPr>
        </a:p>
      </dgm:t>
    </dgm:pt>
    <dgm:pt modelId="{8B94640D-59AE-4D4C-980D-FB02727A1BA2}" type="parTrans" cxnId="{A9B171C7-AB20-4964-B565-1D54F743BE43}">
      <dgm:prSet/>
      <dgm:spPr/>
      <dgm:t>
        <a:bodyPr/>
        <a:lstStyle/>
        <a:p>
          <a:endParaRPr lang="en-US"/>
        </a:p>
      </dgm:t>
    </dgm:pt>
    <dgm:pt modelId="{1E824C75-5388-482A-B316-A2390F4B4A82}" type="sibTrans" cxnId="{A9B171C7-AB20-4964-B565-1D54F743BE43}">
      <dgm:prSet/>
      <dgm:spPr/>
      <dgm:t>
        <a:bodyPr/>
        <a:lstStyle/>
        <a:p>
          <a:endParaRPr lang="en-US"/>
        </a:p>
      </dgm:t>
    </dgm:pt>
    <dgm:pt modelId="{D40D3368-5F63-4CB2-93F4-DB19EB86864D}" type="pres">
      <dgm:prSet presAssocID="{63D2CE7F-D8BE-4B2B-A38C-A8219B04E3A4}" presName="linear" presStyleCnt="0">
        <dgm:presLayoutVars>
          <dgm:animLvl val="lvl"/>
          <dgm:resizeHandles val="exact"/>
        </dgm:presLayoutVars>
      </dgm:prSet>
      <dgm:spPr/>
      <dgm:t>
        <a:bodyPr/>
        <a:lstStyle/>
        <a:p>
          <a:endParaRPr lang="en-US"/>
        </a:p>
      </dgm:t>
    </dgm:pt>
    <dgm:pt modelId="{19EE9363-5821-41E9-9696-B78BDFFB56DB}" type="pres">
      <dgm:prSet presAssocID="{E6C54852-BAFF-4CFF-9EE6-9EEA55F9DD69}" presName="parentText" presStyleLbl="node1" presStyleIdx="0" presStyleCnt="4">
        <dgm:presLayoutVars>
          <dgm:chMax val="0"/>
          <dgm:bulletEnabled val="1"/>
        </dgm:presLayoutVars>
      </dgm:prSet>
      <dgm:spPr/>
      <dgm:t>
        <a:bodyPr/>
        <a:lstStyle/>
        <a:p>
          <a:endParaRPr lang="en-US"/>
        </a:p>
      </dgm:t>
    </dgm:pt>
    <dgm:pt modelId="{8CC21A7B-B7F6-4BD0-B6EE-A1B42B5355E8}" type="pres">
      <dgm:prSet presAssocID="{D116EDF2-AEF6-45F8-ADA5-22D310DBA916}" presName="spacer" presStyleCnt="0"/>
      <dgm:spPr/>
    </dgm:pt>
    <dgm:pt modelId="{F5BC0803-857B-42F7-BF23-896A9F5346B3}" type="pres">
      <dgm:prSet presAssocID="{69F67E87-9FDF-4B0B-9910-8C30999900A9}" presName="parentText" presStyleLbl="node1" presStyleIdx="1" presStyleCnt="4">
        <dgm:presLayoutVars>
          <dgm:chMax val="0"/>
          <dgm:bulletEnabled val="1"/>
        </dgm:presLayoutVars>
      </dgm:prSet>
      <dgm:spPr/>
      <dgm:t>
        <a:bodyPr/>
        <a:lstStyle/>
        <a:p>
          <a:endParaRPr lang="en-US"/>
        </a:p>
      </dgm:t>
    </dgm:pt>
    <dgm:pt modelId="{7A8C420F-B6BF-4664-A2AA-414068CBC44E}" type="pres">
      <dgm:prSet presAssocID="{69F67E87-9FDF-4B0B-9910-8C30999900A9}" presName="childText" presStyleLbl="revTx" presStyleIdx="0" presStyleCnt="3">
        <dgm:presLayoutVars>
          <dgm:bulletEnabled val="1"/>
        </dgm:presLayoutVars>
      </dgm:prSet>
      <dgm:spPr/>
      <dgm:t>
        <a:bodyPr/>
        <a:lstStyle/>
        <a:p>
          <a:endParaRPr lang="en-US"/>
        </a:p>
      </dgm:t>
    </dgm:pt>
    <dgm:pt modelId="{C84DE4EF-7792-4583-B393-307F118DA42F}" type="pres">
      <dgm:prSet presAssocID="{62586EE6-2797-47E5-B512-082FC2D0D601}" presName="parentText" presStyleLbl="node1" presStyleIdx="2" presStyleCnt="4">
        <dgm:presLayoutVars>
          <dgm:chMax val="0"/>
          <dgm:bulletEnabled val="1"/>
        </dgm:presLayoutVars>
      </dgm:prSet>
      <dgm:spPr/>
      <dgm:t>
        <a:bodyPr/>
        <a:lstStyle/>
        <a:p>
          <a:endParaRPr lang="en-US"/>
        </a:p>
      </dgm:t>
    </dgm:pt>
    <dgm:pt modelId="{F4988FF0-318A-4034-9BF0-46215BBE304F}" type="pres">
      <dgm:prSet presAssocID="{62586EE6-2797-47E5-B512-082FC2D0D601}" presName="childText" presStyleLbl="revTx" presStyleIdx="1" presStyleCnt="3">
        <dgm:presLayoutVars>
          <dgm:bulletEnabled val="1"/>
        </dgm:presLayoutVars>
      </dgm:prSet>
      <dgm:spPr/>
      <dgm:t>
        <a:bodyPr/>
        <a:lstStyle/>
        <a:p>
          <a:endParaRPr lang="en-US"/>
        </a:p>
      </dgm:t>
    </dgm:pt>
    <dgm:pt modelId="{F6DDAC0F-62D8-4276-91BE-6CF0CFDA8E57}" type="pres">
      <dgm:prSet presAssocID="{5479BFDE-0B72-4DA8-86A5-896F88AB088D}" presName="parentText" presStyleLbl="node1" presStyleIdx="3" presStyleCnt="4">
        <dgm:presLayoutVars>
          <dgm:chMax val="0"/>
          <dgm:bulletEnabled val="1"/>
        </dgm:presLayoutVars>
      </dgm:prSet>
      <dgm:spPr/>
      <dgm:t>
        <a:bodyPr/>
        <a:lstStyle/>
        <a:p>
          <a:endParaRPr lang="en-US"/>
        </a:p>
      </dgm:t>
    </dgm:pt>
    <dgm:pt modelId="{861052D9-826F-42B7-8C7E-DF5210BCE4F0}" type="pres">
      <dgm:prSet presAssocID="{5479BFDE-0B72-4DA8-86A5-896F88AB088D}" presName="childText" presStyleLbl="revTx" presStyleIdx="2" presStyleCnt="3">
        <dgm:presLayoutVars>
          <dgm:bulletEnabled val="1"/>
        </dgm:presLayoutVars>
      </dgm:prSet>
      <dgm:spPr/>
      <dgm:t>
        <a:bodyPr/>
        <a:lstStyle/>
        <a:p>
          <a:endParaRPr lang="en-US"/>
        </a:p>
      </dgm:t>
    </dgm:pt>
  </dgm:ptLst>
  <dgm:cxnLst>
    <dgm:cxn modelId="{78105626-4C33-494E-AFD0-4B3F9526020D}" srcId="{63D2CE7F-D8BE-4B2B-A38C-A8219B04E3A4}" destId="{62586EE6-2797-47E5-B512-082FC2D0D601}" srcOrd="2" destOrd="0" parTransId="{61D55C85-173B-4908-92D2-F9123C63E212}" sibTransId="{B4237C49-06C6-49C8-922F-B21473771C5A}"/>
    <dgm:cxn modelId="{1B75145E-B34B-4FB1-9A2C-EEB41C6E6EE1}" type="presOf" srcId="{69F67E87-9FDF-4B0B-9910-8C30999900A9}" destId="{F5BC0803-857B-42F7-BF23-896A9F5346B3}" srcOrd="0" destOrd="0" presId="urn:microsoft.com/office/officeart/2005/8/layout/vList2"/>
    <dgm:cxn modelId="{42F14508-A94A-4314-878C-E0C0DEC7174C}" srcId="{5479BFDE-0B72-4DA8-86A5-896F88AB088D}" destId="{55E835AA-D88E-4A40-BF09-BC27441790DF}" srcOrd="0" destOrd="0" parTransId="{7CB1C83B-A851-43FD-8016-88BE2B69029B}" sibTransId="{125908BF-1DAD-49CE-B3D3-B058D8961F8E}"/>
    <dgm:cxn modelId="{2814FD15-1FD0-45A7-97F9-CBFD6FC99C10}" type="presOf" srcId="{1F097DB5-3EB3-4CB6-A23D-65078DB0DA62}" destId="{7A8C420F-B6BF-4664-A2AA-414068CBC44E}" srcOrd="0" destOrd="0" presId="urn:microsoft.com/office/officeart/2005/8/layout/vList2"/>
    <dgm:cxn modelId="{5250A9FC-0C16-4903-AE8E-935717A3BF69}" type="presOf" srcId="{55E835AA-D88E-4A40-BF09-BC27441790DF}" destId="{861052D9-826F-42B7-8C7E-DF5210BCE4F0}" srcOrd="0" destOrd="0" presId="urn:microsoft.com/office/officeart/2005/8/layout/vList2"/>
    <dgm:cxn modelId="{7E3B3B26-58CD-4617-BFC6-D76CF01F4381}" srcId="{63D2CE7F-D8BE-4B2B-A38C-A8219B04E3A4}" destId="{69F67E87-9FDF-4B0B-9910-8C30999900A9}" srcOrd="1" destOrd="0" parTransId="{9B6D9434-DC2A-4C2D-A12D-20BA626AF8D9}" sibTransId="{0D573571-7E7C-4D0D-8083-2D9747220797}"/>
    <dgm:cxn modelId="{D8DD2B24-CC22-43BF-BD62-42F0942F5A2E}" srcId="{69F67E87-9FDF-4B0B-9910-8C30999900A9}" destId="{1F097DB5-3EB3-4CB6-A23D-65078DB0DA62}" srcOrd="0" destOrd="0" parTransId="{960723BF-55A9-4EB7-BF09-7ACBB234096A}" sibTransId="{BE532410-A803-4CA6-B57A-2480530497A6}"/>
    <dgm:cxn modelId="{A9B171C7-AB20-4964-B565-1D54F743BE43}" srcId="{5479BFDE-0B72-4DA8-86A5-896F88AB088D}" destId="{1DB9A61F-D71E-4469-8563-9BBD893A7386}" srcOrd="1" destOrd="0" parTransId="{8B94640D-59AE-4D4C-980D-FB02727A1BA2}" sibTransId="{1E824C75-5388-482A-B316-A2390F4B4A82}"/>
    <dgm:cxn modelId="{38A09D38-F51C-43CC-88F5-E721501F77EE}" srcId="{62586EE6-2797-47E5-B512-082FC2D0D601}" destId="{9059BC5C-20B0-41D4-800F-CC86A365B158}" srcOrd="0" destOrd="0" parTransId="{33747CC2-2AA6-47EF-A58D-EBD1FF91C9D5}" sibTransId="{15B333FC-8806-474F-81E5-EEA4210FD265}"/>
    <dgm:cxn modelId="{8167D2F4-AD1D-42AD-8393-0B582CA5074D}" type="presOf" srcId="{E6C54852-BAFF-4CFF-9EE6-9EEA55F9DD69}" destId="{19EE9363-5821-41E9-9696-B78BDFFB56DB}" srcOrd="0" destOrd="0" presId="urn:microsoft.com/office/officeart/2005/8/layout/vList2"/>
    <dgm:cxn modelId="{8AA0BAD5-E89E-41FD-A13C-AB69ADC5A9D1}" srcId="{63D2CE7F-D8BE-4B2B-A38C-A8219B04E3A4}" destId="{5479BFDE-0B72-4DA8-86A5-896F88AB088D}" srcOrd="3" destOrd="0" parTransId="{3A0214C2-7E55-4376-ABC0-06ACA0D4570F}" sibTransId="{0869E3B0-F74B-4A9D-B400-9851FF08D4C6}"/>
    <dgm:cxn modelId="{11D6C783-ED7B-46F7-A1F0-820E026D881C}" type="presOf" srcId="{1DB9A61F-D71E-4469-8563-9BBD893A7386}" destId="{861052D9-826F-42B7-8C7E-DF5210BCE4F0}" srcOrd="0" destOrd="1" presId="urn:microsoft.com/office/officeart/2005/8/layout/vList2"/>
    <dgm:cxn modelId="{CB8AA4DD-EEA7-460C-A6F9-BB4062189B8A}" type="presOf" srcId="{63D2CE7F-D8BE-4B2B-A38C-A8219B04E3A4}" destId="{D40D3368-5F63-4CB2-93F4-DB19EB86864D}" srcOrd="0" destOrd="0" presId="urn:microsoft.com/office/officeart/2005/8/layout/vList2"/>
    <dgm:cxn modelId="{B1B8711D-1D22-4216-A4F7-BBD68FEB004C}" type="presOf" srcId="{62586EE6-2797-47E5-B512-082FC2D0D601}" destId="{C84DE4EF-7792-4583-B393-307F118DA42F}" srcOrd="0" destOrd="0" presId="urn:microsoft.com/office/officeart/2005/8/layout/vList2"/>
    <dgm:cxn modelId="{F513E22B-CD5D-4599-8A28-EF8FE9C59920}" type="presOf" srcId="{5479BFDE-0B72-4DA8-86A5-896F88AB088D}" destId="{F6DDAC0F-62D8-4276-91BE-6CF0CFDA8E57}" srcOrd="0" destOrd="0" presId="urn:microsoft.com/office/officeart/2005/8/layout/vList2"/>
    <dgm:cxn modelId="{4D390F3F-01D3-4F95-9602-B65A5DE93855}" type="presOf" srcId="{9059BC5C-20B0-41D4-800F-CC86A365B158}" destId="{F4988FF0-318A-4034-9BF0-46215BBE304F}" srcOrd="0" destOrd="0" presId="urn:microsoft.com/office/officeart/2005/8/layout/vList2"/>
    <dgm:cxn modelId="{3E2D33C2-80D1-4B26-B1BD-EAE134B66EB9}" srcId="{63D2CE7F-D8BE-4B2B-A38C-A8219B04E3A4}" destId="{E6C54852-BAFF-4CFF-9EE6-9EEA55F9DD69}" srcOrd="0" destOrd="0" parTransId="{E1EB2B82-E642-40BA-8AE7-1D031121B8C5}" sibTransId="{D116EDF2-AEF6-45F8-ADA5-22D310DBA916}"/>
    <dgm:cxn modelId="{2A76C374-BC90-4BA4-A4F4-FD8253DED68A}" type="presParOf" srcId="{D40D3368-5F63-4CB2-93F4-DB19EB86864D}" destId="{19EE9363-5821-41E9-9696-B78BDFFB56DB}" srcOrd="0" destOrd="0" presId="urn:microsoft.com/office/officeart/2005/8/layout/vList2"/>
    <dgm:cxn modelId="{CA8DDCA7-3C5C-47D6-B739-A4B858D33390}" type="presParOf" srcId="{D40D3368-5F63-4CB2-93F4-DB19EB86864D}" destId="{8CC21A7B-B7F6-4BD0-B6EE-A1B42B5355E8}" srcOrd="1" destOrd="0" presId="urn:microsoft.com/office/officeart/2005/8/layout/vList2"/>
    <dgm:cxn modelId="{BFC17314-392F-4FB8-B3D7-19EC88EFD7AC}" type="presParOf" srcId="{D40D3368-5F63-4CB2-93F4-DB19EB86864D}" destId="{F5BC0803-857B-42F7-BF23-896A9F5346B3}" srcOrd="2" destOrd="0" presId="urn:microsoft.com/office/officeart/2005/8/layout/vList2"/>
    <dgm:cxn modelId="{4C3D1376-FADE-49E6-8A98-D9EDE1250BAD}" type="presParOf" srcId="{D40D3368-5F63-4CB2-93F4-DB19EB86864D}" destId="{7A8C420F-B6BF-4664-A2AA-414068CBC44E}" srcOrd="3" destOrd="0" presId="urn:microsoft.com/office/officeart/2005/8/layout/vList2"/>
    <dgm:cxn modelId="{C49D8D57-8AED-4E6B-B38D-B53F8220A97B}" type="presParOf" srcId="{D40D3368-5F63-4CB2-93F4-DB19EB86864D}" destId="{C84DE4EF-7792-4583-B393-307F118DA42F}" srcOrd="4" destOrd="0" presId="urn:microsoft.com/office/officeart/2005/8/layout/vList2"/>
    <dgm:cxn modelId="{3B7F313E-3932-4FF3-B39E-F96DB7D4FDC5}" type="presParOf" srcId="{D40D3368-5F63-4CB2-93F4-DB19EB86864D}" destId="{F4988FF0-318A-4034-9BF0-46215BBE304F}" srcOrd="5" destOrd="0" presId="urn:microsoft.com/office/officeart/2005/8/layout/vList2"/>
    <dgm:cxn modelId="{034276A1-457A-40EC-9825-D3398A6C2D5D}" type="presParOf" srcId="{D40D3368-5F63-4CB2-93F4-DB19EB86864D}" destId="{F6DDAC0F-62D8-4276-91BE-6CF0CFDA8E57}" srcOrd="6" destOrd="0" presId="urn:microsoft.com/office/officeart/2005/8/layout/vList2"/>
    <dgm:cxn modelId="{58010A4C-14E8-458F-9AFB-23E846D9ED58}" type="presParOf" srcId="{D40D3368-5F63-4CB2-93F4-DB19EB86864D}" destId="{861052D9-826F-42B7-8C7E-DF5210BCE4F0}"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FF2E2383-75C0-4847-8BCE-C3A4D943A9A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7BE2F10-4027-4CE0-8D44-CC4E14FF5770}">
      <dgm:prSet custT="1"/>
      <dgm:spPr/>
      <dgm:t>
        <a:bodyPr/>
        <a:lstStyle/>
        <a:p>
          <a:pPr algn="just" rtl="0"/>
          <a:r>
            <a:rPr lang="en-US" sz="2700" b="1" dirty="0" smtClean="0">
              <a:latin typeface="Times New Roman" pitchFamily="18" charset="0"/>
              <a:cs typeface="Times New Roman" pitchFamily="18" charset="0"/>
            </a:rPr>
            <a:t>2.5. Who are Church Administers?</a:t>
          </a:r>
          <a:endParaRPr lang="en-US" sz="2700" dirty="0">
            <a:latin typeface="Times New Roman" pitchFamily="18" charset="0"/>
            <a:cs typeface="Times New Roman" pitchFamily="18" charset="0"/>
          </a:endParaRPr>
        </a:p>
      </dgm:t>
    </dgm:pt>
    <dgm:pt modelId="{C9CC8556-0733-47D5-8397-B8DC138E2F3A}" type="parTrans" cxnId="{D07C6088-D5B4-454A-95F4-2FE0725F885D}">
      <dgm:prSet/>
      <dgm:spPr/>
      <dgm:t>
        <a:bodyPr/>
        <a:lstStyle/>
        <a:p>
          <a:endParaRPr lang="en-US"/>
        </a:p>
      </dgm:t>
    </dgm:pt>
    <dgm:pt modelId="{E4B8EF6A-B3AF-43E7-8694-183B4997BB9B}" type="sibTrans" cxnId="{D07C6088-D5B4-454A-95F4-2FE0725F885D}">
      <dgm:prSet/>
      <dgm:spPr/>
      <dgm:t>
        <a:bodyPr/>
        <a:lstStyle/>
        <a:p>
          <a:endParaRPr lang="en-US"/>
        </a:p>
      </dgm:t>
    </dgm:pt>
    <dgm:pt modelId="{AE61830E-2EFD-4BF5-BE80-DFE4A341462E}">
      <dgm:prSet custT="1"/>
      <dgm:spPr/>
      <dgm:t>
        <a:bodyPr/>
        <a:lstStyle/>
        <a:p>
          <a:pPr algn="just" rtl="0">
            <a:lnSpc>
              <a:spcPct val="150000"/>
            </a:lnSpc>
          </a:pPr>
          <a:r>
            <a:rPr lang="en-US" sz="2500" dirty="0" smtClean="0">
              <a:latin typeface="Times New Roman" pitchFamily="18" charset="0"/>
              <a:cs typeface="Times New Roman" pitchFamily="18" charset="0"/>
            </a:rPr>
            <a:t>In general, anyone who is responsible to carry others can be a leader like: </a:t>
          </a:r>
          <a:endParaRPr lang="en-US" sz="2500" dirty="0">
            <a:latin typeface="Times New Roman" pitchFamily="18" charset="0"/>
            <a:cs typeface="Times New Roman" pitchFamily="18" charset="0"/>
          </a:endParaRPr>
        </a:p>
      </dgm:t>
    </dgm:pt>
    <dgm:pt modelId="{A423C453-F3AF-4FFA-8866-A65C9C3B0A10}" type="parTrans" cxnId="{C79AAAA8-E711-4E5D-8A7D-8D1A985D1210}">
      <dgm:prSet/>
      <dgm:spPr/>
      <dgm:t>
        <a:bodyPr/>
        <a:lstStyle/>
        <a:p>
          <a:endParaRPr lang="en-US"/>
        </a:p>
      </dgm:t>
    </dgm:pt>
    <dgm:pt modelId="{D026BDA0-297B-48A2-82A0-AD0CDCD1AA40}" type="sibTrans" cxnId="{C79AAAA8-E711-4E5D-8A7D-8D1A985D1210}">
      <dgm:prSet/>
      <dgm:spPr/>
      <dgm:t>
        <a:bodyPr/>
        <a:lstStyle/>
        <a:p>
          <a:endParaRPr lang="en-US"/>
        </a:p>
      </dgm:t>
    </dgm:pt>
    <dgm:pt modelId="{FFFEA40C-E8B2-4236-9792-FBAAEF8B4F82}">
      <dgm:prSet custT="1"/>
      <dgm:spPr/>
      <dgm:t>
        <a:bodyPr/>
        <a:lstStyle/>
        <a:p>
          <a:pPr algn="just" rtl="0">
            <a:lnSpc>
              <a:spcPct val="150000"/>
            </a:lnSpc>
          </a:pPr>
          <a:r>
            <a:rPr lang="en-US" sz="2500" dirty="0" smtClean="0">
              <a:latin typeface="Times New Roman" pitchFamily="18" charset="0"/>
              <a:cs typeface="Times New Roman" pitchFamily="18" charset="0"/>
            </a:rPr>
            <a:t>Pastor is a administer to the church.</a:t>
          </a:r>
          <a:endParaRPr lang="en-US" sz="2500" dirty="0">
            <a:latin typeface="Times New Roman" pitchFamily="18" charset="0"/>
            <a:cs typeface="Times New Roman" pitchFamily="18" charset="0"/>
          </a:endParaRPr>
        </a:p>
      </dgm:t>
    </dgm:pt>
    <dgm:pt modelId="{6BBB3C2A-9986-42E6-AB47-8E5FE3434757}" type="parTrans" cxnId="{7753FA85-4614-44EA-9DD5-56EEBA003EC2}">
      <dgm:prSet/>
      <dgm:spPr/>
      <dgm:t>
        <a:bodyPr/>
        <a:lstStyle/>
        <a:p>
          <a:endParaRPr lang="en-US"/>
        </a:p>
      </dgm:t>
    </dgm:pt>
    <dgm:pt modelId="{9B50EFE3-953F-40AB-9C32-50A8586B14D0}" type="sibTrans" cxnId="{7753FA85-4614-44EA-9DD5-56EEBA003EC2}">
      <dgm:prSet/>
      <dgm:spPr/>
      <dgm:t>
        <a:bodyPr/>
        <a:lstStyle/>
        <a:p>
          <a:endParaRPr lang="en-US"/>
        </a:p>
      </dgm:t>
    </dgm:pt>
    <dgm:pt modelId="{39B31371-03DB-44EE-A279-7F51CEFC0932}">
      <dgm:prSet custT="1"/>
      <dgm:spPr/>
      <dgm:t>
        <a:bodyPr/>
        <a:lstStyle/>
        <a:p>
          <a:pPr algn="just" rtl="0">
            <a:lnSpc>
              <a:spcPct val="150000"/>
            </a:lnSpc>
          </a:pPr>
          <a:r>
            <a:rPr lang="en-US" sz="2500" dirty="0" smtClean="0">
              <a:latin typeface="Times New Roman" pitchFamily="18" charset="0"/>
              <a:cs typeface="Times New Roman" pitchFamily="18" charset="0"/>
            </a:rPr>
            <a:t>An elder or deacon is a administer within the church. </a:t>
          </a:r>
          <a:endParaRPr lang="en-US" sz="2500" dirty="0">
            <a:latin typeface="Times New Roman" pitchFamily="18" charset="0"/>
            <a:cs typeface="Times New Roman" pitchFamily="18" charset="0"/>
          </a:endParaRPr>
        </a:p>
      </dgm:t>
    </dgm:pt>
    <dgm:pt modelId="{8B18506C-CD51-4BE2-A5C4-23A86A0F46A0}" type="parTrans" cxnId="{340014E0-A33F-4225-A906-911F79E4273D}">
      <dgm:prSet/>
      <dgm:spPr/>
      <dgm:t>
        <a:bodyPr/>
        <a:lstStyle/>
        <a:p>
          <a:endParaRPr lang="en-US"/>
        </a:p>
      </dgm:t>
    </dgm:pt>
    <dgm:pt modelId="{302E65C9-A651-4292-AAC3-51BACADE7134}" type="sibTrans" cxnId="{340014E0-A33F-4225-A906-911F79E4273D}">
      <dgm:prSet/>
      <dgm:spPr/>
      <dgm:t>
        <a:bodyPr/>
        <a:lstStyle/>
        <a:p>
          <a:endParaRPr lang="en-US"/>
        </a:p>
      </dgm:t>
    </dgm:pt>
    <dgm:pt modelId="{C0F5F20A-AA61-47E9-8900-0F237B5A4CCC}">
      <dgm:prSet custT="1"/>
      <dgm:spPr/>
      <dgm:t>
        <a:bodyPr/>
        <a:lstStyle/>
        <a:p>
          <a:pPr algn="just" rtl="0">
            <a:lnSpc>
              <a:spcPct val="150000"/>
            </a:lnSpc>
          </a:pPr>
          <a:r>
            <a:rPr lang="en-US" sz="2500" dirty="0" smtClean="0">
              <a:latin typeface="Times New Roman" pitchFamily="18" charset="0"/>
              <a:cs typeface="Times New Roman" pitchFamily="18" charset="0"/>
            </a:rPr>
            <a:t>A husband is a administer to his wife. </a:t>
          </a:r>
          <a:endParaRPr lang="en-US" sz="2500" dirty="0">
            <a:latin typeface="Times New Roman" pitchFamily="18" charset="0"/>
            <a:cs typeface="Times New Roman" pitchFamily="18" charset="0"/>
          </a:endParaRPr>
        </a:p>
      </dgm:t>
    </dgm:pt>
    <dgm:pt modelId="{E98FF926-51AB-40FF-9BC1-9AAD8C7A1A14}" type="parTrans" cxnId="{9368594B-F48A-4402-8106-B531C130B5DE}">
      <dgm:prSet/>
      <dgm:spPr/>
      <dgm:t>
        <a:bodyPr/>
        <a:lstStyle/>
        <a:p>
          <a:endParaRPr lang="en-US"/>
        </a:p>
      </dgm:t>
    </dgm:pt>
    <dgm:pt modelId="{2382B76F-6034-47B1-9E54-4C98A1432F7B}" type="sibTrans" cxnId="{9368594B-F48A-4402-8106-B531C130B5DE}">
      <dgm:prSet/>
      <dgm:spPr/>
      <dgm:t>
        <a:bodyPr/>
        <a:lstStyle/>
        <a:p>
          <a:endParaRPr lang="en-US"/>
        </a:p>
      </dgm:t>
    </dgm:pt>
    <dgm:pt modelId="{5C258A62-40A8-435A-B118-1A2B73A9FBE9}">
      <dgm:prSet custT="1"/>
      <dgm:spPr/>
      <dgm:t>
        <a:bodyPr/>
        <a:lstStyle/>
        <a:p>
          <a:pPr algn="just" rtl="0">
            <a:lnSpc>
              <a:spcPct val="150000"/>
            </a:lnSpc>
          </a:pPr>
          <a:r>
            <a:rPr lang="en-US" sz="2500" dirty="0" smtClean="0">
              <a:latin typeface="Times New Roman" pitchFamily="18" charset="0"/>
              <a:cs typeface="Times New Roman" pitchFamily="18" charset="0"/>
            </a:rPr>
            <a:t>Parents are administer to their children.</a:t>
          </a:r>
          <a:endParaRPr lang="en-US" sz="2500" dirty="0">
            <a:latin typeface="Times New Roman" pitchFamily="18" charset="0"/>
            <a:cs typeface="Times New Roman" pitchFamily="18" charset="0"/>
          </a:endParaRPr>
        </a:p>
      </dgm:t>
    </dgm:pt>
    <dgm:pt modelId="{065FCDA0-4CC8-4F79-B11F-261AF32348FD}" type="parTrans" cxnId="{BB232736-A38A-4DA4-A8F9-55D0F5ABAC3B}">
      <dgm:prSet/>
      <dgm:spPr/>
      <dgm:t>
        <a:bodyPr/>
        <a:lstStyle/>
        <a:p>
          <a:endParaRPr lang="en-US"/>
        </a:p>
      </dgm:t>
    </dgm:pt>
    <dgm:pt modelId="{5E803E6D-9666-43D0-8583-66357D5C95BB}" type="sibTrans" cxnId="{BB232736-A38A-4DA4-A8F9-55D0F5ABAC3B}">
      <dgm:prSet/>
      <dgm:spPr/>
      <dgm:t>
        <a:bodyPr/>
        <a:lstStyle/>
        <a:p>
          <a:endParaRPr lang="en-US"/>
        </a:p>
      </dgm:t>
    </dgm:pt>
    <dgm:pt modelId="{ABBB7F91-9E90-479E-9301-5AF819ED5411}">
      <dgm:prSet custT="1"/>
      <dgm:spPr/>
      <dgm:t>
        <a:bodyPr/>
        <a:lstStyle/>
        <a:p>
          <a:pPr algn="just" rtl="0">
            <a:lnSpc>
              <a:spcPct val="150000"/>
            </a:lnSpc>
          </a:pPr>
          <a:r>
            <a:rPr lang="en-US" sz="2500" dirty="0" smtClean="0">
              <a:latin typeface="Times New Roman" pitchFamily="18" charset="0"/>
              <a:cs typeface="Times New Roman" pitchFamily="18" charset="0"/>
            </a:rPr>
            <a:t>Teachers are administer to their students.</a:t>
          </a:r>
          <a:endParaRPr lang="en-US" sz="2500" dirty="0">
            <a:latin typeface="Times New Roman" pitchFamily="18" charset="0"/>
            <a:cs typeface="Times New Roman" pitchFamily="18" charset="0"/>
          </a:endParaRPr>
        </a:p>
      </dgm:t>
    </dgm:pt>
    <dgm:pt modelId="{8D12CB51-C3CB-45D2-B822-56061519EA7A}" type="parTrans" cxnId="{99F68308-C240-4341-A6CA-4D1C6F30BE22}">
      <dgm:prSet/>
      <dgm:spPr/>
      <dgm:t>
        <a:bodyPr/>
        <a:lstStyle/>
        <a:p>
          <a:endParaRPr lang="en-US"/>
        </a:p>
      </dgm:t>
    </dgm:pt>
    <dgm:pt modelId="{4A76A422-56FC-4EFC-B3C5-7423E979B819}" type="sibTrans" cxnId="{99F68308-C240-4341-A6CA-4D1C6F30BE22}">
      <dgm:prSet/>
      <dgm:spPr/>
      <dgm:t>
        <a:bodyPr/>
        <a:lstStyle/>
        <a:p>
          <a:endParaRPr lang="en-US"/>
        </a:p>
      </dgm:t>
    </dgm:pt>
    <dgm:pt modelId="{E515BE82-791A-46A0-8F92-AAD51F4DE036}">
      <dgm:prSet custT="1"/>
      <dgm:spPr/>
      <dgm:t>
        <a:bodyPr/>
        <a:lstStyle/>
        <a:p>
          <a:pPr algn="just" rtl="0">
            <a:lnSpc>
              <a:spcPct val="150000"/>
            </a:lnSpc>
          </a:pPr>
          <a:r>
            <a:rPr lang="en-US" sz="2500" dirty="0" smtClean="0">
              <a:latin typeface="Times New Roman" pitchFamily="18" charset="0"/>
              <a:cs typeface="Times New Roman" pitchFamily="18" charset="0"/>
            </a:rPr>
            <a:t>Employers are administer to their employees. </a:t>
          </a:r>
          <a:endParaRPr lang="en-US" sz="2500" dirty="0">
            <a:latin typeface="Times New Roman" pitchFamily="18" charset="0"/>
            <a:cs typeface="Times New Roman" pitchFamily="18" charset="0"/>
          </a:endParaRPr>
        </a:p>
      </dgm:t>
    </dgm:pt>
    <dgm:pt modelId="{43924C9E-6912-45EF-8491-0FE66E53504F}" type="parTrans" cxnId="{99F3ED21-DC15-4172-9A7A-992A781B7AA6}">
      <dgm:prSet/>
      <dgm:spPr/>
      <dgm:t>
        <a:bodyPr/>
        <a:lstStyle/>
        <a:p>
          <a:endParaRPr lang="en-US"/>
        </a:p>
      </dgm:t>
    </dgm:pt>
    <dgm:pt modelId="{3BB4C094-CD46-4AFD-88FC-03FB5BDC5595}" type="sibTrans" cxnId="{99F3ED21-DC15-4172-9A7A-992A781B7AA6}">
      <dgm:prSet/>
      <dgm:spPr/>
      <dgm:t>
        <a:bodyPr/>
        <a:lstStyle/>
        <a:p>
          <a:endParaRPr lang="en-US"/>
        </a:p>
      </dgm:t>
    </dgm:pt>
    <dgm:pt modelId="{45C0DAE0-9DB6-4C50-AFA5-684A4FBFD268}">
      <dgm:prSet custT="1"/>
      <dgm:spPr/>
      <dgm:t>
        <a:bodyPr/>
        <a:lstStyle/>
        <a:p>
          <a:pPr algn="just" rtl="0">
            <a:lnSpc>
              <a:spcPct val="150000"/>
            </a:lnSpc>
          </a:pPr>
          <a:r>
            <a:rPr lang="en-US" sz="2500" dirty="0" smtClean="0">
              <a:latin typeface="Times New Roman" pitchFamily="18" charset="0"/>
              <a:cs typeface="Times New Roman" pitchFamily="18" charset="0"/>
            </a:rPr>
            <a:t>An older child is a administer to his younger brothers and sisters</a:t>
          </a:r>
          <a:r>
            <a:rPr lang="en-US" sz="2600" dirty="0" smtClean="0">
              <a:latin typeface="Times New Roman" pitchFamily="18" charset="0"/>
              <a:cs typeface="Times New Roman" pitchFamily="18" charset="0"/>
            </a:rPr>
            <a:t>. </a:t>
          </a:r>
          <a:endParaRPr lang="en-US" sz="2600" dirty="0">
            <a:latin typeface="Times New Roman" pitchFamily="18" charset="0"/>
            <a:cs typeface="Times New Roman" pitchFamily="18" charset="0"/>
          </a:endParaRPr>
        </a:p>
      </dgm:t>
    </dgm:pt>
    <dgm:pt modelId="{B2FE11DD-B9E6-433E-9727-EC7A0D372CFA}" type="parTrans" cxnId="{A00489DA-1C4E-4409-9297-838D3B0D4451}">
      <dgm:prSet/>
      <dgm:spPr/>
      <dgm:t>
        <a:bodyPr/>
        <a:lstStyle/>
        <a:p>
          <a:endParaRPr lang="en-US"/>
        </a:p>
      </dgm:t>
    </dgm:pt>
    <dgm:pt modelId="{0FDC9966-9871-4961-9984-50337CECD224}" type="sibTrans" cxnId="{A00489DA-1C4E-4409-9297-838D3B0D4451}">
      <dgm:prSet/>
      <dgm:spPr/>
      <dgm:t>
        <a:bodyPr/>
        <a:lstStyle/>
        <a:p>
          <a:endParaRPr lang="en-US"/>
        </a:p>
      </dgm:t>
    </dgm:pt>
    <dgm:pt modelId="{04DA17D8-FC04-471D-9D70-4DBC67206777}" type="pres">
      <dgm:prSet presAssocID="{FF2E2383-75C0-4847-8BCE-C3A4D943A9AD}" presName="linear" presStyleCnt="0">
        <dgm:presLayoutVars>
          <dgm:animLvl val="lvl"/>
          <dgm:resizeHandles val="exact"/>
        </dgm:presLayoutVars>
      </dgm:prSet>
      <dgm:spPr/>
      <dgm:t>
        <a:bodyPr/>
        <a:lstStyle/>
        <a:p>
          <a:endParaRPr lang="en-US"/>
        </a:p>
      </dgm:t>
    </dgm:pt>
    <dgm:pt modelId="{F0E39687-2A9A-4FF2-ABA8-77EBB8DF2AB1}" type="pres">
      <dgm:prSet presAssocID="{F7BE2F10-4027-4CE0-8D44-CC4E14FF5770}" presName="parentText" presStyleLbl="node1" presStyleIdx="0" presStyleCnt="1" custScaleY="66993" custLinFactNeighborY="-1636">
        <dgm:presLayoutVars>
          <dgm:chMax val="0"/>
          <dgm:bulletEnabled val="1"/>
        </dgm:presLayoutVars>
      </dgm:prSet>
      <dgm:spPr/>
      <dgm:t>
        <a:bodyPr/>
        <a:lstStyle/>
        <a:p>
          <a:endParaRPr lang="en-US"/>
        </a:p>
      </dgm:t>
    </dgm:pt>
    <dgm:pt modelId="{4A3FE25F-879A-43D6-9B9C-5584A6DDDCDF}" type="pres">
      <dgm:prSet presAssocID="{F7BE2F10-4027-4CE0-8D44-CC4E14FF5770}" presName="childText" presStyleLbl="revTx" presStyleIdx="0" presStyleCnt="1" custScaleY="93700">
        <dgm:presLayoutVars>
          <dgm:bulletEnabled val="1"/>
        </dgm:presLayoutVars>
      </dgm:prSet>
      <dgm:spPr/>
      <dgm:t>
        <a:bodyPr/>
        <a:lstStyle/>
        <a:p>
          <a:endParaRPr lang="en-US"/>
        </a:p>
      </dgm:t>
    </dgm:pt>
  </dgm:ptLst>
  <dgm:cxnLst>
    <dgm:cxn modelId="{C635AF09-8D04-4ABD-AA9B-5AAFA50311E1}" type="presOf" srcId="{ABBB7F91-9E90-479E-9301-5AF819ED5411}" destId="{4A3FE25F-879A-43D6-9B9C-5584A6DDDCDF}" srcOrd="0" destOrd="5" presId="urn:microsoft.com/office/officeart/2005/8/layout/vList2"/>
    <dgm:cxn modelId="{7753FA85-4614-44EA-9DD5-56EEBA003EC2}" srcId="{F7BE2F10-4027-4CE0-8D44-CC4E14FF5770}" destId="{FFFEA40C-E8B2-4236-9792-FBAAEF8B4F82}" srcOrd="1" destOrd="0" parTransId="{6BBB3C2A-9986-42E6-AB47-8E5FE3434757}" sibTransId="{9B50EFE3-953F-40AB-9C32-50A8586B14D0}"/>
    <dgm:cxn modelId="{AA218BBE-E3C6-4614-87D6-C8030B9FB971}" type="presOf" srcId="{5C258A62-40A8-435A-B118-1A2B73A9FBE9}" destId="{4A3FE25F-879A-43D6-9B9C-5584A6DDDCDF}" srcOrd="0" destOrd="4" presId="urn:microsoft.com/office/officeart/2005/8/layout/vList2"/>
    <dgm:cxn modelId="{FFCA2224-20E9-43A5-B071-B26AA6CF4D70}" type="presOf" srcId="{FF2E2383-75C0-4847-8BCE-C3A4D943A9AD}" destId="{04DA17D8-FC04-471D-9D70-4DBC67206777}" srcOrd="0" destOrd="0" presId="urn:microsoft.com/office/officeart/2005/8/layout/vList2"/>
    <dgm:cxn modelId="{A00489DA-1C4E-4409-9297-838D3B0D4451}" srcId="{F7BE2F10-4027-4CE0-8D44-CC4E14FF5770}" destId="{45C0DAE0-9DB6-4C50-AFA5-684A4FBFD268}" srcOrd="7" destOrd="0" parTransId="{B2FE11DD-B9E6-433E-9727-EC7A0D372CFA}" sibTransId="{0FDC9966-9871-4961-9984-50337CECD224}"/>
    <dgm:cxn modelId="{4063D1FA-0F1D-46A9-B155-1EA3209D00C1}" type="presOf" srcId="{AE61830E-2EFD-4BF5-BE80-DFE4A341462E}" destId="{4A3FE25F-879A-43D6-9B9C-5584A6DDDCDF}" srcOrd="0" destOrd="0" presId="urn:microsoft.com/office/officeart/2005/8/layout/vList2"/>
    <dgm:cxn modelId="{0F9C7925-7143-48F3-8D50-41979E6534A6}" type="presOf" srcId="{45C0DAE0-9DB6-4C50-AFA5-684A4FBFD268}" destId="{4A3FE25F-879A-43D6-9B9C-5584A6DDDCDF}" srcOrd="0" destOrd="7" presId="urn:microsoft.com/office/officeart/2005/8/layout/vList2"/>
    <dgm:cxn modelId="{D7E385A8-D38B-42CE-BFFF-5C372DADCFAF}" type="presOf" srcId="{39B31371-03DB-44EE-A279-7F51CEFC0932}" destId="{4A3FE25F-879A-43D6-9B9C-5584A6DDDCDF}" srcOrd="0" destOrd="2" presId="urn:microsoft.com/office/officeart/2005/8/layout/vList2"/>
    <dgm:cxn modelId="{99F3ED21-DC15-4172-9A7A-992A781B7AA6}" srcId="{F7BE2F10-4027-4CE0-8D44-CC4E14FF5770}" destId="{E515BE82-791A-46A0-8F92-AAD51F4DE036}" srcOrd="6" destOrd="0" parTransId="{43924C9E-6912-45EF-8491-0FE66E53504F}" sibTransId="{3BB4C094-CD46-4AFD-88FC-03FB5BDC5595}"/>
    <dgm:cxn modelId="{9368594B-F48A-4402-8106-B531C130B5DE}" srcId="{F7BE2F10-4027-4CE0-8D44-CC4E14FF5770}" destId="{C0F5F20A-AA61-47E9-8900-0F237B5A4CCC}" srcOrd="3" destOrd="0" parTransId="{E98FF926-51AB-40FF-9BC1-9AAD8C7A1A14}" sibTransId="{2382B76F-6034-47B1-9E54-4C98A1432F7B}"/>
    <dgm:cxn modelId="{99F68308-C240-4341-A6CA-4D1C6F30BE22}" srcId="{F7BE2F10-4027-4CE0-8D44-CC4E14FF5770}" destId="{ABBB7F91-9E90-479E-9301-5AF819ED5411}" srcOrd="5" destOrd="0" parTransId="{8D12CB51-C3CB-45D2-B822-56061519EA7A}" sibTransId="{4A76A422-56FC-4EFC-B3C5-7423E979B819}"/>
    <dgm:cxn modelId="{82029BFE-AF4A-4FC4-9374-87971583CE86}" type="presOf" srcId="{E515BE82-791A-46A0-8F92-AAD51F4DE036}" destId="{4A3FE25F-879A-43D6-9B9C-5584A6DDDCDF}" srcOrd="0" destOrd="6" presId="urn:microsoft.com/office/officeart/2005/8/layout/vList2"/>
    <dgm:cxn modelId="{C79AAAA8-E711-4E5D-8A7D-8D1A985D1210}" srcId="{F7BE2F10-4027-4CE0-8D44-CC4E14FF5770}" destId="{AE61830E-2EFD-4BF5-BE80-DFE4A341462E}" srcOrd="0" destOrd="0" parTransId="{A423C453-F3AF-4FFA-8866-A65C9C3B0A10}" sibTransId="{D026BDA0-297B-48A2-82A0-AD0CDCD1AA40}"/>
    <dgm:cxn modelId="{3C4E379C-062B-4ADF-AAAF-507A96E00335}" type="presOf" srcId="{C0F5F20A-AA61-47E9-8900-0F237B5A4CCC}" destId="{4A3FE25F-879A-43D6-9B9C-5584A6DDDCDF}" srcOrd="0" destOrd="3" presId="urn:microsoft.com/office/officeart/2005/8/layout/vList2"/>
    <dgm:cxn modelId="{340014E0-A33F-4225-A906-911F79E4273D}" srcId="{F7BE2F10-4027-4CE0-8D44-CC4E14FF5770}" destId="{39B31371-03DB-44EE-A279-7F51CEFC0932}" srcOrd="2" destOrd="0" parTransId="{8B18506C-CD51-4BE2-A5C4-23A86A0F46A0}" sibTransId="{302E65C9-A651-4292-AAC3-51BACADE7134}"/>
    <dgm:cxn modelId="{12AB27F3-F020-46B6-B448-27193C24178C}" type="presOf" srcId="{FFFEA40C-E8B2-4236-9792-FBAAEF8B4F82}" destId="{4A3FE25F-879A-43D6-9B9C-5584A6DDDCDF}" srcOrd="0" destOrd="1" presId="urn:microsoft.com/office/officeart/2005/8/layout/vList2"/>
    <dgm:cxn modelId="{BB232736-A38A-4DA4-A8F9-55D0F5ABAC3B}" srcId="{F7BE2F10-4027-4CE0-8D44-CC4E14FF5770}" destId="{5C258A62-40A8-435A-B118-1A2B73A9FBE9}" srcOrd="4" destOrd="0" parTransId="{065FCDA0-4CC8-4F79-B11F-261AF32348FD}" sibTransId="{5E803E6D-9666-43D0-8583-66357D5C95BB}"/>
    <dgm:cxn modelId="{D07C6088-D5B4-454A-95F4-2FE0725F885D}" srcId="{FF2E2383-75C0-4847-8BCE-C3A4D943A9AD}" destId="{F7BE2F10-4027-4CE0-8D44-CC4E14FF5770}" srcOrd="0" destOrd="0" parTransId="{C9CC8556-0733-47D5-8397-B8DC138E2F3A}" sibTransId="{E4B8EF6A-B3AF-43E7-8694-183B4997BB9B}"/>
    <dgm:cxn modelId="{413FBA77-74DC-4446-A833-EB4F06DF0C41}" type="presOf" srcId="{F7BE2F10-4027-4CE0-8D44-CC4E14FF5770}" destId="{F0E39687-2A9A-4FF2-ABA8-77EBB8DF2AB1}" srcOrd="0" destOrd="0" presId="urn:microsoft.com/office/officeart/2005/8/layout/vList2"/>
    <dgm:cxn modelId="{6F611254-A985-4311-872A-65A41B70E2D2}" type="presParOf" srcId="{04DA17D8-FC04-471D-9D70-4DBC67206777}" destId="{F0E39687-2A9A-4FF2-ABA8-77EBB8DF2AB1}" srcOrd="0" destOrd="0" presId="urn:microsoft.com/office/officeart/2005/8/layout/vList2"/>
    <dgm:cxn modelId="{ADEB8DD6-4D2E-402D-A15B-E7057BCD33C4}" type="presParOf" srcId="{04DA17D8-FC04-471D-9D70-4DBC67206777}" destId="{4A3FE25F-879A-43D6-9B9C-5584A6DDDCDF}"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04962E77-E836-4DF0-89AA-AC3946556A5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687843D-4B70-4071-853B-C27FBBDA40DD}">
      <dgm:prSet custT="1"/>
      <dgm:spPr/>
      <dgm:t>
        <a:bodyPr/>
        <a:lstStyle/>
        <a:p>
          <a:pPr rtl="0"/>
          <a:r>
            <a:rPr lang="en-US" sz="2800" b="1" dirty="0" smtClean="0">
              <a:latin typeface="Times New Roman" pitchFamily="18" charset="0"/>
              <a:cs typeface="Times New Roman" pitchFamily="18" charset="0"/>
            </a:rPr>
            <a:t>2.6. The Features of good church Administers</a:t>
          </a:r>
          <a:endParaRPr lang="en-US" sz="2800" dirty="0">
            <a:latin typeface="Times New Roman" pitchFamily="18" charset="0"/>
            <a:cs typeface="Times New Roman" pitchFamily="18" charset="0"/>
          </a:endParaRPr>
        </a:p>
      </dgm:t>
    </dgm:pt>
    <dgm:pt modelId="{51CEC8DC-51FA-4AF2-BE88-481E29433F6B}" type="parTrans" cxnId="{A6D55ECC-A81E-44C3-B898-B0C789AF45BF}">
      <dgm:prSet/>
      <dgm:spPr/>
      <dgm:t>
        <a:bodyPr/>
        <a:lstStyle/>
        <a:p>
          <a:endParaRPr lang="en-US"/>
        </a:p>
      </dgm:t>
    </dgm:pt>
    <dgm:pt modelId="{191590EC-319D-44B2-B102-BF9F0B03C1D1}" type="sibTrans" cxnId="{A6D55ECC-A81E-44C3-B898-B0C789AF45BF}">
      <dgm:prSet/>
      <dgm:spPr/>
      <dgm:t>
        <a:bodyPr/>
        <a:lstStyle/>
        <a:p>
          <a:endParaRPr lang="en-US"/>
        </a:p>
      </dgm:t>
    </dgm:pt>
    <dgm:pt modelId="{7BAC6CF5-2499-4B9B-8A89-7014C49AF351}">
      <dgm:prSet/>
      <dgm:spPr/>
      <dgm:t>
        <a:bodyPr/>
        <a:lstStyle/>
        <a:p>
          <a:pPr algn="just" rtl="0">
            <a:lnSpc>
              <a:spcPct val="150000"/>
            </a:lnSpc>
          </a:pPr>
          <a:r>
            <a:rPr lang="en-US" dirty="0" smtClean="0">
              <a:latin typeface="Times New Roman" pitchFamily="18" charset="0"/>
              <a:cs typeface="Times New Roman" pitchFamily="18" charset="0"/>
            </a:rPr>
            <a:t>The ultimate aim of church </a:t>
          </a:r>
          <a:r>
            <a:rPr lang="en-US" b="0" dirty="0" smtClean="0">
              <a:latin typeface="Times New Roman" pitchFamily="18" charset="0"/>
              <a:cs typeface="Times New Roman" pitchFamily="18" charset="0"/>
            </a:rPr>
            <a:t>administers</a:t>
          </a:r>
          <a:r>
            <a:rPr lang="en-US" dirty="0" smtClean="0">
              <a:latin typeface="Times New Roman" pitchFamily="18" charset="0"/>
              <a:cs typeface="Times New Roman" pitchFamily="18" charset="0"/>
            </a:rPr>
            <a:t> should be that of serving rather than that of being served. </a:t>
          </a:r>
          <a:endParaRPr lang="en-US" dirty="0">
            <a:latin typeface="Times New Roman" pitchFamily="18" charset="0"/>
            <a:cs typeface="Times New Roman" pitchFamily="18" charset="0"/>
          </a:endParaRPr>
        </a:p>
      </dgm:t>
    </dgm:pt>
    <dgm:pt modelId="{2ADDEA9E-3A02-4EDA-9566-397647D0D792}" type="parTrans" cxnId="{83861D73-B558-4677-90DD-482DB1E510C4}">
      <dgm:prSet/>
      <dgm:spPr/>
      <dgm:t>
        <a:bodyPr/>
        <a:lstStyle/>
        <a:p>
          <a:endParaRPr lang="en-US"/>
        </a:p>
      </dgm:t>
    </dgm:pt>
    <dgm:pt modelId="{121D8189-FBBD-478B-8FD5-F50751F2FF68}" type="sibTrans" cxnId="{83861D73-B558-4677-90DD-482DB1E510C4}">
      <dgm:prSet/>
      <dgm:spPr/>
      <dgm:t>
        <a:bodyPr/>
        <a:lstStyle/>
        <a:p>
          <a:endParaRPr lang="en-US"/>
        </a:p>
      </dgm:t>
    </dgm:pt>
    <dgm:pt modelId="{4F9B0EB0-1B93-4BA1-AC93-2E1BF458C5D9}">
      <dgm:prSet/>
      <dgm:spPr/>
      <dgm:t>
        <a:bodyPr/>
        <a:lstStyle/>
        <a:p>
          <a:pPr algn="just" rtl="0">
            <a:lnSpc>
              <a:spcPct val="150000"/>
            </a:lnSpc>
          </a:pPr>
          <a:r>
            <a:rPr lang="en-US" dirty="0" smtClean="0">
              <a:latin typeface="Times New Roman" pitchFamily="18" charset="0"/>
              <a:cs typeface="Times New Roman" pitchFamily="18" charset="0"/>
            </a:rPr>
            <a:t>They must be willing to accept responsibility for directing the ministries of the church.</a:t>
          </a:r>
          <a:endParaRPr lang="en-US" dirty="0">
            <a:latin typeface="Times New Roman" pitchFamily="18" charset="0"/>
            <a:cs typeface="Times New Roman" pitchFamily="18" charset="0"/>
          </a:endParaRPr>
        </a:p>
      </dgm:t>
    </dgm:pt>
    <dgm:pt modelId="{398E15CB-6CD2-4BE4-B614-D8C48D994159}" type="parTrans" cxnId="{265478E5-A7CC-4B98-A664-6A19E29DA1DF}">
      <dgm:prSet/>
      <dgm:spPr/>
      <dgm:t>
        <a:bodyPr/>
        <a:lstStyle/>
        <a:p>
          <a:endParaRPr lang="en-US"/>
        </a:p>
      </dgm:t>
    </dgm:pt>
    <dgm:pt modelId="{378DF0D6-89C0-4817-BFB2-3648AE60663D}" type="sibTrans" cxnId="{265478E5-A7CC-4B98-A664-6A19E29DA1DF}">
      <dgm:prSet/>
      <dgm:spPr/>
      <dgm:t>
        <a:bodyPr/>
        <a:lstStyle/>
        <a:p>
          <a:endParaRPr lang="en-US"/>
        </a:p>
      </dgm:t>
    </dgm:pt>
    <dgm:pt modelId="{5E355613-4271-4EAE-85FA-7218FA18E23C}">
      <dgm:prSet/>
      <dgm:spPr/>
      <dgm:t>
        <a:bodyPr/>
        <a:lstStyle/>
        <a:p>
          <a:pPr algn="just" rtl="0">
            <a:lnSpc>
              <a:spcPct val="150000"/>
            </a:lnSpc>
          </a:pPr>
          <a:r>
            <a:rPr lang="en-US" dirty="0" smtClean="0">
              <a:latin typeface="Times New Roman" pitchFamily="18" charset="0"/>
              <a:cs typeface="Times New Roman" pitchFamily="18" charset="0"/>
            </a:rPr>
            <a:t>When we are serving  “church”, we are to do it in a proper manner, it mean that:</a:t>
          </a:r>
          <a:endParaRPr lang="en-US" dirty="0">
            <a:latin typeface="Times New Roman" pitchFamily="18" charset="0"/>
            <a:cs typeface="Times New Roman" pitchFamily="18" charset="0"/>
          </a:endParaRPr>
        </a:p>
      </dgm:t>
    </dgm:pt>
    <dgm:pt modelId="{B4A5EA5D-2F6C-4D8D-8B5D-A6D74CE077C3}" type="parTrans" cxnId="{08BEB3A6-251F-49B9-BE47-9860844B15EB}">
      <dgm:prSet/>
      <dgm:spPr/>
      <dgm:t>
        <a:bodyPr/>
        <a:lstStyle/>
        <a:p>
          <a:endParaRPr lang="en-US"/>
        </a:p>
      </dgm:t>
    </dgm:pt>
    <dgm:pt modelId="{D2DB9BB6-E7E6-4B17-8DA7-D3113268E68F}" type="sibTrans" cxnId="{08BEB3A6-251F-49B9-BE47-9860844B15EB}">
      <dgm:prSet/>
      <dgm:spPr/>
      <dgm:t>
        <a:bodyPr/>
        <a:lstStyle/>
        <a:p>
          <a:endParaRPr lang="en-US"/>
        </a:p>
      </dgm:t>
    </dgm:pt>
    <dgm:pt modelId="{451BA179-637A-4248-A972-7E17E36FB170}">
      <dgm:prSet/>
      <dgm:spPr/>
      <dgm:t>
        <a:bodyPr/>
        <a:lstStyle/>
        <a:p>
          <a:pPr algn="just" rtl="0">
            <a:lnSpc>
              <a:spcPct val="150000"/>
            </a:lnSpc>
          </a:pPr>
          <a:r>
            <a:rPr lang="en-US" dirty="0" smtClean="0">
              <a:latin typeface="Times New Roman" pitchFamily="18" charset="0"/>
              <a:cs typeface="Times New Roman" pitchFamily="18" charset="0"/>
            </a:rPr>
            <a:t>There should be order, not disorder.</a:t>
          </a:r>
          <a:endParaRPr lang="en-US" dirty="0">
            <a:latin typeface="Times New Roman" pitchFamily="18" charset="0"/>
            <a:cs typeface="Times New Roman" pitchFamily="18" charset="0"/>
          </a:endParaRPr>
        </a:p>
      </dgm:t>
    </dgm:pt>
    <dgm:pt modelId="{172FDF96-3C97-4FBD-8CDE-76AE8E39AEC7}" type="parTrans" cxnId="{ED15F93B-1E28-4ADD-9C4C-3AA6203A7719}">
      <dgm:prSet/>
      <dgm:spPr/>
      <dgm:t>
        <a:bodyPr/>
        <a:lstStyle/>
        <a:p>
          <a:endParaRPr lang="en-US"/>
        </a:p>
      </dgm:t>
    </dgm:pt>
    <dgm:pt modelId="{ECEC1150-2A46-4303-BD5A-4993908E312F}" type="sibTrans" cxnId="{ED15F93B-1E28-4ADD-9C4C-3AA6203A7719}">
      <dgm:prSet/>
      <dgm:spPr/>
      <dgm:t>
        <a:bodyPr/>
        <a:lstStyle/>
        <a:p>
          <a:endParaRPr lang="en-US"/>
        </a:p>
      </dgm:t>
    </dgm:pt>
    <dgm:pt modelId="{F9EF69F6-9A3F-4F75-B881-129EC2CFCDBC}">
      <dgm:prSet/>
      <dgm:spPr/>
      <dgm:t>
        <a:bodyPr/>
        <a:lstStyle/>
        <a:p>
          <a:pPr algn="just" rtl="0">
            <a:lnSpc>
              <a:spcPct val="150000"/>
            </a:lnSpc>
          </a:pPr>
          <a:r>
            <a:rPr lang="en-US" dirty="0" smtClean="0">
              <a:latin typeface="Times New Roman" pitchFamily="18" charset="0"/>
              <a:cs typeface="Times New Roman" pitchFamily="18" charset="0"/>
            </a:rPr>
            <a:t>There should be emotional response, not selfishness.</a:t>
          </a:r>
          <a:endParaRPr lang="en-US" dirty="0">
            <a:latin typeface="Times New Roman" pitchFamily="18" charset="0"/>
            <a:cs typeface="Times New Roman" pitchFamily="18" charset="0"/>
          </a:endParaRPr>
        </a:p>
      </dgm:t>
    </dgm:pt>
    <dgm:pt modelId="{1789601B-3A8C-4011-967E-334C489C26C9}" type="parTrans" cxnId="{F7EA0A6B-DAB4-4F37-A629-73CF05194127}">
      <dgm:prSet/>
      <dgm:spPr/>
      <dgm:t>
        <a:bodyPr/>
        <a:lstStyle/>
        <a:p>
          <a:endParaRPr lang="en-US"/>
        </a:p>
      </dgm:t>
    </dgm:pt>
    <dgm:pt modelId="{C24CD597-8CD9-4AE3-AA01-C29CC6C5A410}" type="sibTrans" cxnId="{F7EA0A6B-DAB4-4F37-A629-73CF05194127}">
      <dgm:prSet/>
      <dgm:spPr/>
      <dgm:t>
        <a:bodyPr/>
        <a:lstStyle/>
        <a:p>
          <a:endParaRPr lang="en-US"/>
        </a:p>
      </dgm:t>
    </dgm:pt>
    <dgm:pt modelId="{87708F78-D1A2-430E-BBA2-6F9D435B776C}">
      <dgm:prSet/>
      <dgm:spPr/>
      <dgm:t>
        <a:bodyPr/>
        <a:lstStyle/>
        <a:p>
          <a:pPr algn="just" rtl="0">
            <a:lnSpc>
              <a:spcPct val="150000"/>
            </a:lnSpc>
          </a:pPr>
          <a:r>
            <a:rPr lang="en-US" smtClean="0">
              <a:latin typeface="Times New Roman" pitchFamily="18" charset="0"/>
              <a:cs typeface="Times New Roman" pitchFamily="18" charset="0"/>
            </a:rPr>
            <a:t>There should be consistency, not disharmony.</a:t>
          </a:r>
          <a:endParaRPr lang="en-US">
            <a:latin typeface="Times New Roman" pitchFamily="18" charset="0"/>
            <a:cs typeface="Times New Roman" pitchFamily="18" charset="0"/>
          </a:endParaRPr>
        </a:p>
      </dgm:t>
    </dgm:pt>
    <dgm:pt modelId="{6F64C1A8-0A67-4E66-8FB2-C4605AC26479}" type="parTrans" cxnId="{90BC7DE2-9726-455C-A576-266410C9BFB7}">
      <dgm:prSet/>
      <dgm:spPr/>
      <dgm:t>
        <a:bodyPr/>
        <a:lstStyle/>
        <a:p>
          <a:endParaRPr lang="en-US"/>
        </a:p>
      </dgm:t>
    </dgm:pt>
    <dgm:pt modelId="{E8BECA55-4FFA-49B0-9EC2-60B849B0BCF6}" type="sibTrans" cxnId="{90BC7DE2-9726-455C-A576-266410C9BFB7}">
      <dgm:prSet/>
      <dgm:spPr/>
      <dgm:t>
        <a:bodyPr/>
        <a:lstStyle/>
        <a:p>
          <a:endParaRPr lang="en-US"/>
        </a:p>
      </dgm:t>
    </dgm:pt>
    <dgm:pt modelId="{DD570847-2FEB-4F86-8E81-81065942CA78}">
      <dgm:prSet/>
      <dgm:spPr/>
      <dgm:t>
        <a:bodyPr/>
        <a:lstStyle/>
        <a:p>
          <a:pPr algn="just" rtl="0">
            <a:lnSpc>
              <a:spcPct val="150000"/>
            </a:lnSpc>
          </a:pPr>
          <a:r>
            <a:rPr lang="en-US" dirty="0" smtClean="0">
              <a:latin typeface="Times New Roman" pitchFamily="18" charset="0"/>
              <a:cs typeface="Times New Roman" pitchFamily="18" charset="0"/>
            </a:rPr>
            <a:t>There should be guidance, not negligence </a:t>
          </a:r>
          <a:r>
            <a:rPr lang="en-US" b="1" dirty="0" smtClean="0">
              <a:latin typeface="Times New Roman" pitchFamily="18" charset="0"/>
              <a:cs typeface="Times New Roman" pitchFamily="18" charset="0"/>
            </a:rPr>
            <a:t>(Corinthians 14:26-40).</a:t>
          </a:r>
          <a:endParaRPr lang="en-US" dirty="0">
            <a:latin typeface="Times New Roman" pitchFamily="18" charset="0"/>
            <a:cs typeface="Times New Roman" pitchFamily="18" charset="0"/>
          </a:endParaRPr>
        </a:p>
      </dgm:t>
    </dgm:pt>
    <dgm:pt modelId="{5BC7F09B-E859-4147-A95C-1780DB2900EA}" type="parTrans" cxnId="{9376C2F4-A887-47AC-8BEB-7E35E0D472A1}">
      <dgm:prSet/>
      <dgm:spPr/>
      <dgm:t>
        <a:bodyPr/>
        <a:lstStyle/>
        <a:p>
          <a:endParaRPr lang="en-US"/>
        </a:p>
      </dgm:t>
    </dgm:pt>
    <dgm:pt modelId="{6500ACE2-F41A-4BC3-A4DC-F77DA8AF697B}" type="sibTrans" cxnId="{9376C2F4-A887-47AC-8BEB-7E35E0D472A1}">
      <dgm:prSet/>
      <dgm:spPr/>
      <dgm:t>
        <a:bodyPr/>
        <a:lstStyle/>
        <a:p>
          <a:endParaRPr lang="en-US"/>
        </a:p>
      </dgm:t>
    </dgm:pt>
    <dgm:pt modelId="{42EA8384-26F9-461F-AE07-BAAA8330E014}" type="pres">
      <dgm:prSet presAssocID="{04962E77-E836-4DF0-89AA-AC3946556A55}" presName="linear" presStyleCnt="0">
        <dgm:presLayoutVars>
          <dgm:animLvl val="lvl"/>
          <dgm:resizeHandles val="exact"/>
        </dgm:presLayoutVars>
      </dgm:prSet>
      <dgm:spPr/>
      <dgm:t>
        <a:bodyPr/>
        <a:lstStyle/>
        <a:p>
          <a:endParaRPr lang="en-US"/>
        </a:p>
      </dgm:t>
    </dgm:pt>
    <dgm:pt modelId="{AE7C97C0-D54C-417E-BB51-F0B43BC81D99}" type="pres">
      <dgm:prSet presAssocID="{D687843D-4B70-4071-853B-C27FBBDA40DD}" presName="parentText" presStyleLbl="node1" presStyleIdx="0" presStyleCnt="1">
        <dgm:presLayoutVars>
          <dgm:chMax val="0"/>
          <dgm:bulletEnabled val="1"/>
        </dgm:presLayoutVars>
      </dgm:prSet>
      <dgm:spPr/>
      <dgm:t>
        <a:bodyPr/>
        <a:lstStyle/>
        <a:p>
          <a:endParaRPr lang="en-US"/>
        </a:p>
      </dgm:t>
    </dgm:pt>
    <dgm:pt modelId="{5A8454E9-5FFC-466C-9305-CBD0A4D58049}" type="pres">
      <dgm:prSet presAssocID="{D687843D-4B70-4071-853B-C27FBBDA40DD}" presName="childText" presStyleLbl="revTx" presStyleIdx="0" presStyleCnt="1">
        <dgm:presLayoutVars>
          <dgm:bulletEnabled val="1"/>
        </dgm:presLayoutVars>
      </dgm:prSet>
      <dgm:spPr/>
      <dgm:t>
        <a:bodyPr/>
        <a:lstStyle/>
        <a:p>
          <a:endParaRPr lang="en-US"/>
        </a:p>
      </dgm:t>
    </dgm:pt>
  </dgm:ptLst>
  <dgm:cxnLst>
    <dgm:cxn modelId="{F7EA0A6B-DAB4-4F37-A629-73CF05194127}" srcId="{D687843D-4B70-4071-853B-C27FBBDA40DD}" destId="{F9EF69F6-9A3F-4F75-B881-129EC2CFCDBC}" srcOrd="4" destOrd="0" parTransId="{1789601B-3A8C-4011-967E-334C489C26C9}" sibTransId="{C24CD597-8CD9-4AE3-AA01-C29CC6C5A410}"/>
    <dgm:cxn modelId="{9376C2F4-A887-47AC-8BEB-7E35E0D472A1}" srcId="{D687843D-4B70-4071-853B-C27FBBDA40DD}" destId="{DD570847-2FEB-4F86-8E81-81065942CA78}" srcOrd="6" destOrd="0" parTransId="{5BC7F09B-E859-4147-A95C-1780DB2900EA}" sibTransId="{6500ACE2-F41A-4BC3-A4DC-F77DA8AF697B}"/>
    <dgm:cxn modelId="{08BEB3A6-251F-49B9-BE47-9860844B15EB}" srcId="{D687843D-4B70-4071-853B-C27FBBDA40DD}" destId="{5E355613-4271-4EAE-85FA-7218FA18E23C}" srcOrd="2" destOrd="0" parTransId="{B4A5EA5D-2F6C-4D8D-8B5D-A6D74CE077C3}" sibTransId="{D2DB9BB6-E7E6-4B17-8DA7-D3113268E68F}"/>
    <dgm:cxn modelId="{ADE88967-690E-41B2-BA34-CBB6BADB8905}" type="presOf" srcId="{DD570847-2FEB-4F86-8E81-81065942CA78}" destId="{5A8454E9-5FFC-466C-9305-CBD0A4D58049}" srcOrd="0" destOrd="6" presId="urn:microsoft.com/office/officeart/2005/8/layout/vList2"/>
    <dgm:cxn modelId="{BA46174E-2A03-426C-9242-AC47B0E8A101}" type="presOf" srcId="{87708F78-D1A2-430E-BBA2-6F9D435B776C}" destId="{5A8454E9-5FFC-466C-9305-CBD0A4D58049}" srcOrd="0" destOrd="5" presId="urn:microsoft.com/office/officeart/2005/8/layout/vList2"/>
    <dgm:cxn modelId="{D2F80BA4-E767-4BC7-83EE-934DBAE88DA5}" type="presOf" srcId="{7BAC6CF5-2499-4B9B-8A89-7014C49AF351}" destId="{5A8454E9-5FFC-466C-9305-CBD0A4D58049}" srcOrd="0" destOrd="0" presId="urn:microsoft.com/office/officeart/2005/8/layout/vList2"/>
    <dgm:cxn modelId="{53551E5A-0499-4B52-8BBB-9400DA7AE645}" type="presOf" srcId="{D687843D-4B70-4071-853B-C27FBBDA40DD}" destId="{AE7C97C0-D54C-417E-BB51-F0B43BC81D99}" srcOrd="0" destOrd="0" presId="urn:microsoft.com/office/officeart/2005/8/layout/vList2"/>
    <dgm:cxn modelId="{4F4ACDA0-5FA7-4F32-958B-A6253E917AC3}" type="presOf" srcId="{F9EF69F6-9A3F-4F75-B881-129EC2CFCDBC}" destId="{5A8454E9-5FFC-466C-9305-CBD0A4D58049}" srcOrd="0" destOrd="4" presId="urn:microsoft.com/office/officeart/2005/8/layout/vList2"/>
    <dgm:cxn modelId="{F781A049-C6F8-4940-B288-574B3410921D}" type="presOf" srcId="{5E355613-4271-4EAE-85FA-7218FA18E23C}" destId="{5A8454E9-5FFC-466C-9305-CBD0A4D58049}" srcOrd="0" destOrd="2" presId="urn:microsoft.com/office/officeart/2005/8/layout/vList2"/>
    <dgm:cxn modelId="{407AE466-9CF0-401C-B310-F50E38DEC9FE}" type="presOf" srcId="{451BA179-637A-4248-A972-7E17E36FB170}" destId="{5A8454E9-5FFC-466C-9305-CBD0A4D58049}" srcOrd="0" destOrd="3" presId="urn:microsoft.com/office/officeart/2005/8/layout/vList2"/>
    <dgm:cxn modelId="{90BC7DE2-9726-455C-A576-266410C9BFB7}" srcId="{D687843D-4B70-4071-853B-C27FBBDA40DD}" destId="{87708F78-D1A2-430E-BBA2-6F9D435B776C}" srcOrd="5" destOrd="0" parTransId="{6F64C1A8-0A67-4E66-8FB2-C4605AC26479}" sibTransId="{E8BECA55-4FFA-49B0-9EC2-60B849B0BCF6}"/>
    <dgm:cxn modelId="{ED15F93B-1E28-4ADD-9C4C-3AA6203A7719}" srcId="{D687843D-4B70-4071-853B-C27FBBDA40DD}" destId="{451BA179-637A-4248-A972-7E17E36FB170}" srcOrd="3" destOrd="0" parTransId="{172FDF96-3C97-4FBD-8CDE-76AE8E39AEC7}" sibTransId="{ECEC1150-2A46-4303-BD5A-4993908E312F}"/>
    <dgm:cxn modelId="{66090D6F-5D06-4531-8753-58D4CDAF5841}" type="presOf" srcId="{4F9B0EB0-1B93-4BA1-AC93-2E1BF458C5D9}" destId="{5A8454E9-5FFC-466C-9305-CBD0A4D58049}" srcOrd="0" destOrd="1" presId="urn:microsoft.com/office/officeart/2005/8/layout/vList2"/>
    <dgm:cxn modelId="{83861D73-B558-4677-90DD-482DB1E510C4}" srcId="{D687843D-4B70-4071-853B-C27FBBDA40DD}" destId="{7BAC6CF5-2499-4B9B-8A89-7014C49AF351}" srcOrd="0" destOrd="0" parTransId="{2ADDEA9E-3A02-4EDA-9566-397647D0D792}" sibTransId="{121D8189-FBBD-478B-8FD5-F50751F2FF68}"/>
    <dgm:cxn modelId="{265478E5-A7CC-4B98-A664-6A19E29DA1DF}" srcId="{D687843D-4B70-4071-853B-C27FBBDA40DD}" destId="{4F9B0EB0-1B93-4BA1-AC93-2E1BF458C5D9}" srcOrd="1" destOrd="0" parTransId="{398E15CB-6CD2-4BE4-B614-D8C48D994159}" sibTransId="{378DF0D6-89C0-4817-BFB2-3648AE60663D}"/>
    <dgm:cxn modelId="{A6D55ECC-A81E-44C3-B898-B0C789AF45BF}" srcId="{04962E77-E836-4DF0-89AA-AC3946556A55}" destId="{D687843D-4B70-4071-853B-C27FBBDA40DD}" srcOrd="0" destOrd="0" parTransId="{51CEC8DC-51FA-4AF2-BE88-481E29433F6B}" sibTransId="{191590EC-319D-44B2-B102-BF9F0B03C1D1}"/>
    <dgm:cxn modelId="{9086E21F-1809-4CA9-AC9E-BE18FA5A8DD8}" type="presOf" srcId="{04962E77-E836-4DF0-89AA-AC3946556A55}" destId="{42EA8384-26F9-461F-AE07-BAAA8330E014}" srcOrd="0" destOrd="0" presId="urn:microsoft.com/office/officeart/2005/8/layout/vList2"/>
    <dgm:cxn modelId="{290BD99D-D29F-45B4-91CD-EEFD5EBAAB5C}" type="presParOf" srcId="{42EA8384-26F9-461F-AE07-BAAA8330E014}" destId="{AE7C97C0-D54C-417E-BB51-F0B43BC81D99}" srcOrd="0" destOrd="0" presId="urn:microsoft.com/office/officeart/2005/8/layout/vList2"/>
    <dgm:cxn modelId="{0AA72FCC-BA3A-4F33-BB77-EE9EF6310AA6}" type="presParOf" srcId="{42EA8384-26F9-461F-AE07-BAAA8330E014}" destId="{5A8454E9-5FFC-466C-9305-CBD0A4D58049}"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500AED7E-BC70-475B-A58E-49400EF5ED3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1FAD38B-1398-43C8-B331-5174B7ED7B5F}">
      <dgm:prSet/>
      <dgm:spPr/>
      <dgm:t>
        <a:bodyPr/>
        <a:lstStyle/>
        <a:p>
          <a:pPr rtl="0"/>
          <a:r>
            <a:rPr lang="en-US" b="1" dirty="0" smtClean="0">
              <a:latin typeface="Times New Roman" pitchFamily="18" charset="0"/>
              <a:cs typeface="Times New Roman" pitchFamily="18" charset="0"/>
            </a:rPr>
            <a:t>2.7. Qualities of  church Administers</a:t>
          </a:r>
          <a:endParaRPr lang="en-US" dirty="0">
            <a:latin typeface="Times New Roman" pitchFamily="18" charset="0"/>
            <a:cs typeface="Times New Roman" pitchFamily="18" charset="0"/>
          </a:endParaRPr>
        </a:p>
      </dgm:t>
    </dgm:pt>
    <dgm:pt modelId="{B5F76EAF-1DEC-4D90-B89C-ACB3756F2C29}" type="parTrans" cxnId="{95B91862-A838-4D9C-BE73-FA3F7A6DF893}">
      <dgm:prSet/>
      <dgm:spPr/>
      <dgm:t>
        <a:bodyPr/>
        <a:lstStyle/>
        <a:p>
          <a:endParaRPr lang="en-US"/>
        </a:p>
      </dgm:t>
    </dgm:pt>
    <dgm:pt modelId="{894CFC2C-8D31-4232-9BA7-92A2E1149D8C}" type="sibTrans" cxnId="{95B91862-A838-4D9C-BE73-FA3F7A6DF893}">
      <dgm:prSet/>
      <dgm:spPr/>
      <dgm:t>
        <a:bodyPr/>
        <a:lstStyle/>
        <a:p>
          <a:endParaRPr lang="en-US"/>
        </a:p>
      </dgm:t>
    </dgm:pt>
    <dgm:pt modelId="{40C0FDCD-0AA2-4331-92B6-18FC5D504534}">
      <dgm:prSet/>
      <dgm:spPr/>
      <dgm:t>
        <a:bodyPr/>
        <a:lstStyle/>
        <a:p>
          <a:pPr algn="just" rtl="0"/>
          <a:r>
            <a:rPr lang="en-US" b="1" dirty="0" smtClean="0">
              <a:latin typeface="Times New Roman" pitchFamily="18" charset="0"/>
              <a:cs typeface="Times New Roman" pitchFamily="18" charset="0"/>
            </a:rPr>
            <a:t>A. The one who established Boundaries </a:t>
          </a:r>
          <a:endParaRPr lang="en-US" dirty="0">
            <a:latin typeface="Times New Roman" pitchFamily="18" charset="0"/>
            <a:cs typeface="Times New Roman" pitchFamily="18" charset="0"/>
          </a:endParaRPr>
        </a:p>
      </dgm:t>
    </dgm:pt>
    <dgm:pt modelId="{168BDCC5-2F61-4ADD-9D86-0ACBB92D2923}" type="parTrans" cxnId="{AEC19420-6060-497E-9E8E-1F88C106EBB5}">
      <dgm:prSet/>
      <dgm:spPr/>
      <dgm:t>
        <a:bodyPr/>
        <a:lstStyle/>
        <a:p>
          <a:endParaRPr lang="en-US"/>
        </a:p>
      </dgm:t>
    </dgm:pt>
    <dgm:pt modelId="{FE04C23E-F944-4805-B9BD-16484DBAF431}" type="sibTrans" cxnId="{AEC19420-6060-497E-9E8E-1F88C106EBB5}">
      <dgm:prSet/>
      <dgm:spPr/>
      <dgm:t>
        <a:bodyPr/>
        <a:lstStyle/>
        <a:p>
          <a:endParaRPr lang="en-US"/>
        </a:p>
      </dgm:t>
    </dgm:pt>
    <dgm:pt modelId="{E4D88F7C-3830-4B16-BFE0-23B45564E857}">
      <dgm:prSet/>
      <dgm:spPr/>
      <dgm:t>
        <a:bodyPr/>
        <a:lstStyle/>
        <a:p>
          <a:pPr algn="just" rtl="0"/>
          <a:r>
            <a:rPr lang="en-US" dirty="0" smtClean="0">
              <a:latin typeface="Times New Roman" pitchFamily="18" charset="0"/>
              <a:cs typeface="Times New Roman" pitchFamily="18" charset="0"/>
            </a:rPr>
            <a:t>Every relationship is defined and preserved by boundaries. </a:t>
          </a:r>
          <a:endParaRPr lang="en-US" dirty="0">
            <a:latin typeface="Times New Roman" pitchFamily="18" charset="0"/>
            <a:cs typeface="Times New Roman" pitchFamily="18" charset="0"/>
          </a:endParaRPr>
        </a:p>
      </dgm:t>
    </dgm:pt>
    <dgm:pt modelId="{4381869B-DB55-46C2-831B-06B2E5956240}" type="parTrans" cxnId="{BA23DA74-1DCD-4884-BE51-5F37D709D261}">
      <dgm:prSet/>
      <dgm:spPr/>
      <dgm:t>
        <a:bodyPr/>
        <a:lstStyle/>
        <a:p>
          <a:endParaRPr lang="en-US"/>
        </a:p>
      </dgm:t>
    </dgm:pt>
    <dgm:pt modelId="{ED416024-93D9-4CB0-BD0E-D831C5A46805}" type="sibTrans" cxnId="{BA23DA74-1DCD-4884-BE51-5F37D709D261}">
      <dgm:prSet/>
      <dgm:spPr/>
      <dgm:t>
        <a:bodyPr/>
        <a:lstStyle/>
        <a:p>
          <a:endParaRPr lang="en-US"/>
        </a:p>
      </dgm:t>
    </dgm:pt>
    <dgm:pt modelId="{864C172D-3A4C-4865-9EBF-CF94E14B2DD8}">
      <dgm:prSet/>
      <dgm:spPr/>
      <dgm:t>
        <a:bodyPr/>
        <a:lstStyle/>
        <a:p>
          <a:pPr algn="just" rtl="0"/>
          <a:r>
            <a:rPr lang="en-US" dirty="0" smtClean="0">
              <a:latin typeface="Times New Roman" pitchFamily="18" charset="0"/>
              <a:cs typeface="Times New Roman" pitchFamily="18" charset="0"/>
            </a:rPr>
            <a:t>Stepping over those boundaries damages or destroys the relationship of laities and the </a:t>
          </a:r>
          <a:r>
            <a:rPr lang="en-US" b="0" dirty="0" smtClean="0">
              <a:latin typeface="Times New Roman" pitchFamily="18" charset="0"/>
              <a:cs typeface="Times New Roman" pitchFamily="18" charset="0"/>
            </a:rPr>
            <a:t>Administers</a:t>
          </a:r>
          <a:r>
            <a:rPr lang="en-US" dirty="0" smtClean="0">
              <a:latin typeface="Times New Roman" pitchFamily="18" charset="0"/>
              <a:cs typeface="Times New Roman" pitchFamily="18" charset="0"/>
            </a:rPr>
            <a:t>. A good </a:t>
          </a:r>
          <a:r>
            <a:rPr lang="en-US" b="0" dirty="0" smtClean="0">
              <a:latin typeface="Times New Roman" pitchFamily="18" charset="0"/>
              <a:cs typeface="Times New Roman" pitchFamily="18" charset="0"/>
            </a:rPr>
            <a:t>administers</a:t>
          </a:r>
          <a:r>
            <a:rPr lang="en-US" dirty="0" smtClean="0">
              <a:latin typeface="Times New Roman" pitchFamily="18" charset="0"/>
              <a:cs typeface="Times New Roman" pitchFamily="18" charset="0"/>
            </a:rPr>
            <a:t> will establish and maintain boundaries. </a:t>
          </a:r>
          <a:endParaRPr lang="en-US" dirty="0">
            <a:latin typeface="Times New Roman" pitchFamily="18" charset="0"/>
            <a:cs typeface="Times New Roman" pitchFamily="18" charset="0"/>
          </a:endParaRPr>
        </a:p>
      </dgm:t>
    </dgm:pt>
    <dgm:pt modelId="{3D5A96D3-1593-4786-81BC-FEDE8E693286}" type="parTrans" cxnId="{CFC1C06C-17F7-412D-8750-A28C3C046938}">
      <dgm:prSet/>
      <dgm:spPr/>
      <dgm:t>
        <a:bodyPr/>
        <a:lstStyle/>
        <a:p>
          <a:endParaRPr lang="en-US"/>
        </a:p>
      </dgm:t>
    </dgm:pt>
    <dgm:pt modelId="{4E6A0695-ED3C-48DB-8DC3-D3EACE005B3E}" type="sibTrans" cxnId="{CFC1C06C-17F7-412D-8750-A28C3C046938}">
      <dgm:prSet/>
      <dgm:spPr/>
      <dgm:t>
        <a:bodyPr/>
        <a:lstStyle/>
        <a:p>
          <a:endParaRPr lang="en-US"/>
        </a:p>
      </dgm:t>
    </dgm:pt>
    <dgm:pt modelId="{F9C50A42-E3CB-4541-9D8D-E01D764957A9}">
      <dgm:prSet/>
      <dgm:spPr/>
      <dgm:t>
        <a:bodyPr/>
        <a:lstStyle/>
        <a:p>
          <a:pPr algn="just" rtl="0"/>
          <a:r>
            <a:rPr lang="en-US" dirty="0" smtClean="0">
              <a:latin typeface="Times New Roman" pitchFamily="18" charset="0"/>
              <a:cs typeface="Times New Roman" pitchFamily="18" charset="0"/>
            </a:rPr>
            <a:t>For the shepherd, there is a sheep pen within which only his sheep may gather (John 10:1-2).</a:t>
          </a:r>
          <a:endParaRPr lang="en-US" dirty="0">
            <a:latin typeface="Times New Roman" pitchFamily="18" charset="0"/>
            <a:cs typeface="Times New Roman" pitchFamily="18" charset="0"/>
          </a:endParaRPr>
        </a:p>
      </dgm:t>
    </dgm:pt>
    <dgm:pt modelId="{E399F917-3BFF-4F45-8FDA-18464C20EEA7}" type="parTrans" cxnId="{F9029A89-0C61-447D-B0FE-E40055ADA01C}">
      <dgm:prSet/>
      <dgm:spPr/>
      <dgm:t>
        <a:bodyPr/>
        <a:lstStyle/>
        <a:p>
          <a:endParaRPr lang="en-US"/>
        </a:p>
      </dgm:t>
    </dgm:pt>
    <dgm:pt modelId="{0B45E4D6-47AB-42A6-B914-83B6BA4519C1}" type="sibTrans" cxnId="{F9029A89-0C61-447D-B0FE-E40055ADA01C}">
      <dgm:prSet/>
      <dgm:spPr/>
      <dgm:t>
        <a:bodyPr/>
        <a:lstStyle/>
        <a:p>
          <a:endParaRPr lang="en-US"/>
        </a:p>
      </dgm:t>
    </dgm:pt>
    <dgm:pt modelId="{CB53D6A1-D28D-4BA9-91FF-CC958052ED87}">
      <dgm:prSet/>
      <dgm:spPr/>
      <dgm:t>
        <a:bodyPr/>
        <a:lstStyle/>
        <a:p>
          <a:pPr algn="just" rtl="0"/>
          <a:r>
            <a:rPr lang="en-US" dirty="0" smtClean="0">
              <a:latin typeface="Times New Roman" pitchFamily="18" charset="0"/>
              <a:cs typeface="Times New Roman" pitchFamily="18" charset="0"/>
            </a:rPr>
            <a:t>For good leaders, there are appropriate ethical, moral, and other boundaries that </a:t>
          </a:r>
          <a:r>
            <a:rPr lang="en-US" b="0" dirty="0" smtClean="0">
              <a:latin typeface="Times New Roman" pitchFamily="18" charset="0"/>
              <a:cs typeface="Times New Roman" pitchFamily="18" charset="0"/>
            </a:rPr>
            <a:t>administers or </a:t>
          </a:r>
          <a:r>
            <a:rPr lang="en-US" dirty="0" smtClean="0">
              <a:latin typeface="Times New Roman" pitchFamily="18" charset="0"/>
              <a:cs typeface="Times New Roman" pitchFamily="18" charset="0"/>
            </a:rPr>
            <a:t>leaders need to establish and maintain for the benefit of those they lead.</a:t>
          </a:r>
          <a:endParaRPr lang="en-US" dirty="0">
            <a:latin typeface="Times New Roman" pitchFamily="18" charset="0"/>
            <a:cs typeface="Times New Roman" pitchFamily="18" charset="0"/>
          </a:endParaRPr>
        </a:p>
      </dgm:t>
    </dgm:pt>
    <dgm:pt modelId="{04322981-534B-4DDE-9D31-E326D7D0A2D4}" type="parTrans" cxnId="{6F4D5000-81D0-4C2B-B552-02A0BEB6EC35}">
      <dgm:prSet/>
      <dgm:spPr/>
      <dgm:t>
        <a:bodyPr/>
        <a:lstStyle/>
        <a:p>
          <a:endParaRPr lang="en-US"/>
        </a:p>
      </dgm:t>
    </dgm:pt>
    <dgm:pt modelId="{DF9D0EE2-2EE8-4743-A02C-182F70DDBCB2}" type="sibTrans" cxnId="{6F4D5000-81D0-4C2B-B552-02A0BEB6EC35}">
      <dgm:prSet/>
      <dgm:spPr/>
      <dgm:t>
        <a:bodyPr/>
        <a:lstStyle/>
        <a:p>
          <a:endParaRPr lang="en-US"/>
        </a:p>
      </dgm:t>
    </dgm:pt>
    <dgm:pt modelId="{E1ED41C4-E533-43B8-AEC6-D15CDCE49F31}">
      <dgm:prSet/>
      <dgm:spPr/>
      <dgm:t>
        <a:bodyPr/>
        <a:lstStyle/>
        <a:p>
          <a:pPr algn="just" rtl="0"/>
          <a:r>
            <a:rPr lang="en-US" b="1" dirty="0" smtClean="0">
              <a:latin typeface="Times New Roman" pitchFamily="18" charset="0"/>
              <a:cs typeface="Times New Roman" pitchFamily="18" charset="0"/>
            </a:rPr>
            <a:t>B. The one who have  an exemplary life </a:t>
          </a:r>
          <a:endParaRPr lang="en-US" dirty="0">
            <a:latin typeface="Times New Roman" pitchFamily="18" charset="0"/>
            <a:cs typeface="Times New Roman" pitchFamily="18" charset="0"/>
          </a:endParaRPr>
        </a:p>
      </dgm:t>
    </dgm:pt>
    <dgm:pt modelId="{2E3D1697-EBE0-4F3F-BCA2-6E867A525429}" type="parTrans" cxnId="{64ADC162-E0F2-432C-BF8C-A05DF20F2C4D}">
      <dgm:prSet/>
      <dgm:spPr/>
      <dgm:t>
        <a:bodyPr/>
        <a:lstStyle/>
        <a:p>
          <a:endParaRPr lang="en-US"/>
        </a:p>
      </dgm:t>
    </dgm:pt>
    <dgm:pt modelId="{AB3E504E-7C57-483C-863F-D695D6BD3F5C}" type="sibTrans" cxnId="{64ADC162-E0F2-432C-BF8C-A05DF20F2C4D}">
      <dgm:prSet/>
      <dgm:spPr/>
      <dgm:t>
        <a:bodyPr/>
        <a:lstStyle/>
        <a:p>
          <a:endParaRPr lang="en-US"/>
        </a:p>
      </dgm:t>
    </dgm:pt>
    <dgm:pt modelId="{5569C1F1-27FF-4D68-AF1E-89A0B23F91B4}">
      <dgm:prSet/>
      <dgm:spPr/>
      <dgm:t>
        <a:bodyPr/>
        <a:lstStyle/>
        <a:p>
          <a:pPr algn="just" rtl="0"/>
          <a:r>
            <a:rPr lang="en-US" dirty="0" smtClean="0">
              <a:latin typeface="Times New Roman" pitchFamily="18" charset="0"/>
              <a:cs typeface="Times New Roman" pitchFamily="18" charset="0"/>
            </a:rPr>
            <a:t>The shepherd “goes on ahead of the sheep, and his sheep follow him” (10:3-4). </a:t>
          </a:r>
          <a:endParaRPr lang="en-US" dirty="0">
            <a:latin typeface="Times New Roman" pitchFamily="18" charset="0"/>
            <a:cs typeface="Times New Roman" pitchFamily="18" charset="0"/>
          </a:endParaRPr>
        </a:p>
      </dgm:t>
    </dgm:pt>
    <dgm:pt modelId="{B5C25BF4-2545-47D2-A9C9-9A06DBA5CE36}" type="parTrans" cxnId="{391C6D3D-F3A2-4AFF-9CAD-596BEDCE55C0}">
      <dgm:prSet/>
      <dgm:spPr/>
      <dgm:t>
        <a:bodyPr/>
        <a:lstStyle/>
        <a:p>
          <a:endParaRPr lang="en-US"/>
        </a:p>
      </dgm:t>
    </dgm:pt>
    <dgm:pt modelId="{3EE61E95-F2A8-4729-B583-6A079A35F2E3}" type="sibTrans" cxnId="{391C6D3D-F3A2-4AFF-9CAD-596BEDCE55C0}">
      <dgm:prSet/>
      <dgm:spPr/>
      <dgm:t>
        <a:bodyPr/>
        <a:lstStyle/>
        <a:p>
          <a:endParaRPr lang="en-US"/>
        </a:p>
      </dgm:t>
    </dgm:pt>
    <dgm:pt modelId="{FF99548E-8EC8-4135-B730-4FD806BC9CDB}">
      <dgm:prSet/>
      <dgm:spPr/>
      <dgm:t>
        <a:bodyPr/>
        <a:lstStyle/>
        <a:p>
          <a:pPr algn="just" rtl="0"/>
          <a:r>
            <a:rPr lang="en-US" dirty="0" smtClean="0">
              <a:latin typeface="Times New Roman" pitchFamily="18" charset="0"/>
              <a:cs typeface="Times New Roman" pitchFamily="18" charset="0"/>
            </a:rPr>
            <a:t>Any true </a:t>
          </a:r>
          <a:r>
            <a:rPr lang="en-US" b="0" dirty="0" smtClean="0">
              <a:latin typeface="Times New Roman" pitchFamily="18" charset="0"/>
              <a:cs typeface="Times New Roman" pitchFamily="18" charset="0"/>
            </a:rPr>
            <a:t>administers</a:t>
          </a:r>
          <a:r>
            <a:rPr lang="en-US" dirty="0" smtClean="0">
              <a:latin typeface="Times New Roman" pitchFamily="18" charset="0"/>
              <a:cs typeface="Times New Roman" pitchFamily="18" charset="0"/>
            </a:rPr>
            <a:t> will lead by example. It is not a case of do as I say, not as I do. True </a:t>
          </a:r>
          <a:r>
            <a:rPr lang="en-US" b="0" dirty="0" smtClean="0">
              <a:latin typeface="Times New Roman" pitchFamily="18" charset="0"/>
              <a:cs typeface="Times New Roman" pitchFamily="18" charset="0"/>
            </a:rPr>
            <a:t>administers</a:t>
          </a:r>
          <a:r>
            <a:rPr lang="en-US" dirty="0" smtClean="0">
              <a:latin typeface="Times New Roman" pitchFamily="18" charset="0"/>
              <a:cs typeface="Times New Roman" pitchFamily="18" charset="0"/>
            </a:rPr>
            <a:t> must be worthy models to the followers.</a:t>
          </a:r>
          <a:endParaRPr lang="en-US" dirty="0">
            <a:latin typeface="Times New Roman" pitchFamily="18" charset="0"/>
            <a:cs typeface="Times New Roman" pitchFamily="18" charset="0"/>
          </a:endParaRPr>
        </a:p>
      </dgm:t>
    </dgm:pt>
    <dgm:pt modelId="{FBD337FA-CFC3-4442-ABD1-BA25FAB2822F}" type="parTrans" cxnId="{4091AF96-DE0B-41B2-8105-E60E73E64FC4}">
      <dgm:prSet/>
      <dgm:spPr/>
      <dgm:t>
        <a:bodyPr/>
        <a:lstStyle/>
        <a:p>
          <a:endParaRPr lang="en-US"/>
        </a:p>
      </dgm:t>
    </dgm:pt>
    <dgm:pt modelId="{DC9EDD82-47AB-4263-90E0-645A2732DC2D}" type="sibTrans" cxnId="{4091AF96-DE0B-41B2-8105-E60E73E64FC4}">
      <dgm:prSet/>
      <dgm:spPr/>
      <dgm:t>
        <a:bodyPr/>
        <a:lstStyle/>
        <a:p>
          <a:endParaRPr lang="en-US"/>
        </a:p>
      </dgm:t>
    </dgm:pt>
    <dgm:pt modelId="{A9BE8962-D7E0-460A-9E44-175C05FBF2A1}" type="pres">
      <dgm:prSet presAssocID="{500AED7E-BC70-475B-A58E-49400EF5ED36}" presName="linear" presStyleCnt="0">
        <dgm:presLayoutVars>
          <dgm:animLvl val="lvl"/>
          <dgm:resizeHandles val="exact"/>
        </dgm:presLayoutVars>
      </dgm:prSet>
      <dgm:spPr/>
      <dgm:t>
        <a:bodyPr/>
        <a:lstStyle/>
        <a:p>
          <a:endParaRPr lang="en-US"/>
        </a:p>
      </dgm:t>
    </dgm:pt>
    <dgm:pt modelId="{6BC78ED2-9D5E-4B99-AC19-1846F0812DB9}" type="pres">
      <dgm:prSet presAssocID="{21FAD38B-1398-43C8-B331-5174B7ED7B5F}" presName="parentText" presStyleLbl="node1" presStyleIdx="0" presStyleCnt="3">
        <dgm:presLayoutVars>
          <dgm:chMax val="0"/>
          <dgm:bulletEnabled val="1"/>
        </dgm:presLayoutVars>
      </dgm:prSet>
      <dgm:spPr/>
      <dgm:t>
        <a:bodyPr/>
        <a:lstStyle/>
        <a:p>
          <a:endParaRPr lang="en-US"/>
        </a:p>
      </dgm:t>
    </dgm:pt>
    <dgm:pt modelId="{E3E7A29A-45B5-4E20-AB3F-F4C4D96CFCF8}" type="pres">
      <dgm:prSet presAssocID="{894CFC2C-8D31-4232-9BA7-92A2E1149D8C}" presName="spacer" presStyleCnt="0"/>
      <dgm:spPr/>
    </dgm:pt>
    <dgm:pt modelId="{A473577C-83CF-4F83-B735-7A43E2E2A958}" type="pres">
      <dgm:prSet presAssocID="{40C0FDCD-0AA2-4331-92B6-18FC5D504534}" presName="parentText" presStyleLbl="node1" presStyleIdx="1" presStyleCnt="3">
        <dgm:presLayoutVars>
          <dgm:chMax val="0"/>
          <dgm:bulletEnabled val="1"/>
        </dgm:presLayoutVars>
      </dgm:prSet>
      <dgm:spPr/>
      <dgm:t>
        <a:bodyPr/>
        <a:lstStyle/>
        <a:p>
          <a:endParaRPr lang="en-US"/>
        </a:p>
      </dgm:t>
    </dgm:pt>
    <dgm:pt modelId="{209B3937-B60F-4142-A7DE-E87E206EE1DB}" type="pres">
      <dgm:prSet presAssocID="{40C0FDCD-0AA2-4331-92B6-18FC5D504534}" presName="childText" presStyleLbl="revTx" presStyleIdx="0" presStyleCnt="2">
        <dgm:presLayoutVars>
          <dgm:bulletEnabled val="1"/>
        </dgm:presLayoutVars>
      </dgm:prSet>
      <dgm:spPr/>
      <dgm:t>
        <a:bodyPr/>
        <a:lstStyle/>
        <a:p>
          <a:endParaRPr lang="en-US"/>
        </a:p>
      </dgm:t>
    </dgm:pt>
    <dgm:pt modelId="{F0A03587-C97F-4B87-814F-ECDB5EE05FF0}" type="pres">
      <dgm:prSet presAssocID="{E1ED41C4-E533-43B8-AEC6-D15CDCE49F31}" presName="parentText" presStyleLbl="node1" presStyleIdx="2" presStyleCnt="3">
        <dgm:presLayoutVars>
          <dgm:chMax val="0"/>
          <dgm:bulletEnabled val="1"/>
        </dgm:presLayoutVars>
      </dgm:prSet>
      <dgm:spPr/>
      <dgm:t>
        <a:bodyPr/>
        <a:lstStyle/>
        <a:p>
          <a:endParaRPr lang="en-US"/>
        </a:p>
      </dgm:t>
    </dgm:pt>
    <dgm:pt modelId="{4D1E1587-6250-4D86-9B1E-231FD7D766A8}" type="pres">
      <dgm:prSet presAssocID="{E1ED41C4-E533-43B8-AEC6-D15CDCE49F31}" presName="childText" presStyleLbl="revTx" presStyleIdx="1" presStyleCnt="2">
        <dgm:presLayoutVars>
          <dgm:bulletEnabled val="1"/>
        </dgm:presLayoutVars>
      </dgm:prSet>
      <dgm:spPr/>
      <dgm:t>
        <a:bodyPr/>
        <a:lstStyle/>
        <a:p>
          <a:endParaRPr lang="en-US"/>
        </a:p>
      </dgm:t>
    </dgm:pt>
  </dgm:ptLst>
  <dgm:cxnLst>
    <dgm:cxn modelId="{CFC1C06C-17F7-412D-8750-A28C3C046938}" srcId="{40C0FDCD-0AA2-4331-92B6-18FC5D504534}" destId="{864C172D-3A4C-4865-9EBF-CF94E14B2DD8}" srcOrd="1" destOrd="0" parTransId="{3D5A96D3-1593-4786-81BC-FEDE8E693286}" sibTransId="{4E6A0695-ED3C-48DB-8DC3-D3EACE005B3E}"/>
    <dgm:cxn modelId="{5FC987BF-5CED-4C8C-A190-6D78EB47C919}" type="presOf" srcId="{5569C1F1-27FF-4D68-AF1E-89A0B23F91B4}" destId="{4D1E1587-6250-4D86-9B1E-231FD7D766A8}" srcOrd="0" destOrd="0" presId="urn:microsoft.com/office/officeart/2005/8/layout/vList2"/>
    <dgm:cxn modelId="{BA23DA74-1DCD-4884-BE51-5F37D709D261}" srcId="{40C0FDCD-0AA2-4331-92B6-18FC5D504534}" destId="{E4D88F7C-3830-4B16-BFE0-23B45564E857}" srcOrd="0" destOrd="0" parTransId="{4381869B-DB55-46C2-831B-06B2E5956240}" sibTransId="{ED416024-93D9-4CB0-BD0E-D831C5A46805}"/>
    <dgm:cxn modelId="{95929DA3-638B-46F4-883B-96381D478265}" type="presOf" srcId="{864C172D-3A4C-4865-9EBF-CF94E14B2DD8}" destId="{209B3937-B60F-4142-A7DE-E87E206EE1DB}" srcOrd="0" destOrd="1" presId="urn:microsoft.com/office/officeart/2005/8/layout/vList2"/>
    <dgm:cxn modelId="{391C6D3D-F3A2-4AFF-9CAD-596BEDCE55C0}" srcId="{E1ED41C4-E533-43B8-AEC6-D15CDCE49F31}" destId="{5569C1F1-27FF-4D68-AF1E-89A0B23F91B4}" srcOrd="0" destOrd="0" parTransId="{B5C25BF4-2545-47D2-A9C9-9A06DBA5CE36}" sibTransId="{3EE61E95-F2A8-4729-B583-6A079A35F2E3}"/>
    <dgm:cxn modelId="{AEC19420-6060-497E-9E8E-1F88C106EBB5}" srcId="{500AED7E-BC70-475B-A58E-49400EF5ED36}" destId="{40C0FDCD-0AA2-4331-92B6-18FC5D504534}" srcOrd="1" destOrd="0" parTransId="{168BDCC5-2F61-4ADD-9D86-0ACBB92D2923}" sibTransId="{FE04C23E-F944-4805-B9BD-16484DBAF431}"/>
    <dgm:cxn modelId="{E6C56CAF-3C78-44F0-9643-3A715405BCEC}" type="presOf" srcId="{FF99548E-8EC8-4135-B730-4FD806BC9CDB}" destId="{4D1E1587-6250-4D86-9B1E-231FD7D766A8}" srcOrd="0" destOrd="1" presId="urn:microsoft.com/office/officeart/2005/8/layout/vList2"/>
    <dgm:cxn modelId="{95B91862-A838-4D9C-BE73-FA3F7A6DF893}" srcId="{500AED7E-BC70-475B-A58E-49400EF5ED36}" destId="{21FAD38B-1398-43C8-B331-5174B7ED7B5F}" srcOrd="0" destOrd="0" parTransId="{B5F76EAF-1DEC-4D90-B89C-ACB3756F2C29}" sibTransId="{894CFC2C-8D31-4232-9BA7-92A2E1149D8C}"/>
    <dgm:cxn modelId="{0D0AF3EC-2BEE-4A60-AD0F-2284F9FC927C}" type="presOf" srcId="{E4D88F7C-3830-4B16-BFE0-23B45564E857}" destId="{209B3937-B60F-4142-A7DE-E87E206EE1DB}" srcOrd="0" destOrd="0" presId="urn:microsoft.com/office/officeart/2005/8/layout/vList2"/>
    <dgm:cxn modelId="{2EC9A460-2B6F-4F92-AEB5-32BB1421466F}" type="presOf" srcId="{21FAD38B-1398-43C8-B331-5174B7ED7B5F}" destId="{6BC78ED2-9D5E-4B99-AC19-1846F0812DB9}" srcOrd="0" destOrd="0" presId="urn:microsoft.com/office/officeart/2005/8/layout/vList2"/>
    <dgm:cxn modelId="{32500C07-641C-46D9-8DF5-83F5D863EFDA}" type="presOf" srcId="{500AED7E-BC70-475B-A58E-49400EF5ED36}" destId="{A9BE8962-D7E0-460A-9E44-175C05FBF2A1}" srcOrd="0" destOrd="0" presId="urn:microsoft.com/office/officeart/2005/8/layout/vList2"/>
    <dgm:cxn modelId="{59CF1604-40F2-44A2-A12F-3A631AA566D9}" type="presOf" srcId="{F9C50A42-E3CB-4541-9D8D-E01D764957A9}" destId="{209B3937-B60F-4142-A7DE-E87E206EE1DB}" srcOrd="0" destOrd="2" presId="urn:microsoft.com/office/officeart/2005/8/layout/vList2"/>
    <dgm:cxn modelId="{6F4D5000-81D0-4C2B-B552-02A0BEB6EC35}" srcId="{40C0FDCD-0AA2-4331-92B6-18FC5D504534}" destId="{CB53D6A1-D28D-4BA9-91FF-CC958052ED87}" srcOrd="3" destOrd="0" parTransId="{04322981-534B-4DDE-9D31-E326D7D0A2D4}" sibTransId="{DF9D0EE2-2EE8-4743-A02C-182F70DDBCB2}"/>
    <dgm:cxn modelId="{89505A2C-5A02-4BF6-9180-75066B35051C}" type="presOf" srcId="{40C0FDCD-0AA2-4331-92B6-18FC5D504534}" destId="{A473577C-83CF-4F83-B735-7A43E2E2A958}" srcOrd="0" destOrd="0" presId="urn:microsoft.com/office/officeart/2005/8/layout/vList2"/>
    <dgm:cxn modelId="{64ADC162-E0F2-432C-BF8C-A05DF20F2C4D}" srcId="{500AED7E-BC70-475B-A58E-49400EF5ED36}" destId="{E1ED41C4-E533-43B8-AEC6-D15CDCE49F31}" srcOrd="2" destOrd="0" parTransId="{2E3D1697-EBE0-4F3F-BCA2-6E867A525429}" sibTransId="{AB3E504E-7C57-483C-863F-D695D6BD3F5C}"/>
    <dgm:cxn modelId="{F9029A89-0C61-447D-B0FE-E40055ADA01C}" srcId="{40C0FDCD-0AA2-4331-92B6-18FC5D504534}" destId="{F9C50A42-E3CB-4541-9D8D-E01D764957A9}" srcOrd="2" destOrd="0" parTransId="{E399F917-3BFF-4F45-8FDA-18464C20EEA7}" sibTransId="{0B45E4D6-47AB-42A6-B914-83B6BA4519C1}"/>
    <dgm:cxn modelId="{DF7D30AB-784D-4EEF-8402-9426E3FDF26B}" type="presOf" srcId="{E1ED41C4-E533-43B8-AEC6-D15CDCE49F31}" destId="{F0A03587-C97F-4B87-814F-ECDB5EE05FF0}" srcOrd="0" destOrd="0" presId="urn:microsoft.com/office/officeart/2005/8/layout/vList2"/>
    <dgm:cxn modelId="{5130B8DA-2C30-423D-B791-832531152C24}" type="presOf" srcId="{CB53D6A1-D28D-4BA9-91FF-CC958052ED87}" destId="{209B3937-B60F-4142-A7DE-E87E206EE1DB}" srcOrd="0" destOrd="3" presId="urn:microsoft.com/office/officeart/2005/8/layout/vList2"/>
    <dgm:cxn modelId="{4091AF96-DE0B-41B2-8105-E60E73E64FC4}" srcId="{E1ED41C4-E533-43B8-AEC6-D15CDCE49F31}" destId="{FF99548E-8EC8-4135-B730-4FD806BC9CDB}" srcOrd="1" destOrd="0" parTransId="{FBD337FA-CFC3-4442-ABD1-BA25FAB2822F}" sibTransId="{DC9EDD82-47AB-4263-90E0-645A2732DC2D}"/>
    <dgm:cxn modelId="{7E8EB8BE-4086-4FAA-8BE9-F42095DE92AA}" type="presParOf" srcId="{A9BE8962-D7E0-460A-9E44-175C05FBF2A1}" destId="{6BC78ED2-9D5E-4B99-AC19-1846F0812DB9}" srcOrd="0" destOrd="0" presId="urn:microsoft.com/office/officeart/2005/8/layout/vList2"/>
    <dgm:cxn modelId="{C05F8C23-1B4B-4602-B105-ADABCE8A9C0E}" type="presParOf" srcId="{A9BE8962-D7E0-460A-9E44-175C05FBF2A1}" destId="{E3E7A29A-45B5-4E20-AB3F-F4C4D96CFCF8}" srcOrd="1" destOrd="0" presId="urn:microsoft.com/office/officeart/2005/8/layout/vList2"/>
    <dgm:cxn modelId="{F52CB1FE-DC75-466C-ABCB-F5E954152A21}" type="presParOf" srcId="{A9BE8962-D7E0-460A-9E44-175C05FBF2A1}" destId="{A473577C-83CF-4F83-B735-7A43E2E2A958}" srcOrd="2" destOrd="0" presId="urn:microsoft.com/office/officeart/2005/8/layout/vList2"/>
    <dgm:cxn modelId="{7FB49133-D8BE-48C3-A03F-50E6DDF11C51}" type="presParOf" srcId="{A9BE8962-D7E0-460A-9E44-175C05FBF2A1}" destId="{209B3937-B60F-4142-A7DE-E87E206EE1DB}" srcOrd="3" destOrd="0" presId="urn:microsoft.com/office/officeart/2005/8/layout/vList2"/>
    <dgm:cxn modelId="{42386B67-1B71-44AA-871B-21B6C37889BB}" type="presParOf" srcId="{A9BE8962-D7E0-460A-9E44-175C05FBF2A1}" destId="{F0A03587-C97F-4B87-814F-ECDB5EE05FF0}" srcOrd="4" destOrd="0" presId="urn:microsoft.com/office/officeart/2005/8/layout/vList2"/>
    <dgm:cxn modelId="{CB72DF9A-32C4-4874-8C4E-58B91244BE69}" type="presParOf" srcId="{A9BE8962-D7E0-460A-9E44-175C05FBF2A1}" destId="{4D1E1587-6250-4D86-9B1E-231FD7D766A8}"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45C81B28-D15D-46DB-B6DB-68795C997E7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7B1A885-6AFF-4A6C-87A0-2D05443BEBA3}">
      <dgm:prSet/>
      <dgm:spPr/>
      <dgm:t>
        <a:bodyPr/>
        <a:lstStyle/>
        <a:p>
          <a:pPr rtl="0"/>
          <a:r>
            <a:rPr lang="en-US" b="1" dirty="0" smtClean="0">
              <a:latin typeface="Times New Roman" pitchFamily="18" charset="0"/>
              <a:cs typeface="Times New Roman" pitchFamily="18" charset="0"/>
            </a:rPr>
            <a:t>Qualities of  church Administers…</a:t>
          </a:r>
          <a:endParaRPr lang="en-US" dirty="0">
            <a:latin typeface="Times New Roman" pitchFamily="18" charset="0"/>
            <a:cs typeface="Times New Roman" pitchFamily="18" charset="0"/>
          </a:endParaRPr>
        </a:p>
      </dgm:t>
    </dgm:pt>
    <dgm:pt modelId="{5C03BB5A-BFB2-46A0-866A-39C0E59C02CA}" type="parTrans" cxnId="{65546D9B-D976-4568-BF7C-C4031BEB33DE}">
      <dgm:prSet/>
      <dgm:spPr/>
      <dgm:t>
        <a:bodyPr/>
        <a:lstStyle/>
        <a:p>
          <a:endParaRPr lang="en-US"/>
        </a:p>
      </dgm:t>
    </dgm:pt>
    <dgm:pt modelId="{4BBF7FE2-7D9E-41E9-86AE-7524F395266D}" type="sibTrans" cxnId="{65546D9B-D976-4568-BF7C-C4031BEB33DE}">
      <dgm:prSet/>
      <dgm:spPr/>
      <dgm:t>
        <a:bodyPr/>
        <a:lstStyle/>
        <a:p>
          <a:endParaRPr lang="en-US"/>
        </a:p>
      </dgm:t>
    </dgm:pt>
    <dgm:pt modelId="{C4D20D51-2831-4E4A-8AF2-13C061D52B4C}">
      <dgm:prSet/>
      <dgm:spPr/>
      <dgm:t>
        <a:bodyPr/>
        <a:lstStyle/>
        <a:p>
          <a:pPr algn="just" rtl="0"/>
          <a:r>
            <a:rPr lang="en-US" b="1" dirty="0" smtClean="0">
              <a:latin typeface="Times New Roman" pitchFamily="18" charset="0"/>
              <a:cs typeface="Times New Roman" pitchFamily="18" charset="0"/>
            </a:rPr>
            <a:t>C. Trustworthy </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dgm:t>
    </dgm:pt>
    <dgm:pt modelId="{42E3B4A5-1411-4EAF-9F95-0BFE6602CC4E}" type="parTrans" cxnId="{6463406B-4B40-4BE4-9B6A-47964D2BAC8E}">
      <dgm:prSet/>
      <dgm:spPr/>
      <dgm:t>
        <a:bodyPr/>
        <a:lstStyle/>
        <a:p>
          <a:endParaRPr lang="en-US"/>
        </a:p>
      </dgm:t>
    </dgm:pt>
    <dgm:pt modelId="{EAFDDBD6-D2B1-4B82-898B-0DF54D5BA452}" type="sibTrans" cxnId="{6463406B-4B40-4BE4-9B6A-47964D2BAC8E}">
      <dgm:prSet/>
      <dgm:spPr/>
      <dgm:t>
        <a:bodyPr/>
        <a:lstStyle/>
        <a:p>
          <a:endParaRPr lang="en-US"/>
        </a:p>
      </dgm:t>
    </dgm:pt>
    <dgm:pt modelId="{86C64ECE-69B5-49AF-AB2D-C26EE94506C8}">
      <dgm:prSet/>
      <dgm:spPr/>
      <dgm:t>
        <a:bodyPr/>
        <a:lstStyle/>
        <a:p>
          <a:pPr algn="just" rtl="0"/>
          <a:r>
            <a:rPr lang="en-US" dirty="0" smtClean="0">
              <a:latin typeface="Times New Roman" pitchFamily="18" charset="0"/>
              <a:cs typeface="Times New Roman" pitchFamily="18" charset="0"/>
            </a:rPr>
            <a:t>Sheep follow the good shepherd because they know his voice (John 10:4).  This is learned over time from the consistent and caring treatment of the sheep by the shepherd. </a:t>
          </a:r>
          <a:endParaRPr lang="en-US" dirty="0">
            <a:latin typeface="Times New Roman" pitchFamily="18" charset="0"/>
            <a:cs typeface="Times New Roman" pitchFamily="18" charset="0"/>
          </a:endParaRPr>
        </a:p>
      </dgm:t>
    </dgm:pt>
    <dgm:pt modelId="{C48B1A18-31D7-46D7-A1B2-B0AAE59F0A2A}" type="parTrans" cxnId="{E00CB52B-3349-4B9F-A880-9E6D48842D9F}">
      <dgm:prSet/>
      <dgm:spPr/>
      <dgm:t>
        <a:bodyPr/>
        <a:lstStyle/>
        <a:p>
          <a:endParaRPr lang="en-US"/>
        </a:p>
      </dgm:t>
    </dgm:pt>
    <dgm:pt modelId="{D4C14A44-017A-4153-B22F-2411725E726A}" type="sibTrans" cxnId="{E00CB52B-3349-4B9F-A880-9E6D48842D9F}">
      <dgm:prSet/>
      <dgm:spPr/>
      <dgm:t>
        <a:bodyPr/>
        <a:lstStyle/>
        <a:p>
          <a:endParaRPr lang="en-US"/>
        </a:p>
      </dgm:t>
    </dgm:pt>
    <dgm:pt modelId="{E2B23E90-108D-4F58-A6D6-AEF5804374C8}">
      <dgm:prSet/>
      <dgm:spPr/>
      <dgm:t>
        <a:bodyPr/>
        <a:lstStyle/>
        <a:p>
          <a:pPr algn="just" rtl="0"/>
          <a:r>
            <a:rPr lang="en-US" dirty="0" smtClean="0">
              <a:latin typeface="Times New Roman" pitchFamily="18" charset="0"/>
              <a:cs typeface="Times New Roman" pitchFamily="18" charset="0"/>
            </a:rPr>
            <a:t>A leader needs to cultivate a deep sense of trust within those he leads. This is a quality in which one’s voice evokes the character and care of a shepherd-leader.</a:t>
          </a:r>
          <a:endParaRPr lang="en-US" dirty="0">
            <a:latin typeface="Times New Roman" pitchFamily="18" charset="0"/>
            <a:cs typeface="Times New Roman" pitchFamily="18" charset="0"/>
          </a:endParaRPr>
        </a:p>
      </dgm:t>
    </dgm:pt>
    <dgm:pt modelId="{908C7B4C-B6A7-480D-8B1D-1005E6AC9A72}" type="parTrans" cxnId="{EC693CBE-38DC-4127-8D54-59348ACF2B99}">
      <dgm:prSet/>
      <dgm:spPr/>
      <dgm:t>
        <a:bodyPr/>
        <a:lstStyle/>
        <a:p>
          <a:endParaRPr lang="en-US"/>
        </a:p>
      </dgm:t>
    </dgm:pt>
    <dgm:pt modelId="{FAEF23B6-B2FF-479E-9424-DA8D15F5AD57}" type="sibTrans" cxnId="{EC693CBE-38DC-4127-8D54-59348ACF2B99}">
      <dgm:prSet/>
      <dgm:spPr/>
      <dgm:t>
        <a:bodyPr/>
        <a:lstStyle/>
        <a:p>
          <a:endParaRPr lang="en-US"/>
        </a:p>
      </dgm:t>
    </dgm:pt>
    <dgm:pt modelId="{28272BD1-3656-4E2E-8791-F0E2BAAD35AF}">
      <dgm:prSet/>
      <dgm:spPr/>
      <dgm:t>
        <a:bodyPr/>
        <a:lstStyle/>
        <a:p>
          <a:pPr algn="just" rtl="0"/>
          <a:r>
            <a:rPr lang="en-US" dirty="0" smtClean="0">
              <a:latin typeface="Times New Roman" pitchFamily="18" charset="0"/>
              <a:cs typeface="Times New Roman" pitchFamily="18" charset="0"/>
            </a:rPr>
            <a:t>D. </a:t>
          </a:r>
          <a:r>
            <a:rPr lang="en-US" b="1" dirty="0" smtClean="0">
              <a:latin typeface="Times New Roman" pitchFamily="18" charset="0"/>
              <a:cs typeface="Times New Roman" pitchFamily="18" charset="0"/>
            </a:rPr>
            <a:t>The one who deliver good thing to the flock </a:t>
          </a:r>
          <a:endParaRPr lang="en-US" dirty="0">
            <a:latin typeface="Times New Roman" pitchFamily="18" charset="0"/>
            <a:cs typeface="Times New Roman" pitchFamily="18" charset="0"/>
          </a:endParaRPr>
        </a:p>
      </dgm:t>
    </dgm:pt>
    <dgm:pt modelId="{4B95138E-7E31-43B0-AE23-08324AF7F2F9}" type="parTrans" cxnId="{BC095CBF-B087-4C58-AA40-8317D0C116C1}">
      <dgm:prSet/>
      <dgm:spPr/>
      <dgm:t>
        <a:bodyPr/>
        <a:lstStyle/>
        <a:p>
          <a:endParaRPr lang="en-US"/>
        </a:p>
      </dgm:t>
    </dgm:pt>
    <dgm:pt modelId="{1ABC15EB-AD4F-401D-B125-75324DF3AF2A}" type="sibTrans" cxnId="{BC095CBF-B087-4C58-AA40-8317D0C116C1}">
      <dgm:prSet/>
      <dgm:spPr/>
      <dgm:t>
        <a:bodyPr/>
        <a:lstStyle/>
        <a:p>
          <a:endParaRPr lang="en-US"/>
        </a:p>
      </dgm:t>
    </dgm:pt>
    <dgm:pt modelId="{3C0E33F9-7611-4E75-A577-8230E09EC194}">
      <dgm:prSet/>
      <dgm:spPr/>
      <dgm:t>
        <a:bodyPr/>
        <a:lstStyle/>
        <a:p>
          <a:pPr algn="just" rtl="0"/>
          <a:r>
            <a:rPr lang="en-US" dirty="0" smtClean="0">
              <a:latin typeface="Times New Roman" pitchFamily="18" charset="0"/>
              <a:cs typeface="Times New Roman" pitchFamily="18" charset="0"/>
            </a:rPr>
            <a:t>A shepherd provides good pasture (John 10:9). In Psalm 23, a 'sheep' says of the Shepherd: I shall not be in want. He makes me lie down in green pastures. He leads me beside quiet waters. He restores my soul. </a:t>
          </a:r>
          <a:endParaRPr lang="en-US" dirty="0">
            <a:latin typeface="Times New Roman" pitchFamily="18" charset="0"/>
            <a:cs typeface="Times New Roman" pitchFamily="18" charset="0"/>
          </a:endParaRPr>
        </a:p>
      </dgm:t>
    </dgm:pt>
    <dgm:pt modelId="{EA2CB1CA-4F5E-4765-8C40-24BE2D8B2B1A}" type="parTrans" cxnId="{A15A30D6-CC05-4D33-AB54-3E77524C8971}">
      <dgm:prSet/>
      <dgm:spPr/>
      <dgm:t>
        <a:bodyPr/>
        <a:lstStyle/>
        <a:p>
          <a:endParaRPr lang="en-US"/>
        </a:p>
      </dgm:t>
    </dgm:pt>
    <dgm:pt modelId="{10B20E69-308B-4EDF-91A3-5CFF00482621}" type="sibTrans" cxnId="{A15A30D6-CC05-4D33-AB54-3E77524C8971}">
      <dgm:prSet/>
      <dgm:spPr/>
      <dgm:t>
        <a:bodyPr/>
        <a:lstStyle/>
        <a:p>
          <a:endParaRPr lang="en-US"/>
        </a:p>
      </dgm:t>
    </dgm:pt>
    <dgm:pt modelId="{CE873741-F8BD-4DB6-8E7F-E7F33700CF44}">
      <dgm:prSet/>
      <dgm:spPr/>
      <dgm:t>
        <a:bodyPr/>
        <a:lstStyle/>
        <a:p>
          <a:pPr algn="just" rtl="0"/>
          <a:r>
            <a:rPr lang="en-US" dirty="0" smtClean="0">
              <a:latin typeface="Times New Roman" pitchFamily="18" charset="0"/>
              <a:cs typeface="Times New Roman" pitchFamily="18" charset="0"/>
            </a:rPr>
            <a:t>True leaders provide for the real needs of those they lead.  For instance, they do not grind down their employees in unhealthy environments at less than livable wages. </a:t>
          </a:r>
          <a:endParaRPr lang="en-US" dirty="0">
            <a:latin typeface="Times New Roman" pitchFamily="18" charset="0"/>
            <a:cs typeface="Times New Roman" pitchFamily="18" charset="0"/>
          </a:endParaRPr>
        </a:p>
      </dgm:t>
    </dgm:pt>
    <dgm:pt modelId="{4AFF061C-A2F2-40B8-8FE6-0C97255642B6}" type="parTrans" cxnId="{7801720C-AE8C-4CE6-A536-64A764264BF4}">
      <dgm:prSet/>
      <dgm:spPr/>
      <dgm:t>
        <a:bodyPr/>
        <a:lstStyle/>
        <a:p>
          <a:endParaRPr lang="en-US"/>
        </a:p>
      </dgm:t>
    </dgm:pt>
    <dgm:pt modelId="{7425A334-7CBB-4A00-BFF9-0C93F6528C17}" type="sibTrans" cxnId="{7801720C-AE8C-4CE6-A536-64A764264BF4}">
      <dgm:prSet/>
      <dgm:spPr/>
      <dgm:t>
        <a:bodyPr/>
        <a:lstStyle/>
        <a:p>
          <a:endParaRPr lang="en-US"/>
        </a:p>
      </dgm:t>
    </dgm:pt>
    <dgm:pt modelId="{744CB9C4-6F8C-4B27-BAF8-EF13564D7BA7}">
      <dgm:prSet/>
      <dgm:spPr/>
      <dgm:t>
        <a:bodyPr/>
        <a:lstStyle/>
        <a:p>
          <a:pPr algn="just" rtl="0"/>
          <a:r>
            <a:rPr lang="en-US" dirty="0" smtClean="0">
              <a:latin typeface="Times New Roman" pitchFamily="18" charset="0"/>
              <a:cs typeface="Times New Roman" pitchFamily="18" charset="0"/>
            </a:rPr>
            <a:t>They do not fire them without caring about what happens to them. When it comes to a leader's choices, a person is more important than a profit. A leader acts in a way that gives life to those he leads (John 10:10)</a:t>
          </a:r>
          <a:endParaRPr lang="en-US" dirty="0">
            <a:latin typeface="Times New Roman" pitchFamily="18" charset="0"/>
            <a:cs typeface="Times New Roman" pitchFamily="18" charset="0"/>
          </a:endParaRPr>
        </a:p>
      </dgm:t>
    </dgm:pt>
    <dgm:pt modelId="{45D9009E-ACCA-493C-89C2-A702F7AB8ADC}" type="parTrans" cxnId="{482820D5-58CF-404D-986B-4D20195AEE59}">
      <dgm:prSet/>
      <dgm:spPr/>
      <dgm:t>
        <a:bodyPr/>
        <a:lstStyle/>
        <a:p>
          <a:endParaRPr lang="en-US"/>
        </a:p>
      </dgm:t>
    </dgm:pt>
    <dgm:pt modelId="{C6C94200-0DAF-4D25-BB4C-BEF645C126E9}" type="sibTrans" cxnId="{482820D5-58CF-404D-986B-4D20195AEE59}">
      <dgm:prSet/>
      <dgm:spPr/>
      <dgm:t>
        <a:bodyPr/>
        <a:lstStyle/>
        <a:p>
          <a:endParaRPr lang="en-US"/>
        </a:p>
      </dgm:t>
    </dgm:pt>
    <dgm:pt modelId="{6859D773-EBFB-4FD6-BD2A-07ECE040F370}" type="pres">
      <dgm:prSet presAssocID="{45C81B28-D15D-46DB-B6DB-68795C997E70}" presName="linear" presStyleCnt="0">
        <dgm:presLayoutVars>
          <dgm:animLvl val="lvl"/>
          <dgm:resizeHandles val="exact"/>
        </dgm:presLayoutVars>
      </dgm:prSet>
      <dgm:spPr/>
      <dgm:t>
        <a:bodyPr/>
        <a:lstStyle/>
        <a:p>
          <a:endParaRPr lang="en-US"/>
        </a:p>
      </dgm:t>
    </dgm:pt>
    <dgm:pt modelId="{DC8F711E-8BF4-48A1-9B2F-459A3D94E4A6}" type="pres">
      <dgm:prSet presAssocID="{07B1A885-6AFF-4A6C-87A0-2D05443BEBA3}" presName="parentText" presStyleLbl="node1" presStyleIdx="0" presStyleCnt="3" custLinFactY="-7296" custLinFactNeighborY="-100000">
        <dgm:presLayoutVars>
          <dgm:chMax val="0"/>
          <dgm:bulletEnabled val="1"/>
        </dgm:presLayoutVars>
      </dgm:prSet>
      <dgm:spPr/>
      <dgm:t>
        <a:bodyPr/>
        <a:lstStyle/>
        <a:p>
          <a:endParaRPr lang="en-US"/>
        </a:p>
      </dgm:t>
    </dgm:pt>
    <dgm:pt modelId="{70B1F02F-4310-41AB-9776-6D5BD00BD106}" type="pres">
      <dgm:prSet presAssocID="{4BBF7FE2-7D9E-41E9-86AE-7524F395266D}" presName="spacer" presStyleCnt="0"/>
      <dgm:spPr/>
    </dgm:pt>
    <dgm:pt modelId="{F4E4BB54-FAB1-442E-B475-EAE04AE37E8C}" type="pres">
      <dgm:prSet presAssocID="{C4D20D51-2831-4E4A-8AF2-13C061D52B4C}" presName="parentText" presStyleLbl="node1" presStyleIdx="1" presStyleCnt="3" custLinFactNeighborY="-4027">
        <dgm:presLayoutVars>
          <dgm:chMax val="0"/>
          <dgm:bulletEnabled val="1"/>
        </dgm:presLayoutVars>
      </dgm:prSet>
      <dgm:spPr/>
      <dgm:t>
        <a:bodyPr/>
        <a:lstStyle/>
        <a:p>
          <a:endParaRPr lang="en-US"/>
        </a:p>
      </dgm:t>
    </dgm:pt>
    <dgm:pt modelId="{7AAC7FB3-C521-4E56-A59E-3A7B62B7F2C6}" type="pres">
      <dgm:prSet presAssocID="{C4D20D51-2831-4E4A-8AF2-13C061D52B4C}" presName="childText" presStyleLbl="revTx" presStyleIdx="0" presStyleCnt="2">
        <dgm:presLayoutVars>
          <dgm:bulletEnabled val="1"/>
        </dgm:presLayoutVars>
      </dgm:prSet>
      <dgm:spPr/>
      <dgm:t>
        <a:bodyPr/>
        <a:lstStyle/>
        <a:p>
          <a:endParaRPr lang="en-US"/>
        </a:p>
      </dgm:t>
    </dgm:pt>
    <dgm:pt modelId="{AEE1C47E-E2C3-47F0-A64B-61C85DEDD1A7}" type="pres">
      <dgm:prSet presAssocID="{28272BD1-3656-4E2E-8791-F0E2BAAD35AF}" presName="parentText" presStyleLbl="node1" presStyleIdx="2" presStyleCnt="3">
        <dgm:presLayoutVars>
          <dgm:chMax val="0"/>
          <dgm:bulletEnabled val="1"/>
        </dgm:presLayoutVars>
      </dgm:prSet>
      <dgm:spPr/>
      <dgm:t>
        <a:bodyPr/>
        <a:lstStyle/>
        <a:p>
          <a:endParaRPr lang="en-US"/>
        </a:p>
      </dgm:t>
    </dgm:pt>
    <dgm:pt modelId="{7494A583-23D3-446C-97AB-8027EA310771}" type="pres">
      <dgm:prSet presAssocID="{28272BD1-3656-4E2E-8791-F0E2BAAD35AF}" presName="childText" presStyleLbl="revTx" presStyleIdx="1" presStyleCnt="2" custScaleY="111770">
        <dgm:presLayoutVars>
          <dgm:bulletEnabled val="1"/>
        </dgm:presLayoutVars>
      </dgm:prSet>
      <dgm:spPr/>
      <dgm:t>
        <a:bodyPr/>
        <a:lstStyle/>
        <a:p>
          <a:endParaRPr lang="en-US"/>
        </a:p>
      </dgm:t>
    </dgm:pt>
  </dgm:ptLst>
  <dgm:cxnLst>
    <dgm:cxn modelId="{E00CB52B-3349-4B9F-A880-9E6D48842D9F}" srcId="{C4D20D51-2831-4E4A-8AF2-13C061D52B4C}" destId="{86C64ECE-69B5-49AF-AB2D-C26EE94506C8}" srcOrd="0" destOrd="0" parTransId="{C48B1A18-31D7-46D7-A1B2-B0AAE59F0A2A}" sibTransId="{D4C14A44-017A-4153-B22F-2411725E726A}"/>
    <dgm:cxn modelId="{EE857006-1EA4-41A0-AF64-AD5928FBEB73}" type="presOf" srcId="{3C0E33F9-7611-4E75-A577-8230E09EC194}" destId="{7494A583-23D3-446C-97AB-8027EA310771}" srcOrd="0" destOrd="0" presId="urn:microsoft.com/office/officeart/2005/8/layout/vList2"/>
    <dgm:cxn modelId="{6F2CED70-3648-4D4E-B9CE-01319271DF85}" type="presOf" srcId="{07B1A885-6AFF-4A6C-87A0-2D05443BEBA3}" destId="{DC8F711E-8BF4-48A1-9B2F-459A3D94E4A6}" srcOrd="0" destOrd="0" presId="urn:microsoft.com/office/officeart/2005/8/layout/vList2"/>
    <dgm:cxn modelId="{BC095CBF-B087-4C58-AA40-8317D0C116C1}" srcId="{45C81B28-D15D-46DB-B6DB-68795C997E70}" destId="{28272BD1-3656-4E2E-8791-F0E2BAAD35AF}" srcOrd="2" destOrd="0" parTransId="{4B95138E-7E31-43B0-AE23-08324AF7F2F9}" sibTransId="{1ABC15EB-AD4F-401D-B125-75324DF3AF2A}"/>
    <dgm:cxn modelId="{F1F8B000-4E99-432F-AB9C-CD5AD823E62F}" type="presOf" srcId="{86C64ECE-69B5-49AF-AB2D-C26EE94506C8}" destId="{7AAC7FB3-C521-4E56-A59E-3A7B62B7F2C6}" srcOrd="0" destOrd="0" presId="urn:microsoft.com/office/officeart/2005/8/layout/vList2"/>
    <dgm:cxn modelId="{4C290C81-FEDF-497D-AC90-18DE2B6F00C4}" type="presOf" srcId="{28272BD1-3656-4E2E-8791-F0E2BAAD35AF}" destId="{AEE1C47E-E2C3-47F0-A64B-61C85DEDD1A7}" srcOrd="0" destOrd="0" presId="urn:microsoft.com/office/officeart/2005/8/layout/vList2"/>
    <dgm:cxn modelId="{6463406B-4B40-4BE4-9B6A-47964D2BAC8E}" srcId="{45C81B28-D15D-46DB-B6DB-68795C997E70}" destId="{C4D20D51-2831-4E4A-8AF2-13C061D52B4C}" srcOrd="1" destOrd="0" parTransId="{42E3B4A5-1411-4EAF-9F95-0BFE6602CC4E}" sibTransId="{EAFDDBD6-D2B1-4B82-898B-0DF54D5BA452}"/>
    <dgm:cxn modelId="{A15A30D6-CC05-4D33-AB54-3E77524C8971}" srcId="{28272BD1-3656-4E2E-8791-F0E2BAAD35AF}" destId="{3C0E33F9-7611-4E75-A577-8230E09EC194}" srcOrd="0" destOrd="0" parTransId="{EA2CB1CA-4F5E-4765-8C40-24BE2D8B2B1A}" sibTransId="{10B20E69-308B-4EDF-91A3-5CFF00482621}"/>
    <dgm:cxn modelId="{5AB274D1-9506-4144-A8BC-58C9513DFE85}" type="presOf" srcId="{744CB9C4-6F8C-4B27-BAF8-EF13564D7BA7}" destId="{7494A583-23D3-446C-97AB-8027EA310771}" srcOrd="0" destOrd="2" presId="urn:microsoft.com/office/officeart/2005/8/layout/vList2"/>
    <dgm:cxn modelId="{EC693CBE-38DC-4127-8D54-59348ACF2B99}" srcId="{C4D20D51-2831-4E4A-8AF2-13C061D52B4C}" destId="{E2B23E90-108D-4F58-A6D6-AEF5804374C8}" srcOrd="1" destOrd="0" parTransId="{908C7B4C-B6A7-480D-8B1D-1005E6AC9A72}" sibTransId="{FAEF23B6-B2FF-479E-9424-DA8D15F5AD57}"/>
    <dgm:cxn modelId="{B0905800-69E3-44C8-80DD-065F91B897BF}" type="presOf" srcId="{E2B23E90-108D-4F58-A6D6-AEF5804374C8}" destId="{7AAC7FB3-C521-4E56-A59E-3A7B62B7F2C6}" srcOrd="0" destOrd="1" presId="urn:microsoft.com/office/officeart/2005/8/layout/vList2"/>
    <dgm:cxn modelId="{57532A80-302A-43F1-8BA7-0AAED84ADD40}" type="presOf" srcId="{CE873741-F8BD-4DB6-8E7F-E7F33700CF44}" destId="{7494A583-23D3-446C-97AB-8027EA310771}" srcOrd="0" destOrd="1" presId="urn:microsoft.com/office/officeart/2005/8/layout/vList2"/>
    <dgm:cxn modelId="{65546D9B-D976-4568-BF7C-C4031BEB33DE}" srcId="{45C81B28-D15D-46DB-B6DB-68795C997E70}" destId="{07B1A885-6AFF-4A6C-87A0-2D05443BEBA3}" srcOrd="0" destOrd="0" parTransId="{5C03BB5A-BFB2-46A0-866A-39C0E59C02CA}" sibTransId="{4BBF7FE2-7D9E-41E9-86AE-7524F395266D}"/>
    <dgm:cxn modelId="{7801720C-AE8C-4CE6-A536-64A764264BF4}" srcId="{28272BD1-3656-4E2E-8791-F0E2BAAD35AF}" destId="{CE873741-F8BD-4DB6-8E7F-E7F33700CF44}" srcOrd="1" destOrd="0" parTransId="{4AFF061C-A2F2-40B8-8FE6-0C97255642B6}" sibTransId="{7425A334-7CBB-4A00-BFF9-0C93F6528C17}"/>
    <dgm:cxn modelId="{482820D5-58CF-404D-986B-4D20195AEE59}" srcId="{28272BD1-3656-4E2E-8791-F0E2BAAD35AF}" destId="{744CB9C4-6F8C-4B27-BAF8-EF13564D7BA7}" srcOrd="2" destOrd="0" parTransId="{45D9009E-ACCA-493C-89C2-A702F7AB8ADC}" sibTransId="{C6C94200-0DAF-4D25-BB4C-BEF645C126E9}"/>
    <dgm:cxn modelId="{04A64464-FE22-41B5-BBEF-0A4AA8A4CD36}" type="presOf" srcId="{C4D20D51-2831-4E4A-8AF2-13C061D52B4C}" destId="{F4E4BB54-FAB1-442E-B475-EAE04AE37E8C}" srcOrd="0" destOrd="0" presId="urn:microsoft.com/office/officeart/2005/8/layout/vList2"/>
    <dgm:cxn modelId="{CF39C790-523D-45E7-86AA-BEBF17C52137}" type="presOf" srcId="{45C81B28-D15D-46DB-B6DB-68795C997E70}" destId="{6859D773-EBFB-4FD6-BD2A-07ECE040F370}" srcOrd="0" destOrd="0" presId="urn:microsoft.com/office/officeart/2005/8/layout/vList2"/>
    <dgm:cxn modelId="{EF6C7361-16BD-446E-99B5-28C03D424D5C}" type="presParOf" srcId="{6859D773-EBFB-4FD6-BD2A-07ECE040F370}" destId="{DC8F711E-8BF4-48A1-9B2F-459A3D94E4A6}" srcOrd="0" destOrd="0" presId="urn:microsoft.com/office/officeart/2005/8/layout/vList2"/>
    <dgm:cxn modelId="{9A0C806B-EF00-430C-A997-BF6CC9A55664}" type="presParOf" srcId="{6859D773-EBFB-4FD6-BD2A-07ECE040F370}" destId="{70B1F02F-4310-41AB-9776-6D5BD00BD106}" srcOrd="1" destOrd="0" presId="urn:microsoft.com/office/officeart/2005/8/layout/vList2"/>
    <dgm:cxn modelId="{B8E42D3F-0D6B-4394-80F1-8E3DB7753CBD}" type="presParOf" srcId="{6859D773-EBFB-4FD6-BD2A-07ECE040F370}" destId="{F4E4BB54-FAB1-442E-B475-EAE04AE37E8C}" srcOrd="2" destOrd="0" presId="urn:microsoft.com/office/officeart/2005/8/layout/vList2"/>
    <dgm:cxn modelId="{D264D80E-22CC-4BA5-858F-C949301E404E}" type="presParOf" srcId="{6859D773-EBFB-4FD6-BD2A-07ECE040F370}" destId="{7AAC7FB3-C521-4E56-A59E-3A7B62B7F2C6}" srcOrd="3" destOrd="0" presId="urn:microsoft.com/office/officeart/2005/8/layout/vList2"/>
    <dgm:cxn modelId="{2E8EDAC3-2098-4D81-8467-C42DFF7F72DC}" type="presParOf" srcId="{6859D773-EBFB-4FD6-BD2A-07ECE040F370}" destId="{AEE1C47E-E2C3-47F0-A64B-61C85DEDD1A7}" srcOrd="4" destOrd="0" presId="urn:microsoft.com/office/officeart/2005/8/layout/vList2"/>
    <dgm:cxn modelId="{31BFAE30-BA51-42A7-81F2-D69C8A77CFBD}" type="presParOf" srcId="{6859D773-EBFB-4FD6-BD2A-07ECE040F370}" destId="{7494A583-23D3-446C-97AB-8027EA310771}"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4EC2565D-FC7B-426F-9299-6DEDA92174C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FF9E8BD-96C0-41FB-8769-CD511A45105D}">
      <dgm:prSet/>
      <dgm:spPr/>
      <dgm:t>
        <a:bodyPr/>
        <a:lstStyle/>
        <a:p>
          <a:pPr algn="just" rtl="0"/>
          <a:r>
            <a:rPr lang="en-US" b="1" dirty="0" smtClean="0">
              <a:latin typeface="Times New Roman" pitchFamily="18" charset="0"/>
              <a:cs typeface="Times New Roman" pitchFamily="18" charset="0"/>
            </a:rPr>
            <a:t>Qualities of  church Administers…</a:t>
          </a:r>
          <a:endParaRPr lang="en-US" dirty="0">
            <a:latin typeface="Times New Roman" pitchFamily="18" charset="0"/>
            <a:cs typeface="Times New Roman" pitchFamily="18" charset="0"/>
          </a:endParaRPr>
        </a:p>
      </dgm:t>
    </dgm:pt>
    <dgm:pt modelId="{1F643877-D2A5-45CA-ACE7-D60D770AB73B}" type="parTrans" cxnId="{8E40A5CF-6C98-4C80-9DFD-67C018F618CD}">
      <dgm:prSet/>
      <dgm:spPr/>
      <dgm:t>
        <a:bodyPr/>
        <a:lstStyle/>
        <a:p>
          <a:endParaRPr lang="en-US"/>
        </a:p>
      </dgm:t>
    </dgm:pt>
    <dgm:pt modelId="{E0983217-E73F-4CD0-8B12-23609D67FFA8}" type="sibTrans" cxnId="{8E40A5CF-6C98-4C80-9DFD-67C018F618CD}">
      <dgm:prSet/>
      <dgm:spPr/>
      <dgm:t>
        <a:bodyPr/>
        <a:lstStyle/>
        <a:p>
          <a:endParaRPr lang="en-US"/>
        </a:p>
      </dgm:t>
    </dgm:pt>
    <dgm:pt modelId="{F4F79EAF-5498-4D3C-8F06-CB171EF38D75}">
      <dgm:prSet/>
      <dgm:spPr/>
      <dgm:t>
        <a:bodyPr/>
        <a:lstStyle/>
        <a:p>
          <a:pPr algn="just" rtl="0"/>
          <a:r>
            <a:rPr lang="en-US" b="1" dirty="0" smtClean="0">
              <a:latin typeface="Times New Roman" pitchFamily="18" charset="0"/>
              <a:cs typeface="Times New Roman" pitchFamily="18" charset="0"/>
            </a:rPr>
            <a:t>E. The one who Scarify his life to the flock </a:t>
          </a:r>
          <a:endParaRPr lang="en-US" dirty="0">
            <a:latin typeface="Times New Roman" pitchFamily="18" charset="0"/>
            <a:cs typeface="Times New Roman" pitchFamily="18" charset="0"/>
          </a:endParaRPr>
        </a:p>
      </dgm:t>
    </dgm:pt>
    <dgm:pt modelId="{B4033E95-A915-4119-BCFF-57697F15115E}" type="parTrans" cxnId="{14A98B6E-C2DB-4D3D-87B6-035A5C0846EA}">
      <dgm:prSet/>
      <dgm:spPr/>
      <dgm:t>
        <a:bodyPr/>
        <a:lstStyle/>
        <a:p>
          <a:endParaRPr lang="en-US"/>
        </a:p>
      </dgm:t>
    </dgm:pt>
    <dgm:pt modelId="{18012AC6-4AF3-4C38-AFC8-C8D24C1ADDEF}" type="sibTrans" cxnId="{14A98B6E-C2DB-4D3D-87B6-035A5C0846EA}">
      <dgm:prSet/>
      <dgm:spPr/>
      <dgm:t>
        <a:bodyPr/>
        <a:lstStyle/>
        <a:p>
          <a:endParaRPr lang="en-US"/>
        </a:p>
      </dgm:t>
    </dgm:pt>
    <dgm:pt modelId="{CB17BA94-EDE2-459A-9746-D6BE19A34570}">
      <dgm:prSet/>
      <dgm:spPr/>
      <dgm:t>
        <a:bodyPr/>
        <a:lstStyle/>
        <a:p>
          <a:pPr algn="just" rtl="0"/>
          <a:r>
            <a:rPr lang="en-US" dirty="0" smtClean="0">
              <a:latin typeface="Times New Roman" pitchFamily="18" charset="0"/>
              <a:cs typeface="Times New Roman" pitchFamily="18" charset="0"/>
            </a:rPr>
            <a:t>Five times Jesus speaks about laying down his life for the sheep (John 10:11, 15, 17-18). </a:t>
          </a:r>
          <a:endParaRPr lang="en-US" dirty="0">
            <a:latin typeface="Times New Roman" pitchFamily="18" charset="0"/>
            <a:cs typeface="Times New Roman" pitchFamily="18" charset="0"/>
          </a:endParaRPr>
        </a:p>
      </dgm:t>
    </dgm:pt>
    <dgm:pt modelId="{7CA3D9E4-BB93-4182-AC47-9EAEBC212D11}" type="parTrans" cxnId="{8E6580A3-89CC-4CD2-AF1E-264F6B44F6F3}">
      <dgm:prSet/>
      <dgm:spPr/>
      <dgm:t>
        <a:bodyPr/>
        <a:lstStyle/>
        <a:p>
          <a:endParaRPr lang="en-US"/>
        </a:p>
      </dgm:t>
    </dgm:pt>
    <dgm:pt modelId="{7067B50D-538B-4EF1-B243-066AB48888E4}" type="sibTrans" cxnId="{8E6580A3-89CC-4CD2-AF1E-264F6B44F6F3}">
      <dgm:prSet/>
      <dgm:spPr/>
      <dgm:t>
        <a:bodyPr/>
        <a:lstStyle/>
        <a:p>
          <a:endParaRPr lang="en-US"/>
        </a:p>
      </dgm:t>
    </dgm:pt>
    <dgm:pt modelId="{C6BCD417-D5FF-4167-867C-F3FD5A877537}">
      <dgm:prSet/>
      <dgm:spPr/>
      <dgm:t>
        <a:bodyPr/>
        <a:lstStyle/>
        <a:p>
          <a:pPr algn="just" rtl="0"/>
          <a:r>
            <a:rPr lang="en-US" dirty="0" smtClean="0">
              <a:latin typeface="Times New Roman" pitchFamily="18" charset="0"/>
              <a:cs typeface="Times New Roman" pitchFamily="18" charset="0"/>
            </a:rPr>
            <a:t>The good shepherd chooses personal sacrifice for the welfare of his sheep. </a:t>
          </a:r>
          <a:endParaRPr lang="en-US" dirty="0">
            <a:latin typeface="Times New Roman" pitchFamily="18" charset="0"/>
            <a:cs typeface="Times New Roman" pitchFamily="18" charset="0"/>
          </a:endParaRPr>
        </a:p>
      </dgm:t>
    </dgm:pt>
    <dgm:pt modelId="{43798AD7-53D4-4847-B745-B97426EC9360}" type="parTrans" cxnId="{40C615FA-8728-4689-B10C-C322980698A0}">
      <dgm:prSet/>
      <dgm:spPr/>
      <dgm:t>
        <a:bodyPr/>
        <a:lstStyle/>
        <a:p>
          <a:endParaRPr lang="en-US"/>
        </a:p>
      </dgm:t>
    </dgm:pt>
    <dgm:pt modelId="{2C765C8B-9012-4EFB-B3F2-985E184F6510}" type="sibTrans" cxnId="{40C615FA-8728-4689-B10C-C322980698A0}">
      <dgm:prSet/>
      <dgm:spPr/>
      <dgm:t>
        <a:bodyPr/>
        <a:lstStyle/>
        <a:p>
          <a:endParaRPr lang="en-US"/>
        </a:p>
      </dgm:t>
    </dgm:pt>
    <dgm:pt modelId="{457612C9-03FC-4B63-9BEA-F34AAC934973}">
      <dgm:prSet/>
      <dgm:spPr/>
      <dgm:t>
        <a:bodyPr/>
        <a:lstStyle/>
        <a:p>
          <a:pPr algn="just" rtl="0"/>
          <a:r>
            <a:rPr lang="en-US" dirty="0" smtClean="0">
              <a:latin typeface="Times New Roman" pitchFamily="18" charset="0"/>
              <a:cs typeface="Times New Roman" pitchFamily="18" charset="0"/>
            </a:rPr>
            <a:t>The same is true of shepherd-leaders. They willingly experience personal sacrifice for the benefit of those they lead. It’s not about the leader; it’s about those being led.</a:t>
          </a:r>
          <a:endParaRPr lang="en-US" dirty="0">
            <a:latin typeface="Times New Roman" pitchFamily="18" charset="0"/>
            <a:cs typeface="Times New Roman" pitchFamily="18" charset="0"/>
          </a:endParaRPr>
        </a:p>
      </dgm:t>
    </dgm:pt>
    <dgm:pt modelId="{142B7C23-C143-4A90-B78B-CACF3DEF546D}" type="parTrans" cxnId="{8F371F5F-6FF9-4116-9968-3489D8B5C74B}">
      <dgm:prSet/>
      <dgm:spPr/>
      <dgm:t>
        <a:bodyPr/>
        <a:lstStyle/>
        <a:p>
          <a:endParaRPr lang="en-US"/>
        </a:p>
      </dgm:t>
    </dgm:pt>
    <dgm:pt modelId="{CB91D826-773F-47E1-B9B8-34B2B584F2F9}" type="sibTrans" cxnId="{8F371F5F-6FF9-4116-9968-3489D8B5C74B}">
      <dgm:prSet/>
      <dgm:spPr/>
      <dgm:t>
        <a:bodyPr/>
        <a:lstStyle/>
        <a:p>
          <a:endParaRPr lang="en-US"/>
        </a:p>
      </dgm:t>
    </dgm:pt>
    <dgm:pt modelId="{DFA6222A-1475-4F37-89E2-98EFD3F4F8E3}">
      <dgm:prSet/>
      <dgm:spPr/>
      <dgm:t>
        <a:bodyPr/>
        <a:lstStyle/>
        <a:p>
          <a:pPr algn="just" rtl="0"/>
          <a:r>
            <a:rPr lang="en-US" b="1" dirty="0" smtClean="0">
              <a:latin typeface="Times New Roman" pitchFamily="18" charset="0"/>
              <a:cs typeface="Times New Roman" pitchFamily="18" charset="0"/>
            </a:rPr>
            <a:t>F. The one who Advanced his flock  </a:t>
          </a:r>
          <a:endParaRPr lang="en-US" dirty="0">
            <a:latin typeface="Times New Roman" pitchFamily="18" charset="0"/>
            <a:cs typeface="Times New Roman" pitchFamily="18" charset="0"/>
          </a:endParaRPr>
        </a:p>
      </dgm:t>
    </dgm:pt>
    <dgm:pt modelId="{1B71355D-38B2-431B-81F6-34805644CA67}" type="parTrans" cxnId="{F4FFFA8F-8462-40C2-9F8E-EB55B6184A3D}">
      <dgm:prSet/>
      <dgm:spPr/>
      <dgm:t>
        <a:bodyPr/>
        <a:lstStyle/>
        <a:p>
          <a:endParaRPr lang="en-US"/>
        </a:p>
      </dgm:t>
    </dgm:pt>
    <dgm:pt modelId="{6AF1DA53-8DE9-4423-A92A-98DD0000A6B6}" type="sibTrans" cxnId="{F4FFFA8F-8462-40C2-9F8E-EB55B6184A3D}">
      <dgm:prSet/>
      <dgm:spPr/>
      <dgm:t>
        <a:bodyPr/>
        <a:lstStyle/>
        <a:p>
          <a:endParaRPr lang="en-US"/>
        </a:p>
      </dgm:t>
    </dgm:pt>
    <dgm:pt modelId="{31792B7C-2A88-4378-B43C-528635A22D00}">
      <dgm:prSet/>
      <dgm:spPr/>
      <dgm:t>
        <a:bodyPr/>
        <a:lstStyle/>
        <a:p>
          <a:pPr algn="just" rtl="0"/>
          <a:r>
            <a:rPr lang="en-US" dirty="0" smtClean="0">
              <a:latin typeface="Times New Roman" pitchFamily="18" charset="0"/>
              <a:cs typeface="Times New Roman" pitchFamily="18" charset="0"/>
            </a:rPr>
            <a:t>The shepherd has a personal stake in the well-being of the sheep. </a:t>
          </a:r>
          <a:endParaRPr lang="en-US" dirty="0">
            <a:latin typeface="Times New Roman" pitchFamily="18" charset="0"/>
            <a:cs typeface="Times New Roman" pitchFamily="18" charset="0"/>
          </a:endParaRPr>
        </a:p>
      </dgm:t>
    </dgm:pt>
    <dgm:pt modelId="{261887B0-C3EC-47E5-A7B4-6DEFC9360AB9}" type="parTrans" cxnId="{5054767B-1D3B-4FF8-9ACC-F9C10E0C0326}">
      <dgm:prSet/>
      <dgm:spPr/>
      <dgm:t>
        <a:bodyPr/>
        <a:lstStyle/>
        <a:p>
          <a:endParaRPr lang="en-US"/>
        </a:p>
      </dgm:t>
    </dgm:pt>
    <dgm:pt modelId="{D4F020D1-D2C7-49A5-941B-C0580020839F}" type="sibTrans" cxnId="{5054767B-1D3B-4FF8-9ACC-F9C10E0C0326}">
      <dgm:prSet/>
      <dgm:spPr/>
      <dgm:t>
        <a:bodyPr/>
        <a:lstStyle/>
        <a:p>
          <a:endParaRPr lang="en-US"/>
        </a:p>
      </dgm:t>
    </dgm:pt>
    <dgm:pt modelId="{6FE9BE2B-C356-43AC-B577-56BB3FF541BB}">
      <dgm:prSet/>
      <dgm:spPr/>
      <dgm:t>
        <a:bodyPr/>
        <a:lstStyle/>
        <a:p>
          <a:pPr algn="just" rtl="0"/>
          <a:r>
            <a:rPr lang="en-US" dirty="0" smtClean="0">
              <a:latin typeface="Times New Roman" pitchFamily="18" charset="0"/>
              <a:cs typeface="Times New Roman" pitchFamily="18" charset="0"/>
            </a:rPr>
            <a:t>A hired hand will abandon them when the going gets tough or dangerous for him, it’s only a job. The shepherd is invested in the sheep and sticks with them through thick and thin (John 10:12).  </a:t>
          </a:r>
          <a:endParaRPr lang="en-US" dirty="0">
            <a:latin typeface="Times New Roman" pitchFamily="18" charset="0"/>
            <a:cs typeface="Times New Roman" pitchFamily="18" charset="0"/>
          </a:endParaRPr>
        </a:p>
      </dgm:t>
    </dgm:pt>
    <dgm:pt modelId="{30C6532E-8469-45CC-8E78-81DA891E9473}" type="parTrans" cxnId="{86B3EC36-3502-474E-BE8E-DE145D912C7B}">
      <dgm:prSet/>
      <dgm:spPr/>
      <dgm:t>
        <a:bodyPr/>
        <a:lstStyle/>
        <a:p>
          <a:endParaRPr lang="en-US"/>
        </a:p>
      </dgm:t>
    </dgm:pt>
    <dgm:pt modelId="{849D0A2F-CFF4-4C69-B2AF-FDFA82F85E1C}" type="sibTrans" cxnId="{86B3EC36-3502-474E-BE8E-DE145D912C7B}">
      <dgm:prSet/>
      <dgm:spPr/>
      <dgm:t>
        <a:bodyPr/>
        <a:lstStyle/>
        <a:p>
          <a:endParaRPr lang="en-US"/>
        </a:p>
      </dgm:t>
    </dgm:pt>
    <dgm:pt modelId="{7AD9ACEF-35C3-4647-B4CF-C29F9257C729}">
      <dgm:prSet/>
      <dgm:spPr/>
      <dgm:t>
        <a:bodyPr/>
        <a:lstStyle/>
        <a:p>
          <a:pPr algn="just" rtl="0"/>
          <a:r>
            <a:rPr lang="en-US" dirty="0" smtClean="0">
              <a:latin typeface="Times New Roman" pitchFamily="18" charset="0"/>
              <a:cs typeface="Times New Roman" pitchFamily="18" charset="0"/>
            </a:rPr>
            <a:t>They are personally invested in those they lead. </a:t>
          </a:r>
          <a:endParaRPr lang="en-US" dirty="0">
            <a:latin typeface="Times New Roman" pitchFamily="18" charset="0"/>
            <a:cs typeface="Times New Roman" pitchFamily="18" charset="0"/>
          </a:endParaRPr>
        </a:p>
      </dgm:t>
    </dgm:pt>
    <dgm:pt modelId="{ECDBB246-1CE1-486A-9751-D7AAAC181050}" type="parTrans" cxnId="{013B0548-4B3A-4793-A42C-B4EF087D37B0}">
      <dgm:prSet/>
      <dgm:spPr/>
      <dgm:t>
        <a:bodyPr/>
        <a:lstStyle/>
        <a:p>
          <a:endParaRPr lang="en-US"/>
        </a:p>
      </dgm:t>
    </dgm:pt>
    <dgm:pt modelId="{E6AEE83D-BAC9-4346-ABA7-C1196D3BD7BB}" type="sibTrans" cxnId="{013B0548-4B3A-4793-A42C-B4EF087D37B0}">
      <dgm:prSet/>
      <dgm:spPr/>
      <dgm:t>
        <a:bodyPr/>
        <a:lstStyle/>
        <a:p>
          <a:endParaRPr lang="en-US"/>
        </a:p>
      </dgm:t>
    </dgm:pt>
    <dgm:pt modelId="{195C2630-F417-4A1A-AB93-7F5A9456949C}" type="pres">
      <dgm:prSet presAssocID="{4EC2565D-FC7B-426F-9299-6DEDA92174C4}" presName="linear" presStyleCnt="0">
        <dgm:presLayoutVars>
          <dgm:animLvl val="lvl"/>
          <dgm:resizeHandles val="exact"/>
        </dgm:presLayoutVars>
      </dgm:prSet>
      <dgm:spPr/>
      <dgm:t>
        <a:bodyPr/>
        <a:lstStyle/>
        <a:p>
          <a:endParaRPr lang="en-US"/>
        </a:p>
      </dgm:t>
    </dgm:pt>
    <dgm:pt modelId="{35AAA1E3-EE1D-492F-84FD-C5132DB44490}" type="pres">
      <dgm:prSet presAssocID="{1FF9E8BD-96C0-41FB-8769-CD511A45105D}" presName="parentText" presStyleLbl="node1" presStyleIdx="0" presStyleCnt="3">
        <dgm:presLayoutVars>
          <dgm:chMax val="0"/>
          <dgm:bulletEnabled val="1"/>
        </dgm:presLayoutVars>
      </dgm:prSet>
      <dgm:spPr/>
      <dgm:t>
        <a:bodyPr/>
        <a:lstStyle/>
        <a:p>
          <a:endParaRPr lang="en-US"/>
        </a:p>
      </dgm:t>
    </dgm:pt>
    <dgm:pt modelId="{6607E2A7-FFCA-419C-B073-54A5089710E1}" type="pres">
      <dgm:prSet presAssocID="{E0983217-E73F-4CD0-8B12-23609D67FFA8}" presName="spacer" presStyleCnt="0"/>
      <dgm:spPr/>
    </dgm:pt>
    <dgm:pt modelId="{66796B8F-8012-434B-B23F-A4BD926EA53F}" type="pres">
      <dgm:prSet presAssocID="{F4F79EAF-5498-4D3C-8F06-CB171EF38D75}" presName="parentText" presStyleLbl="node1" presStyleIdx="1" presStyleCnt="3">
        <dgm:presLayoutVars>
          <dgm:chMax val="0"/>
          <dgm:bulletEnabled val="1"/>
        </dgm:presLayoutVars>
      </dgm:prSet>
      <dgm:spPr/>
      <dgm:t>
        <a:bodyPr/>
        <a:lstStyle/>
        <a:p>
          <a:endParaRPr lang="en-US"/>
        </a:p>
      </dgm:t>
    </dgm:pt>
    <dgm:pt modelId="{359B07CD-22E7-4D53-B96C-C629B4FDE2F0}" type="pres">
      <dgm:prSet presAssocID="{F4F79EAF-5498-4D3C-8F06-CB171EF38D75}" presName="childText" presStyleLbl="revTx" presStyleIdx="0" presStyleCnt="2">
        <dgm:presLayoutVars>
          <dgm:bulletEnabled val="1"/>
        </dgm:presLayoutVars>
      </dgm:prSet>
      <dgm:spPr/>
      <dgm:t>
        <a:bodyPr/>
        <a:lstStyle/>
        <a:p>
          <a:endParaRPr lang="en-US"/>
        </a:p>
      </dgm:t>
    </dgm:pt>
    <dgm:pt modelId="{543A459D-29F4-4E62-89A2-43DFEFE5AA7B}" type="pres">
      <dgm:prSet presAssocID="{DFA6222A-1475-4F37-89E2-98EFD3F4F8E3}" presName="parentText" presStyleLbl="node1" presStyleIdx="2" presStyleCnt="3">
        <dgm:presLayoutVars>
          <dgm:chMax val="0"/>
          <dgm:bulletEnabled val="1"/>
        </dgm:presLayoutVars>
      </dgm:prSet>
      <dgm:spPr/>
      <dgm:t>
        <a:bodyPr/>
        <a:lstStyle/>
        <a:p>
          <a:endParaRPr lang="en-US"/>
        </a:p>
      </dgm:t>
    </dgm:pt>
    <dgm:pt modelId="{FCB0A608-DA90-4BB8-BDEF-B239E0DBD24C}" type="pres">
      <dgm:prSet presAssocID="{DFA6222A-1475-4F37-89E2-98EFD3F4F8E3}" presName="childText" presStyleLbl="revTx" presStyleIdx="1" presStyleCnt="2">
        <dgm:presLayoutVars>
          <dgm:bulletEnabled val="1"/>
        </dgm:presLayoutVars>
      </dgm:prSet>
      <dgm:spPr/>
      <dgm:t>
        <a:bodyPr/>
        <a:lstStyle/>
        <a:p>
          <a:endParaRPr lang="en-US"/>
        </a:p>
      </dgm:t>
    </dgm:pt>
  </dgm:ptLst>
  <dgm:cxnLst>
    <dgm:cxn modelId="{E560D9D4-7119-424E-A3C3-6CC9D9EC6A8F}" type="presOf" srcId="{7AD9ACEF-35C3-4647-B4CF-C29F9257C729}" destId="{FCB0A608-DA90-4BB8-BDEF-B239E0DBD24C}" srcOrd="0" destOrd="2" presId="urn:microsoft.com/office/officeart/2005/8/layout/vList2"/>
    <dgm:cxn modelId="{88C8494C-AC01-476E-A2F8-DAEB141DC14B}" type="presOf" srcId="{F4F79EAF-5498-4D3C-8F06-CB171EF38D75}" destId="{66796B8F-8012-434B-B23F-A4BD926EA53F}" srcOrd="0" destOrd="0" presId="urn:microsoft.com/office/officeart/2005/8/layout/vList2"/>
    <dgm:cxn modelId="{7101A6A4-D3BD-4147-B2C4-5191AA4B1BAB}" type="presOf" srcId="{31792B7C-2A88-4378-B43C-528635A22D00}" destId="{FCB0A608-DA90-4BB8-BDEF-B239E0DBD24C}" srcOrd="0" destOrd="0" presId="urn:microsoft.com/office/officeart/2005/8/layout/vList2"/>
    <dgm:cxn modelId="{BDF1D37A-1F39-4E01-8062-215E0CE3FC2E}" type="presOf" srcId="{6FE9BE2B-C356-43AC-B577-56BB3FF541BB}" destId="{FCB0A608-DA90-4BB8-BDEF-B239E0DBD24C}" srcOrd="0" destOrd="1" presId="urn:microsoft.com/office/officeart/2005/8/layout/vList2"/>
    <dgm:cxn modelId="{B58A076D-86DB-45BA-AAA1-E67A9BE0E8C7}" type="presOf" srcId="{DFA6222A-1475-4F37-89E2-98EFD3F4F8E3}" destId="{543A459D-29F4-4E62-89A2-43DFEFE5AA7B}" srcOrd="0" destOrd="0" presId="urn:microsoft.com/office/officeart/2005/8/layout/vList2"/>
    <dgm:cxn modelId="{B4EB72AC-5EAA-4F17-85D9-4812A48BA7B3}" type="presOf" srcId="{CB17BA94-EDE2-459A-9746-D6BE19A34570}" destId="{359B07CD-22E7-4D53-B96C-C629B4FDE2F0}" srcOrd="0" destOrd="0" presId="urn:microsoft.com/office/officeart/2005/8/layout/vList2"/>
    <dgm:cxn modelId="{5054767B-1D3B-4FF8-9ACC-F9C10E0C0326}" srcId="{DFA6222A-1475-4F37-89E2-98EFD3F4F8E3}" destId="{31792B7C-2A88-4378-B43C-528635A22D00}" srcOrd="0" destOrd="0" parTransId="{261887B0-C3EC-47E5-A7B4-6DEFC9360AB9}" sibTransId="{D4F020D1-D2C7-49A5-941B-C0580020839F}"/>
    <dgm:cxn modelId="{86B3EC36-3502-474E-BE8E-DE145D912C7B}" srcId="{DFA6222A-1475-4F37-89E2-98EFD3F4F8E3}" destId="{6FE9BE2B-C356-43AC-B577-56BB3FF541BB}" srcOrd="1" destOrd="0" parTransId="{30C6532E-8469-45CC-8E78-81DA891E9473}" sibTransId="{849D0A2F-CFF4-4C69-B2AF-FDFA82F85E1C}"/>
    <dgm:cxn modelId="{C906C831-67DB-4839-90C4-6313CC6951EA}" type="presOf" srcId="{C6BCD417-D5FF-4167-867C-F3FD5A877537}" destId="{359B07CD-22E7-4D53-B96C-C629B4FDE2F0}" srcOrd="0" destOrd="1" presId="urn:microsoft.com/office/officeart/2005/8/layout/vList2"/>
    <dgm:cxn modelId="{BDCA1355-6C91-4995-8927-6707D4A5E90C}" type="presOf" srcId="{1FF9E8BD-96C0-41FB-8769-CD511A45105D}" destId="{35AAA1E3-EE1D-492F-84FD-C5132DB44490}" srcOrd="0" destOrd="0" presId="urn:microsoft.com/office/officeart/2005/8/layout/vList2"/>
    <dgm:cxn modelId="{40C615FA-8728-4689-B10C-C322980698A0}" srcId="{F4F79EAF-5498-4D3C-8F06-CB171EF38D75}" destId="{C6BCD417-D5FF-4167-867C-F3FD5A877537}" srcOrd="1" destOrd="0" parTransId="{43798AD7-53D4-4847-B745-B97426EC9360}" sibTransId="{2C765C8B-9012-4EFB-B3F2-985E184F6510}"/>
    <dgm:cxn modelId="{8E6580A3-89CC-4CD2-AF1E-264F6B44F6F3}" srcId="{F4F79EAF-5498-4D3C-8F06-CB171EF38D75}" destId="{CB17BA94-EDE2-459A-9746-D6BE19A34570}" srcOrd="0" destOrd="0" parTransId="{7CA3D9E4-BB93-4182-AC47-9EAEBC212D11}" sibTransId="{7067B50D-538B-4EF1-B243-066AB48888E4}"/>
    <dgm:cxn modelId="{8E40A5CF-6C98-4C80-9DFD-67C018F618CD}" srcId="{4EC2565D-FC7B-426F-9299-6DEDA92174C4}" destId="{1FF9E8BD-96C0-41FB-8769-CD511A45105D}" srcOrd="0" destOrd="0" parTransId="{1F643877-D2A5-45CA-ACE7-D60D770AB73B}" sibTransId="{E0983217-E73F-4CD0-8B12-23609D67FFA8}"/>
    <dgm:cxn modelId="{14A98B6E-C2DB-4D3D-87B6-035A5C0846EA}" srcId="{4EC2565D-FC7B-426F-9299-6DEDA92174C4}" destId="{F4F79EAF-5498-4D3C-8F06-CB171EF38D75}" srcOrd="1" destOrd="0" parTransId="{B4033E95-A915-4119-BCFF-57697F15115E}" sibTransId="{18012AC6-4AF3-4C38-AFC8-C8D24C1ADDEF}"/>
    <dgm:cxn modelId="{8F371F5F-6FF9-4116-9968-3489D8B5C74B}" srcId="{F4F79EAF-5498-4D3C-8F06-CB171EF38D75}" destId="{457612C9-03FC-4B63-9BEA-F34AAC934973}" srcOrd="2" destOrd="0" parTransId="{142B7C23-C143-4A90-B78B-CACF3DEF546D}" sibTransId="{CB91D826-773F-47E1-B9B8-34B2B584F2F9}"/>
    <dgm:cxn modelId="{F4FFFA8F-8462-40C2-9F8E-EB55B6184A3D}" srcId="{4EC2565D-FC7B-426F-9299-6DEDA92174C4}" destId="{DFA6222A-1475-4F37-89E2-98EFD3F4F8E3}" srcOrd="2" destOrd="0" parTransId="{1B71355D-38B2-431B-81F6-34805644CA67}" sibTransId="{6AF1DA53-8DE9-4423-A92A-98DD0000A6B6}"/>
    <dgm:cxn modelId="{1C56BA3C-91CA-415C-9C77-6B4027FF1691}" type="presOf" srcId="{457612C9-03FC-4B63-9BEA-F34AAC934973}" destId="{359B07CD-22E7-4D53-B96C-C629B4FDE2F0}" srcOrd="0" destOrd="2" presId="urn:microsoft.com/office/officeart/2005/8/layout/vList2"/>
    <dgm:cxn modelId="{9575B6B5-0A61-4E6D-BE6B-D13807E73249}" type="presOf" srcId="{4EC2565D-FC7B-426F-9299-6DEDA92174C4}" destId="{195C2630-F417-4A1A-AB93-7F5A9456949C}" srcOrd="0" destOrd="0" presId="urn:microsoft.com/office/officeart/2005/8/layout/vList2"/>
    <dgm:cxn modelId="{013B0548-4B3A-4793-A42C-B4EF087D37B0}" srcId="{DFA6222A-1475-4F37-89E2-98EFD3F4F8E3}" destId="{7AD9ACEF-35C3-4647-B4CF-C29F9257C729}" srcOrd="2" destOrd="0" parTransId="{ECDBB246-1CE1-486A-9751-D7AAAC181050}" sibTransId="{E6AEE83D-BAC9-4346-ABA7-C1196D3BD7BB}"/>
    <dgm:cxn modelId="{20787651-D891-460B-9624-DD87D997F9DB}" type="presParOf" srcId="{195C2630-F417-4A1A-AB93-7F5A9456949C}" destId="{35AAA1E3-EE1D-492F-84FD-C5132DB44490}" srcOrd="0" destOrd="0" presId="urn:microsoft.com/office/officeart/2005/8/layout/vList2"/>
    <dgm:cxn modelId="{97A580A2-0F72-47E1-B4C7-43855D3D6E4F}" type="presParOf" srcId="{195C2630-F417-4A1A-AB93-7F5A9456949C}" destId="{6607E2A7-FFCA-419C-B073-54A5089710E1}" srcOrd="1" destOrd="0" presId="urn:microsoft.com/office/officeart/2005/8/layout/vList2"/>
    <dgm:cxn modelId="{8502EECC-8A16-4823-83BA-CE36FFA9AC54}" type="presParOf" srcId="{195C2630-F417-4A1A-AB93-7F5A9456949C}" destId="{66796B8F-8012-434B-B23F-A4BD926EA53F}" srcOrd="2" destOrd="0" presId="urn:microsoft.com/office/officeart/2005/8/layout/vList2"/>
    <dgm:cxn modelId="{2D0B73C7-64D3-49A7-BBD2-E021719B7515}" type="presParOf" srcId="{195C2630-F417-4A1A-AB93-7F5A9456949C}" destId="{359B07CD-22E7-4D53-B96C-C629B4FDE2F0}" srcOrd="3" destOrd="0" presId="urn:microsoft.com/office/officeart/2005/8/layout/vList2"/>
    <dgm:cxn modelId="{C69F234E-0D6F-4EAB-9795-C3A696AFB90D}" type="presParOf" srcId="{195C2630-F417-4A1A-AB93-7F5A9456949C}" destId="{543A459D-29F4-4E62-89A2-43DFEFE5AA7B}" srcOrd="4" destOrd="0" presId="urn:microsoft.com/office/officeart/2005/8/layout/vList2"/>
    <dgm:cxn modelId="{B9CB8D47-C2B0-478E-B1D9-363E283D61F0}" type="presParOf" srcId="{195C2630-F417-4A1A-AB93-7F5A9456949C}" destId="{FCB0A608-DA90-4BB8-BDEF-B239E0DBD24C}"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D20F071F-34F4-450D-9C0D-DFD20DF1E70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5F5DC5F-BF8E-45A0-ADA4-36EDB0611D7F}">
      <dgm:prSet/>
      <dgm:spPr/>
      <dgm:t>
        <a:bodyPr/>
        <a:lstStyle/>
        <a:p>
          <a:pPr rtl="0"/>
          <a:r>
            <a:rPr lang="en-US" b="1" dirty="0" smtClean="0">
              <a:latin typeface="Times New Roman" pitchFamily="18" charset="0"/>
              <a:cs typeface="Times New Roman" pitchFamily="18" charset="0"/>
            </a:rPr>
            <a:t>Qualities of  church Administers…</a:t>
          </a:r>
          <a:endParaRPr lang="en-US" dirty="0">
            <a:latin typeface="Times New Roman" pitchFamily="18" charset="0"/>
            <a:cs typeface="Times New Roman" pitchFamily="18" charset="0"/>
          </a:endParaRPr>
        </a:p>
      </dgm:t>
    </dgm:pt>
    <dgm:pt modelId="{4AD41EC9-53FF-47A2-939E-504A44DC47C1}" type="parTrans" cxnId="{D9D62875-543E-441F-81E1-AE2657C04173}">
      <dgm:prSet/>
      <dgm:spPr/>
      <dgm:t>
        <a:bodyPr/>
        <a:lstStyle/>
        <a:p>
          <a:endParaRPr lang="en-US"/>
        </a:p>
      </dgm:t>
    </dgm:pt>
    <dgm:pt modelId="{09CFF0E5-D2EA-403F-A49E-A7B3081B41E6}" type="sibTrans" cxnId="{D9D62875-543E-441F-81E1-AE2657C04173}">
      <dgm:prSet/>
      <dgm:spPr/>
      <dgm:t>
        <a:bodyPr/>
        <a:lstStyle/>
        <a:p>
          <a:endParaRPr lang="en-US"/>
        </a:p>
      </dgm:t>
    </dgm:pt>
    <dgm:pt modelId="{1DECCB1E-6341-4D92-AE45-770CDC461B22}">
      <dgm:prSet custT="1"/>
      <dgm:spPr/>
      <dgm:t>
        <a:bodyPr/>
        <a:lstStyle/>
        <a:p>
          <a:pPr algn="just" rtl="0"/>
          <a:r>
            <a:rPr lang="en-US" sz="2400" b="1" dirty="0" smtClean="0">
              <a:latin typeface="Times New Roman" pitchFamily="18" charset="0"/>
              <a:cs typeface="Times New Roman" pitchFamily="18" charset="0"/>
            </a:rPr>
            <a:t>G. The One who have Social life with his Flock (Interpersonal)</a:t>
          </a:r>
          <a:endParaRPr lang="en-US" sz="2400" dirty="0">
            <a:latin typeface="Times New Roman" pitchFamily="18" charset="0"/>
            <a:cs typeface="Times New Roman" pitchFamily="18" charset="0"/>
          </a:endParaRPr>
        </a:p>
      </dgm:t>
    </dgm:pt>
    <dgm:pt modelId="{D5925A9F-1E56-4115-B77F-9BA5A0EAE106}" type="parTrans" cxnId="{16063A8C-A9BC-4CA3-91E6-73766F332E33}">
      <dgm:prSet/>
      <dgm:spPr/>
      <dgm:t>
        <a:bodyPr/>
        <a:lstStyle/>
        <a:p>
          <a:endParaRPr lang="en-US"/>
        </a:p>
      </dgm:t>
    </dgm:pt>
    <dgm:pt modelId="{DB809323-B667-487B-8208-C6421DA10F7D}" type="sibTrans" cxnId="{16063A8C-A9BC-4CA3-91E6-73766F332E33}">
      <dgm:prSet/>
      <dgm:spPr/>
      <dgm:t>
        <a:bodyPr/>
        <a:lstStyle/>
        <a:p>
          <a:endParaRPr lang="en-US"/>
        </a:p>
      </dgm:t>
    </dgm:pt>
    <dgm:pt modelId="{A05CD55B-9C07-4E72-BD4C-43230ABC4E0D}">
      <dgm:prSet/>
      <dgm:spPr/>
      <dgm:t>
        <a:bodyPr/>
        <a:lstStyle/>
        <a:p>
          <a:pPr algn="just" rtl="0"/>
          <a:r>
            <a:rPr lang="en-US" dirty="0" smtClean="0">
              <a:latin typeface="Times New Roman" pitchFamily="18" charset="0"/>
              <a:cs typeface="Times New Roman" pitchFamily="18" charset="0"/>
            </a:rPr>
            <a:t>I know my sheep and my sheep know me (John 10:14).  </a:t>
          </a:r>
          <a:endParaRPr lang="en-US" dirty="0">
            <a:latin typeface="Times New Roman" pitchFamily="18" charset="0"/>
            <a:cs typeface="Times New Roman" pitchFamily="18" charset="0"/>
          </a:endParaRPr>
        </a:p>
      </dgm:t>
    </dgm:pt>
    <dgm:pt modelId="{BBCF4992-A807-4653-8979-52E5A2A8E8AE}" type="parTrans" cxnId="{63087D11-4D8B-4203-AFC3-D6D6BDCA8900}">
      <dgm:prSet/>
      <dgm:spPr/>
      <dgm:t>
        <a:bodyPr/>
        <a:lstStyle/>
        <a:p>
          <a:endParaRPr lang="en-US"/>
        </a:p>
      </dgm:t>
    </dgm:pt>
    <dgm:pt modelId="{5CF359C2-2B95-4886-AB5B-6FA32B3DE303}" type="sibTrans" cxnId="{63087D11-4D8B-4203-AFC3-D6D6BDCA8900}">
      <dgm:prSet/>
      <dgm:spPr/>
      <dgm:t>
        <a:bodyPr/>
        <a:lstStyle/>
        <a:p>
          <a:endParaRPr lang="en-US"/>
        </a:p>
      </dgm:t>
    </dgm:pt>
    <dgm:pt modelId="{C51C9E66-5481-4AB2-8C02-416D7E3313B5}">
      <dgm:prSet/>
      <dgm:spPr/>
      <dgm:t>
        <a:bodyPr/>
        <a:lstStyle/>
        <a:p>
          <a:pPr algn="just" rtl="0"/>
          <a:r>
            <a:rPr lang="en-US" dirty="0" smtClean="0">
              <a:latin typeface="Times New Roman" pitchFamily="18" charset="0"/>
              <a:cs typeface="Times New Roman" pitchFamily="18" charset="0"/>
            </a:rPr>
            <a:t>The true leader takes the time and energy to build solid and genuine relationships with those he or she leads. </a:t>
          </a:r>
          <a:endParaRPr lang="en-US" dirty="0">
            <a:latin typeface="Times New Roman" pitchFamily="18" charset="0"/>
            <a:cs typeface="Times New Roman" pitchFamily="18" charset="0"/>
          </a:endParaRPr>
        </a:p>
      </dgm:t>
    </dgm:pt>
    <dgm:pt modelId="{36C56055-84FF-49A4-9BA9-CC1C1485CF91}" type="parTrans" cxnId="{ECBB1BE0-1E6A-4D7A-9443-71DBDE681454}">
      <dgm:prSet/>
      <dgm:spPr/>
      <dgm:t>
        <a:bodyPr/>
        <a:lstStyle/>
        <a:p>
          <a:endParaRPr lang="en-US"/>
        </a:p>
      </dgm:t>
    </dgm:pt>
    <dgm:pt modelId="{CAB2E93A-B2EE-437D-9411-CADE2EA48A99}" type="sibTrans" cxnId="{ECBB1BE0-1E6A-4D7A-9443-71DBDE681454}">
      <dgm:prSet/>
      <dgm:spPr/>
      <dgm:t>
        <a:bodyPr/>
        <a:lstStyle/>
        <a:p>
          <a:endParaRPr lang="en-US"/>
        </a:p>
      </dgm:t>
    </dgm:pt>
    <dgm:pt modelId="{8EE84DD7-9684-49CC-8CD9-3FD68B73D49B}">
      <dgm:prSet/>
      <dgm:spPr/>
      <dgm:t>
        <a:bodyPr/>
        <a:lstStyle/>
        <a:p>
          <a:pPr algn="just" rtl="0"/>
          <a:r>
            <a:rPr lang="en-US" dirty="0" smtClean="0">
              <a:latin typeface="Times New Roman" pitchFamily="18" charset="0"/>
              <a:cs typeface="Times New Roman" pitchFamily="18" charset="0"/>
            </a:rPr>
            <a:t>Those led are not viewed as mere employees, servants, or objects; each is known and treated as an “image of God.”</a:t>
          </a:r>
          <a:endParaRPr lang="en-US" dirty="0">
            <a:latin typeface="Times New Roman" pitchFamily="18" charset="0"/>
            <a:cs typeface="Times New Roman" pitchFamily="18" charset="0"/>
          </a:endParaRPr>
        </a:p>
      </dgm:t>
    </dgm:pt>
    <dgm:pt modelId="{081690D5-49A3-4ED1-953F-3D07674A770A}" type="parTrans" cxnId="{EF4BA40E-33C1-412B-B54B-B152D7398484}">
      <dgm:prSet/>
      <dgm:spPr/>
      <dgm:t>
        <a:bodyPr/>
        <a:lstStyle/>
        <a:p>
          <a:endParaRPr lang="en-US"/>
        </a:p>
      </dgm:t>
    </dgm:pt>
    <dgm:pt modelId="{EFE6C89C-3526-43EF-8C99-88362D391F1D}" type="sibTrans" cxnId="{EF4BA40E-33C1-412B-B54B-B152D7398484}">
      <dgm:prSet/>
      <dgm:spPr/>
      <dgm:t>
        <a:bodyPr/>
        <a:lstStyle/>
        <a:p>
          <a:endParaRPr lang="en-US"/>
        </a:p>
      </dgm:t>
    </dgm:pt>
    <dgm:pt modelId="{BAAFADB1-10E1-4B89-B7B9-785895C93203}">
      <dgm:prSet custT="1"/>
      <dgm:spPr/>
      <dgm:t>
        <a:bodyPr/>
        <a:lstStyle/>
        <a:p>
          <a:pPr algn="just" rtl="0"/>
          <a:r>
            <a:rPr lang="en-US" sz="2800" b="1" dirty="0" smtClean="0">
              <a:latin typeface="Times New Roman" pitchFamily="18" charset="0"/>
              <a:cs typeface="Times New Roman" pitchFamily="18" charset="0"/>
            </a:rPr>
            <a:t>H. The One who have Vision (being  Visionary) </a:t>
          </a:r>
          <a:endParaRPr lang="en-US" sz="2800" dirty="0">
            <a:latin typeface="Times New Roman" pitchFamily="18" charset="0"/>
            <a:cs typeface="Times New Roman" pitchFamily="18" charset="0"/>
          </a:endParaRPr>
        </a:p>
      </dgm:t>
    </dgm:pt>
    <dgm:pt modelId="{C8DC1EE6-1846-4B0C-A020-C0FB24803901}" type="parTrans" cxnId="{1919E87E-5C4D-4F51-8CB2-05BB3D3339A4}">
      <dgm:prSet/>
      <dgm:spPr/>
      <dgm:t>
        <a:bodyPr/>
        <a:lstStyle/>
        <a:p>
          <a:endParaRPr lang="en-US"/>
        </a:p>
      </dgm:t>
    </dgm:pt>
    <dgm:pt modelId="{D368F1A8-5ACE-4A39-9829-F6B2AA2768D9}" type="sibTrans" cxnId="{1919E87E-5C4D-4F51-8CB2-05BB3D3339A4}">
      <dgm:prSet/>
      <dgm:spPr/>
      <dgm:t>
        <a:bodyPr/>
        <a:lstStyle/>
        <a:p>
          <a:endParaRPr lang="en-US"/>
        </a:p>
      </dgm:t>
    </dgm:pt>
    <dgm:pt modelId="{1B082120-EFA3-4411-891C-017270BCF982}">
      <dgm:prSet/>
      <dgm:spPr/>
      <dgm:t>
        <a:bodyPr/>
        <a:lstStyle/>
        <a:p>
          <a:pPr algn="just" rtl="0"/>
          <a:r>
            <a:rPr lang="en-US" dirty="0" smtClean="0">
              <a:latin typeface="Times New Roman" pitchFamily="18" charset="0"/>
              <a:cs typeface="Times New Roman" pitchFamily="18" charset="0"/>
            </a:rPr>
            <a:t>Jesus had a vision of the future and lived for the fulfillment of that vision. </a:t>
          </a:r>
          <a:endParaRPr lang="en-US" dirty="0">
            <a:latin typeface="Times New Roman" pitchFamily="18" charset="0"/>
            <a:cs typeface="Times New Roman" pitchFamily="18" charset="0"/>
          </a:endParaRPr>
        </a:p>
      </dgm:t>
    </dgm:pt>
    <dgm:pt modelId="{C831F92E-A020-49BD-A1CB-78E382CD1B54}" type="parTrans" cxnId="{F5A7E99F-2BFB-4B36-A988-30FDD98A4ACA}">
      <dgm:prSet/>
      <dgm:spPr/>
      <dgm:t>
        <a:bodyPr/>
        <a:lstStyle/>
        <a:p>
          <a:endParaRPr lang="en-US"/>
        </a:p>
      </dgm:t>
    </dgm:pt>
    <dgm:pt modelId="{60659F52-B998-4603-9A52-69F1F8504FFD}" type="sibTrans" cxnId="{F5A7E99F-2BFB-4B36-A988-30FDD98A4ACA}">
      <dgm:prSet/>
      <dgm:spPr/>
      <dgm:t>
        <a:bodyPr/>
        <a:lstStyle/>
        <a:p>
          <a:endParaRPr lang="en-US"/>
        </a:p>
      </dgm:t>
    </dgm:pt>
    <dgm:pt modelId="{39CC886C-0B20-43D1-AB9B-9AA6786629C0}">
      <dgm:prSet/>
      <dgm:spPr/>
      <dgm:t>
        <a:bodyPr/>
        <a:lstStyle/>
        <a:p>
          <a:pPr algn="just" rtl="0"/>
          <a:r>
            <a:rPr lang="en-US" dirty="0" smtClean="0">
              <a:latin typeface="Times New Roman" pitchFamily="18" charset="0"/>
              <a:cs typeface="Times New Roman" pitchFamily="18" charset="0"/>
            </a:rPr>
            <a:t>In this case, it was increasing the size of his flock those who would become his genuine followers (John 10:16). </a:t>
          </a:r>
          <a:r>
            <a:rPr lang="en-US" dirty="0" smtClean="0"/>
            <a:t> </a:t>
          </a:r>
          <a:endParaRPr lang="en-US" dirty="0"/>
        </a:p>
      </dgm:t>
    </dgm:pt>
    <dgm:pt modelId="{65C665AC-CEC1-4C37-9B58-A3A2F4E3D3C2}" type="parTrans" cxnId="{1885FF5D-A424-4E40-B0EE-2BD6CEECE8C4}">
      <dgm:prSet/>
      <dgm:spPr/>
      <dgm:t>
        <a:bodyPr/>
        <a:lstStyle/>
        <a:p>
          <a:endParaRPr lang="en-US"/>
        </a:p>
      </dgm:t>
    </dgm:pt>
    <dgm:pt modelId="{17C9157D-35F4-4BFC-AF2C-97C30082E276}" type="sibTrans" cxnId="{1885FF5D-A424-4E40-B0EE-2BD6CEECE8C4}">
      <dgm:prSet/>
      <dgm:spPr/>
      <dgm:t>
        <a:bodyPr/>
        <a:lstStyle/>
        <a:p>
          <a:endParaRPr lang="en-US"/>
        </a:p>
      </dgm:t>
    </dgm:pt>
    <dgm:pt modelId="{5CEF84F9-A006-4D27-8B4B-65296B443CDD}" type="pres">
      <dgm:prSet presAssocID="{D20F071F-34F4-450D-9C0D-DFD20DF1E704}" presName="linear" presStyleCnt="0">
        <dgm:presLayoutVars>
          <dgm:animLvl val="lvl"/>
          <dgm:resizeHandles val="exact"/>
        </dgm:presLayoutVars>
      </dgm:prSet>
      <dgm:spPr/>
      <dgm:t>
        <a:bodyPr/>
        <a:lstStyle/>
        <a:p>
          <a:endParaRPr lang="en-US"/>
        </a:p>
      </dgm:t>
    </dgm:pt>
    <dgm:pt modelId="{38993C49-A396-4057-A575-C62228CC2662}" type="pres">
      <dgm:prSet presAssocID="{55F5DC5F-BF8E-45A0-ADA4-36EDB0611D7F}" presName="parentText" presStyleLbl="node1" presStyleIdx="0" presStyleCnt="3" custLinFactY="-28277" custLinFactNeighborY="-100000">
        <dgm:presLayoutVars>
          <dgm:chMax val="0"/>
          <dgm:bulletEnabled val="1"/>
        </dgm:presLayoutVars>
      </dgm:prSet>
      <dgm:spPr/>
      <dgm:t>
        <a:bodyPr/>
        <a:lstStyle/>
        <a:p>
          <a:endParaRPr lang="en-US"/>
        </a:p>
      </dgm:t>
    </dgm:pt>
    <dgm:pt modelId="{BE616D17-5961-4E33-A443-CC83FD10D419}" type="pres">
      <dgm:prSet presAssocID="{09CFF0E5-D2EA-403F-A49E-A7B3081B41E6}" presName="spacer" presStyleCnt="0"/>
      <dgm:spPr/>
    </dgm:pt>
    <dgm:pt modelId="{8078EC47-322C-4653-831D-26CFB782B864}" type="pres">
      <dgm:prSet presAssocID="{1DECCB1E-6341-4D92-AE45-770CDC461B22}" presName="parentText" presStyleLbl="node1" presStyleIdx="1" presStyleCnt="3" custLinFactNeighborY="-11436">
        <dgm:presLayoutVars>
          <dgm:chMax val="0"/>
          <dgm:bulletEnabled val="1"/>
        </dgm:presLayoutVars>
      </dgm:prSet>
      <dgm:spPr/>
      <dgm:t>
        <a:bodyPr/>
        <a:lstStyle/>
        <a:p>
          <a:endParaRPr lang="en-US"/>
        </a:p>
      </dgm:t>
    </dgm:pt>
    <dgm:pt modelId="{FC4980B3-45F6-4FE6-945E-6A75CB9CE89B}" type="pres">
      <dgm:prSet presAssocID="{1DECCB1E-6341-4D92-AE45-770CDC461B22}" presName="childText" presStyleLbl="revTx" presStyleIdx="0" presStyleCnt="2">
        <dgm:presLayoutVars>
          <dgm:bulletEnabled val="1"/>
        </dgm:presLayoutVars>
      </dgm:prSet>
      <dgm:spPr/>
      <dgm:t>
        <a:bodyPr/>
        <a:lstStyle/>
        <a:p>
          <a:endParaRPr lang="en-US"/>
        </a:p>
      </dgm:t>
    </dgm:pt>
    <dgm:pt modelId="{8A811CEE-5AE5-4DE4-8B92-3D75B3948578}" type="pres">
      <dgm:prSet presAssocID="{BAAFADB1-10E1-4B89-B7B9-785895C93203}" presName="parentText" presStyleLbl="node1" presStyleIdx="2" presStyleCnt="3">
        <dgm:presLayoutVars>
          <dgm:chMax val="0"/>
          <dgm:bulletEnabled val="1"/>
        </dgm:presLayoutVars>
      </dgm:prSet>
      <dgm:spPr/>
      <dgm:t>
        <a:bodyPr/>
        <a:lstStyle/>
        <a:p>
          <a:endParaRPr lang="en-US"/>
        </a:p>
      </dgm:t>
    </dgm:pt>
    <dgm:pt modelId="{4DE82299-CBD3-4DA1-96D6-F670070CA3C0}" type="pres">
      <dgm:prSet presAssocID="{BAAFADB1-10E1-4B89-B7B9-785895C93203}" presName="childText" presStyleLbl="revTx" presStyleIdx="1" presStyleCnt="2">
        <dgm:presLayoutVars>
          <dgm:bulletEnabled val="1"/>
        </dgm:presLayoutVars>
      </dgm:prSet>
      <dgm:spPr/>
      <dgm:t>
        <a:bodyPr/>
        <a:lstStyle/>
        <a:p>
          <a:endParaRPr lang="en-US"/>
        </a:p>
      </dgm:t>
    </dgm:pt>
  </dgm:ptLst>
  <dgm:cxnLst>
    <dgm:cxn modelId="{BD5BADA1-787A-474B-A93F-F614BFAB074B}" type="presOf" srcId="{55F5DC5F-BF8E-45A0-ADA4-36EDB0611D7F}" destId="{38993C49-A396-4057-A575-C62228CC2662}" srcOrd="0" destOrd="0" presId="urn:microsoft.com/office/officeart/2005/8/layout/vList2"/>
    <dgm:cxn modelId="{21F6DDF5-E61C-4A35-994C-966ED3F051C3}" type="presOf" srcId="{BAAFADB1-10E1-4B89-B7B9-785895C93203}" destId="{8A811CEE-5AE5-4DE4-8B92-3D75B3948578}" srcOrd="0" destOrd="0" presId="urn:microsoft.com/office/officeart/2005/8/layout/vList2"/>
    <dgm:cxn modelId="{ECBB1BE0-1E6A-4D7A-9443-71DBDE681454}" srcId="{1DECCB1E-6341-4D92-AE45-770CDC461B22}" destId="{C51C9E66-5481-4AB2-8C02-416D7E3313B5}" srcOrd="1" destOrd="0" parTransId="{36C56055-84FF-49A4-9BA9-CC1C1485CF91}" sibTransId="{CAB2E93A-B2EE-437D-9411-CADE2EA48A99}"/>
    <dgm:cxn modelId="{1919E87E-5C4D-4F51-8CB2-05BB3D3339A4}" srcId="{D20F071F-34F4-450D-9C0D-DFD20DF1E704}" destId="{BAAFADB1-10E1-4B89-B7B9-785895C93203}" srcOrd="2" destOrd="0" parTransId="{C8DC1EE6-1846-4B0C-A020-C0FB24803901}" sibTransId="{D368F1A8-5ACE-4A39-9829-F6B2AA2768D9}"/>
    <dgm:cxn modelId="{9683E364-B65F-4D48-9825-B3C8B1FEA0D8}" type="presOf" srcId="{8EE84DD7-9684-49CC-8CD9-3FD68B73D49B}" destId="{FC4980B3-45F6-4FE6-945E-6A75CB9CE89B}" srcOrd="0" destOrd="2" presId="urn:microsoft.com/office/officeart/2005/8/layout/vList2"/>
    <dgm:cxn modelId="{16063A8C-A9BC-4CA3-91E6-73766F332E33}" srcId="{D20F071F-34F4-450D-9C0D-DFD20DF1E704}" destId="{1DECCB1E-6341-4D92-AE45-770CDC461B22}" srcOrd="1" destOrd="0" parTransId="{D5925A9F-1E56-4115-B77F-9BA5A0EAE106}" sibTransId="{DB809323-B667-487B-8208-C6421DA10F7D}"/>
    <dgm:cxn modelId="{CB289950-E5D9-4233-A862-BE441106B2F2}" type="presOf" srcId="{C51C9E66-5481-4AB2-8C02-416D7E3313B5}" destId="{FC4980B3-45F6-4FE6-945E-6A75CB9CE89B}" srcOrd="0" destOrd="1" presId="urn:microsoft.com/office/officeart/2005/8/layout/vList2"/>
    <dgm:cxn modelId="{63087D11-4D8B-4203-AFC3-D6D6BDCA8900}" srcId="{1DECCB1E-6341-4D92-AE45-770CDC461B22}" destId="{A05CD55B-9C07-4E72-BD4C-43230ABC4E0D}" srcOrd="0" destOrd="0" parTransId="{BBCF4992-A807-4653-8979-52E5A2A8E8AE}" sibTransId="{5CF359C2-2B95-4886-AB5B-6FA32B3DE303}"/>
    <dgm:cxn modelId="{1885FF5D-A424-4E40-B0EE-2BD6CEECE8C4}" srcId="{BAAFADB1-10E1-4B89-B7B9-785895C93203}" destId="{39CC886C-0B20-43D1-AB9B-9AA6786629C0}" srcOrd="1" destOrd="0" parTransId="{65C665AC-CEC1-4C37-9B58-A3A2F4E3D3C2}" sibTransId="{17C9157D-35F4-4BFC-AF2C-97C30082E276}"/>
    <dgm:cxn modelId="{EF4BA40E-33C1-412B-B54B-B152D7398484}" srcId="{1DECCB1E-6341-4D92-AE45-770CDC461B22}" destId="{8EE84DD7-9684-49CC-8CD9-3FD68B73D49B}" srcOrd="2" destOrd="0" parTransId="{081690D5-49A3-4ED1-953F-3D07674A770A}" sibTransId="{EFE6C89C-3526-43EF-8C99-88362D391F1D}"/>
    <dgm:cxn modelId="{D9D62875-543E-441F-81E1-AE2657C04173}" srcId="{D20F071F-34F4-450D-9C0D-DFD20DF1E704}" destId="{55F5DC5F-BF8E-45A0-ADA4-36EDB0611D7F}" srcOrd="0" destOrd="0" parTransId="{4AD41EC9-53FF-47A2-939E-504A44DC47C1}" sibTransId="{09CFF0E5-D2EA-403F-A49E-A7B3081B41E6}"/>
    <dgm:cxn modelId="{F5A7E99F-2BFB-4B36-A988-30FDD98A4ACA}" srcId="{BAAFADB1-10E1-4B89-B7B9-785895C93203}" destId="{1B082120-EFA3-4411-891C-017270BCF982}" srcOrd="0" destOrd="0" parTransId="{C831F92E-A020-49BD-A1CB-78E382CD1B54}" sibTransId="{60659F52-B998-4603-9A52-69F1F8504FFD}"/>
    <dgm:cxn modelId="{260586F8-5B05-4017-908C-CF77881265CB}" type="presOf" srcId="{1B082120-EFA3-4411-891C-017270BCF982}" destId="{4DE82299-CBD3-4DA1-96D6-F670070CA3C0}" srcOrd="0" destOrd="0" presId="urn:microsoft.com/office/officeart/2005/8/layout/vList2"/>
    <dgm:cxn modelId="{4E561F8B-41FD-4CBD-9201-F8BCB2D6A12B}" type="presOf" srcId="{1DECCB1E-6341-4D92-AE45-770CDC461B22}" destId="{8078EC47-322C-4653-831D-26CFB782B864}" srcOrd="0" destOrd="0" presId="urn:microsoft.com/office/officeart/2005/8/layout/vList2"/>
    <dgm:cxn modelId="{70BE71AD-B4CE-40D7-AFD9-5DD0C725B22F}" type="presOf" srcId="{A05CD55B-9C07-4E72-BD4C-43230ABC4E0D}" destId="{FC4980B3-45F6-4FE6-945E-6A75CB9CE89B}" srcOrd="0" destOrd="0" presId="urn:microsoft.com/office/officeart/2005/8/layout/vList2"/>
    <dgm:cxn modelId="{16CF7A30-B785-49B4-BB55-25E527C9ECB2}" type="presOf" srcId="{39CC886C-0B20-43D1-AB9B-9AA6786629C0}" destId="{4DE82299-CBD3-4DA1-96D6-F670070CA3C0}" srcOrd="0" destOrd="1" presId="urn:microsoft.com/office/officeart/2005/8/layout/vList2"/>
    <dgm:cxn modelId="{07340768-34AD-4E88-9EA5-1431E269B6BC}" type="presOf" srcId="{D20F071F-34F4-450D-9C0D-DFD20DF1E704}" destId="{5CEF84F9-A006-4D27-8B4B-65296B443CDD}" srcOrd="0" destOrd="0" presId="urn:microsoft.com/office/officeart/2005/8/layout/vList2"/>
    <dgm:cxn modelId="{FD2D1482-5F56-4D5D-80E6-B8E3F0AF1B1C}" type="presParOf" srcId="{5CEF84F9-A006-4D27-8B4B-65296B443CDD}" destId="{38993C49-A396-4057-A575-C62228CC2662}" srcOrd="0" destOrd="0" presId="urn:microsoft.com/office/officeart/2005/8/layout/vList2"/>
    <dgm:cxn modelId="{086ED40B-B834-423B-8F22-A48B4253C8D0}" type="presParOf" srcId="{5CEF84F9-A006-4D27-8B4B-65296B443CDD}" destId="{BE616D17-5961-4E33-A443-CC83FD10D419}" srcOrd="1" destOrd="0" presId="urn:microsoft.com/office/officeart/2005/8/layout/vList2"/>
    <dgm:cxn modelId="{3EE33FE3-46F7-46B9-AA01-7326A64903FB}" type="presParOf" srcId="{5CEF84F9-A006-4D27-8B4B-65296B443CDD}" destId="{8078EC47-322C-4653-831D-26CFB782B864}" srcOrd="2" destOrd="0" presId="urn:microsoft.com/office/officeart/2005/8/layout/vList2"/>
    <dgm:cxn modelId="{EDCCECE1-C699-49AB-8310-AB6F616364EA}" type="presParOf" srcId="{5CEF84F9-A006-4D27-8B4B-65296B443CDD}" destId="{FC4980B3-45F6-4FE6-945E-6A75CB9CE89B}" srcOrd="3" destOrd="0" presId="urn:microsoft.com/office/officeart/2005/8/layout/vList2"/>
    <dgm:cxn modelId="{2C98715F-D793-431E-85C1-A25D94D8417B}" type="presParOf" srcId="{5CEF84F9-A006-4D27-8B4B-65296B443CDD}" destId="{8A811CEE-5AE5-4DE4-8B92-3D75B3948578}" srcOrd="4" destOrd="0" presId="urn:microsoft.com/office/officeart/2005/8/layout/vList2"/>
    <dgm:cxn modelId="{3A0E0E1E-91DD-4782-86EC-9B18B158F68F}" type="presParOf" srcId="{5CEF84F9-A006-4D27-8B4B-65296B443CDD}" destId="{4DE82299-CBD3-4DA1-96D6-F670070CA3C0}"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EA02E27B-73CB-4E06-8799-201F82F4E05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685C86C-4DBD-40C2-9022-EC19C292CEC3}">
      <dgm:prSet/>
      <dgm:spPr/>
      <dgm:t>
        <a:bodyPr/>
        <a:lstStyle/>
        <a:p>
          <a:pPr algn="just" rtl="0"/>
          <a:r>
            <a:rPr lang="en-US" b="1" dirty="0" smtClean="0">
              <a:latin typeface="Times New Roman" pitchFamily="18" charset="0"/>
              <a:cs typeface="Times New Roman" pitchFamily="18" charset="0"/>
            </a:rPr>
            <a:t>Chapter Three: Duties and Responsibility of Church Administers</a:t>
          </a:r>
          <a:endParaRPr lang="en-US" dirty="0">
            <a:latin typeface="Times New Roman" pitchFamily="18" charset="0"/>
            <a:cs typeface="Times New Roman" pitchFamily="18" charset="0"/>
          </a:endParaRPr>
        </a:p>
      </dgm:t>
    </dgm:pt>
    <dgm:pt modelId="{55DDFDD2-F63C-44BD-8AA7-F6367378FC6D}" type="parTrans" cxnId="{9EF488E3-0D5A-402C-8DF9-32909D5B3BAE}">
      <dgm:prSet/>
      <dgm:spPr/>
      <dgm:t>
        <a:bodyPr/>
        <a:lstStyle/>
        <a:p>
          <a:endParaRPr lang="en-US"/>
        </a:p>
      </dgm:t>
    </dgm:pt>
    <dgm:pt modelId="{F0503CAA-B578-4AD3-BA11-6912F705366E}" type="sibTrans" cxnId="{9EF488E3-0D5A-402C-8DF9-32909D5B3BAE}">
      <dgm:prSet/>
      <dgm:spPr/>
      <dgm:t>
        <a:bodyPr/>
        <a:lstStyle/>
        <a:p>
          <a:endParaRPr lang="en-US"/>
        </a:p>
      </dgm:t>
    </dgm:pt>
    <dgm:pt modelId="{51573BCD-400C-4A7C-BE05-2F5C682F4C6C}">
      <dgm:prSet/>
      <dgm:spPr/>
      <dgm:t>
        <a:bodyPr/>
        <a:lstStyle/>
        <a:p>
          <a:pPr rtl="0"/>
          <a:r>
            <a:rPr lang="en-US" b="1" dirty="0" smtClean="0">
              <a:latin typeface="Times New Roman" pitchFamily="18" charset="0"/>
              <a:cs typeface="Times New Roman" pitchFamily="18" charset="0"/>
            </a:rPr>
            <a:t>3.1. Administering Church Education</a:t>
          </a:r>
          <a:endParaRPr lang="en-US" dirty="0">
            <a:latin typeface="Times New Roman" pitchFamily="18" charset="0"/>
            <a:cs typeface="Times New Roman" pitchFamily="18" charset="0"/>
          </a:endParaRPr>
        </a:p>
      </dgm:t>
    </dgm:pt>
    <dgm:pt modelId="{0222960F-6DC2-4B90-BB7A-860D5FB3A30F}" type="parTrans" cxnId="{193006BB-B233-4C2D-B765-D8C31DD464E5}">
      <dgm:prSet/>
      <dgm:spPr/>
      <dgm:t>
        <a:bodyPr/>
        <a:lstStyle/>
        <a:p>
          <a:endParaRPr lang="en-US"/>
        </a:p>
      </dgm:t>
    </dgm:pt>
    <dgm:pt modelId="{1AE72606-753F-4A29-A76F-051E90017F02}" type="sibTrans" cxnId="{193006BB-B233-4C2D-B765-D8C31DD464E5}">
      <dgm:prSet/>
      <dgm:spPr/>
      <dgm:t>
        <a:bodyPr/>
        <a:lstStyle/>
        <a:p>
          <a:endParaRPr lang="en-US"/>
        </a:p>
      </dgm:t>
    </dgm:pt>
    <dgm:pt modelId="{28BECDA8-1A9E-44EE-B005-BF161CF181C6}">
      <dgm:prSet/>
      <dgm:spPr/>
      <dgm:t>
        <a:bodyPr/>
        <a:lstStyle/>
        <a:p>
          <a:pPr algn="just" rtl="0"/>
          <a:r>
            <a:rPr lang="en-GB" dirty="0" smtClean="0">
              <a:latin typeface="Times New Roman" pitchFamily="18" charset="0"/>
              <a:cs typeface="Times New Roman" pitchFamily="18" charset="0"/>
            </a:rPr>
            <a:t>The church should have a school to keep her teaching, unity and perform, the gifts with the help of the grace of God.</a:t>
          </a:r>
          <a:endParaRPr lang="en-US" dirty="0">
            <a:latin typeface="Times New Roman" pitchFamily="18" charset="0"/>
            <a:cs typeface="Times New Roman" pitchFamily="18" charset="0"/>
          </a:endParaRPr>
        </a:p>
      </dgm:t>
    </dgm:pt>
    <dgm:pt modelId="{25E22A1E-9D1A-4F91-8CFD-66251B86E9D8}" type="parTrans" cxnId="{1178484C-FDAD-4AC7-910C-BB4FC51A56E2}">
      <dgm:prSet/>
      <dgm:spPr/>
      <dgm:t>
        <a:bodyPr/>
        <a:lstStyle/>
        <a:p>
          <a:endParaRPr lang="en-US"/>
        </a:p>
      </dgm:t>
    </dgm:pt>
    <dgm:pt modelId="{3E228A9F-0C44-492D-9EDC-4B0DF366E97A}" type="sibTrans" cxnId="{1178484C-FDAD-4AC7-910C-BB4FC51A56E2}">
      <dgm:prSet/>
      <dgm:spPr/>
      <dgm:t>
        <a:bodyPr/>
        <a:lstStyle/>
        <a:p>
          <a:endParaRPr lang="en-US"/>
        </a:p>
      </dgm:t>
    </dgm:pt>
    <dgm:pt modelId="{F36D3163-C435-4374-8727-F71E8777224A}">
      <dgm:prSet/>
      <dgm:spPr/>
      <dgm:t>
        <a:bodyPr/>
        <a:lstStyle/>
        <a:p>
          <a:pPr algn="just" rtl="0"/>
          <a:r>
            <a:rPr lang="en-GB" dirty="0" smtClean="0">
              <a:latin typeface="Times New Roman" pitchFamily="18" charset="0"/>
              <a:cs typeface="Times New Roman" pitchFamily="18" charset="0"/>
            </a:rPr>
            <a:t>The unity of the church is  kept based on the unity of faith. </a:t>
          </a:r>
          <a:endParaRPr lang="en-US" dirty="0">
            <a:latin typeface="Times New Roman" pitchFamily="18" charset="0"/>
            <a:cs typeface="Times New Roman" pitchFamily="18" charset="0"/>
          </a:endParaRPr>
        </a:p>
      </dgm:t>
    </dgm:pt>
    <dgm:pt modelId="{48F9C215-0F2E-495C-AF92-D89069552B5E}" type="parTrans" cxnId="{2086C9D1-360A-45F3-A43D-21573BE36BD8}">
      <dgm:prSet/>
      <dgm:spPr/>
      <dgm:t>
        <a:bodyPr/>
        <a:lstStyle/>
        <a:p>
          <a:endParaRPr lang="en-US"/>
        </a:p>
      </dgm:t>
    </dgm:pt>
    <dgm:pt modelId="{5232E043-9E1D-4AD6-9FB9-FA8B61331046}" type="sibTrans" cxnId="{2086C9D1-360A-45F3-A43D-21573BE36BD8}">
      <dgm:prSet/>
      <dgm:spPr/>
      <dgm:t>
        <a:bodyPr/>
        <a:lstStyle/>
        <a:p>
          <a:endParaRPr lang="en-US"/>
        </a:p>
      </dgm:t>
    </dgm:pt>
    <dgm:pt modelId="{75125641-5977-4811-84CB-3169B31632B1}">
      <dgm:prSet/>
      <dgm:spPr/>
      <dgm:t>
        <a:bodyPr/>
        <a:lstStyle/>
        <a:p>
          <a:pPr algn="just" rtl="0"/>
          <a:r>
            <a:rPr lang="en-GB" dirty="0" smtClean="0">
              <a:latin typeface="Times New Roman" pitchFamily="18" charset="0"/>
              <a:cs typeface="Times New Roman" pitchFamily="18" charset="0"/>
            </a:rPr>
            <a:t>If there is no unity of faith, the revealed Christian teaching cannot be kept; the unity of the church will not exist. </a:t>
          </a:r>
          <a:endParaRPr lang="en-US" dirty="0">
            <a:latin typeface="Times New Roman" pitchFamily="18" charset="0"/>
            <a:cs typeface="Times New Roman" pitchFamily="18" charset="0"/>
          </a:endParaRPr>
        </a:p>
      </dgm:t>
    </dgm:pt>
    <dgm:pt modelId="{154322A1-553F-4F81-86E7-6369F93ED593}" type="parTrans" cxnId="{46CBF89B-493A-4B2B-AFD5-AAEB0B3F21C2}">
      <dgm:prSet/>
      <dgm:spPr/>
      <dgm:t>
        <a:bodyPr/>
        <a:lstStyle/>
        <a:p>
          <a:endParaRPr lang="en-US"/>
        </a:p>
      </dgm:t>
    </dgm:pt>
    <dgm:pt modelId="{0A9AB2E3-9812-4080-988E-D3C3FC30EC34}" type="sibTrans" cxnId="{46CBF89B-493A-4B2B-AFD5-AAEB0B3F21C2}">
      <dgm:prSet/>
      <dgm:spPr/>
      <dgm:t>
        <a:bodyPr/>
        <a:lstStyle/>
        <a:p>
          <a:endParaRPr lang="en-US"/>
        </a:p>
      </dgm:t>
    </dgm:pt>
    <dgm:pt modelId="{7DEB2DE6-695B-4DC9-B030-9A182D1F3EEA}">
      <dgm:prSet/>
      <dgm:spPr/>
      <dgm:t>
        <a:bodyPr/>
        <a:lstStyle/>
        <a:p>
          <a:pPr algn="just" rtl="0"/>
          <a:r>
            <a:rPr lang="en-GB" smtClean="0">
              <a:latin typeface="Times New Roman" pitchFamily="18" charset="0"/>
              <a:cs typeface="Times New Roman" pitchFamily="18" charset="0"/>
            </a:rPr>
            <a:t>The organ that can keep the unity of the church is the bishop. The bishop is expected to preach the gospel in order to make the persons inherit the kingdom of God. </a:t>
          </a:r>
          <a:endParaRPr lang="en-US">
            <a:latin typeface="Times New Roman" pitchFamily="18" charset="0"/>
            <a:cs typeface="Times New Roman" pitchFamily="18" charset="0"/>
          </a:endParaRPr>
        </a:p>
      </dgm:t>
    </dgm:pt>
    <dgm:pt modelId="{A0A73986-7515-40F7-B0B7-96F28E12D1AE}" type="parTrans" cxnId="{25285949-1A80-4D6D-8F9D-95DF77DFD584}">
      <dgm:prSet/>
      <dgm:spPr/>
      <dgm:t>
        <a:bodyPr/>
        <a:lstStyle/>
        <a:p>
          <a:endParaRPr lang="en-US"/>
        </a:p>
      </dgm:t>
    </dgm:pt>
    <dgm:pt modelId="{EBD7080F-FB55-4A41-8FDC-44F8AA38CF80}" type="sibTrans" cxnId="{25285949-1A80-4D6D-8F9D-95DF77DFD584}">
      <dgm:prSet/>
      <dgm:spPr/>
      <dgm:t>
        <a:bodyPr/>
        <a:lstStyle/>
        <a:p>
          <a:endParaRPr lang="en-US"/>
        </a:p>
      </dgm:t>
    </dgm:pt>
    <dgm:pt modelId="{CE8D02D9-2E3C-4CAC-BD86-CA4AFD041632}">
      <dgm:prSet/>
      <dgm:spPr/>
      <dgm:t>
        <a:bodyPr/>
        <a:lstStyle/>
        <a:p>
          <a:pPr algn="just" rtl="0"/>
          <a:r>
            <a:rPr lang="en-GB" dirty="0" smtClean="0">
              <a:latin typeface="Times New Roman" pitchFamily="18" charset="0"/>
              <a:cs typeface="Times New Roman" pitchFamily="18" charset="0"/>
            </a:rPr>
            <a:t>Due to  this every bishop is assigned to a place where he is in a position to keep the true teaching the Church. And also all bishops are regarded as representative of the apostles on the earth. </a:t>
          </a:r>
          <a:endParaRPr lang="en-US" dirty="0">
            <a:latin typeface="Times New Roman" pitchFamily="18" charset="0"/>
            <a:cs typeface="Times New Roman" pitchFamily="18" charset="0"/>
          </a:endParaRPr>
        </a:p>
      </dgm:t>
    </dgm:pt>
    <dgm:pt modelId="{5F298FDB-320E-43F7-B4D8-88F71363D0DE}" type="parTrans" cxnId="{36A0B7AD-A170-484E-82B2-1475E4F1077E}">
      <dgm:prSet/>
      <dgm:spPr/>
      <dgm:t>
        <a:bodyPr/>
        <a:lstStyle/>
        <a:p>
          <a:endParaRPr lang="en-US"/>
        </a:p>
      </dgm:t>
    </dgm:pt>
    <dgm:pt modelId="{A7BEC6B7-5D26-40BE-B33B-3ECAE1AEAE01}" type="sibTrans" cxnId="{36A0B7AD-A170-484E-82B2-1475E4F1077E}">
      <dgm:prSet/>
      <dgm:spPr/>
      <dgm:t>
        <a:bodyPr/>
        <a:lstStyle/>
        <a:p>
          <a:endParaRPr lang="en-US"/>
        </a:p>
      </dgm:t>
    </dgm:pt>
    <dgm:pt modelId="{68781896-69AE-41C1-AEBA-258299A0C2A4}">
      <dgm:prSet/>
      <dgm:spPr/>
      <dgm:t>
        <a:bodyPr/>
        <a:lstStyle/>
        <a:p>
          <a:pPr algn="just" rtl="0"/>
          <a:r>
            <a:rPr lang="en-GB" smtClean="0">
              <a:latin typeface="Times New Roman" pitchFamily="18" charset="0"/>
              <a:cs typeface="Times New Roman" pitchFamily="18" charset="0"/>
            </a:rPr>
            <a:t>All bishops have the same power and dignity. In case, any quarrel is created regarding the faith, which touches all or the unity of the church and threatened purity as well as the integrity of the truth discovered, must listen the voice of the whole bishops.</a:t>
          </a:r>
          <a:endParaRPr lang="en-US">
            <a:latin typeface="Times New Roman" pitchFamily="18" charset="0"/>
            <a:cs typeface="Times New Roman" pitchFamily="18" charset="0"/>
          </a:endParaRPr>
        </a:p>
      </dgm:t>
    </dgm:pt>
    <dgm:pt modelId="{B4F8AAEE-375C-4F5D-BC97-D4F82CEAE1DB}" type="parTrans" cxnId="{41168E64-1F71-4CDA-B32D-652CD1292B8F}">
      <dgm:prSet/>
      <dgm:spPr/>
      <dgm:t>
        <a:bodyPr/>
        <a:lstStyle/>
        <a:p>
          <a:endParaRPr lang="en-US"/>
        </a:p>
      </dgm:t>
    </dgm:pt>
    <dgm:pt modelId="{360633BE-8154-42F4-97FE-B7919268D88F}" type="sibTrans" cxnId="{41168E64-1F71-4CDA-B32D-652CD1292B8F}">
      <dgm:prSet/>
      <dgm:spPr/>
      <dgm:t>
        <a:bodyPr/>
        <a:lstStyle/>
        <a:p>
          <a:endParaRPr lang="en-US"/>
        </a:p>
      </dgm:t>
    </dgm:pt>
    <dgm:pt modelId="{2D919EF0-3A78-42A0-A465-C94A4A966206}">
      <dgm:prSet/>
      <dgm:spPr/>
      <dgm:t>
        <a:bodyPr/>
        <a:lstStyle/>
        <a:p>
          <a:pPr algn="just" rtl="0"/>
          <a:r>
            <a:rPr lang="en-GB" dirty="0" smtClean="0">
              <a:latin typeface="Times New Roman" pitchFamily="18" charset="0"/>
              <a:cs typeface="Times New Roman" pitchFamily="18" charset="0"/>
            </a:rPr>
            <a:t>In relation with the question of belief and the decision about what to be believed, the church does not create a new dogma but witness only the truth discovered as well as the unchangeable tradition.</a:t>
          </a:r>
          <a:endParaRPr lang="en-US" dirty="0">
            <a:latin typeface="Times New Roman" pitchFamily="18" charset="0"/>
            <a:cs typeface="Times New Roman" pitchFamily="18" charset="0"/>
          </a:endParaRPr>
        </a:p>
      </dgm:t>
    </dgm:pt>
    <dgm:pt modelId="{FA666C61-3818-4B95-A8FF-E3A84C0A8169}" type="parTrans" cxnId="{666C0BA6-A767-456C-B555-D3150A8A03DE}">
      <dgm:prSet/>
      <dgm:spPr/>
      <dgm:t>
        <a:bodyPr/>
        <a:lstStyle/>
        <a:p>
          <a:endParaRPr lang="en-US"/>
        </a:p>
      </dgm:t>
    </dgm:pt>
    <dgm:pt modelId="{470FD068-6F36-48A5-9721-8F029708F08E}" type="sibTrans" cxnId="{666C0BA6-A767-456C-B555-D3150A8A03DE}">
      <dgm:prSet/>
      <dgm:spPr/>
      <dgm:t>
        <a:bodyPr/>
        <a:lstStyle/>
        <a:p>
          <a:endParaRPr lang="en-US"/>
        </a:p>
      </dgm:t>
    </dgm:pt>
    <dgm:pt modelId="{BBAC8C12-AF84-4D7C-8FEE-3F528A033F81}">
      <dgm:prSet/>
      <dgm:spPr/>
      <dgm:t>
        <a:bodyPr/>
        <a:lstStyle/>
        <a:p>
          <a:pPr algn="just" rtl="0"/>
          <a:r>
            <a:rPr lang="en-GB" smtClean="0">
              <a:latin typeface="Times New Roman" pitchFamily="18" charset="0"/>
              <a:cs typeface="Times New Roman" pitchFamily="18" charset="0"/>
            </a:rPr>
            <a:t>The definitions of fixed dogmas by legal authorities are compulsory for all the members of the church unconditionally.</a:t>
          </a:r>
          <a:endParaRPr lang="en-US">
            <a:latin typeface="Times New Roman" pitchFamily="18" charset="0"/>
            <a:cs typeface="Times New Roman" pitchFamily="18" charset="0"/>
          </a:endParaRPr>
        </a:p>
      </dgm:t>
    </dgm:pt>
    <dgm:pt modelId="{31FABB75-D927-43DB-95AD-76F76EBE7F12}" type="parTrans" cxnId="{70CEC165-C18F-4EEB-A912-A8784CDDFA57}">
      <dgm:prSet/>
      <dgm:spPr/>
      <dgm:t>
        <a:bodyPr/>
        <a:lstStyle/>
        <a:p>
          <a:endParaRPr lang="en-US"/>
        </a:p>
      </dgm:t>
    </dgm:pt>
    <dgm:pt modelId="{84496F65-EC84-4B9C-A2C5-381364F59A2A}" type="sibTrans" cxnId="{70CEC165-C18F-4EEB-A912-A8784CDDFA57}">
      <dgm:prSet/>
      <dgm:spPr/>
      <dgm:t>
        <a:bodyPr/>
        <a:lstStyle/>
        <a:p>
          <a:endParaRPr lang="en-US"/>
        </a:p>
      </dgm:t>
    </dgm:pt>
    <dgm:pt modelId="{8D9EC947-4602-47DC-96C4-13BACCD8F8FF}">
      <dgm:prSet/>
      <dgm:spPr/>
      <dgm:t>
        <a:bodyPr/>
        <a:lstStyle/>
        <a:p>
          <a:pPr algn="just" rtl="0"/>
          <a:r>
            <a:rPr lang="en-GB" dirty="0" smtClean="0">
              <a:latin typeface="Times New Roman" pitchFamily="18" charset="0"/>
              <a:cs typeface="Times New Roman" pitchFamily="18" charset="0"/>
            </a:rPr>
            <a:t>Thus obligation power has the origin in the content of those definitions which do not include any innovation but only the explanation of the traditional belief. </a:t>
          </a:r>
          <a:endParaRPr lang="en-US" dirty="0">
            <a:latin typeface="Times New Roman" pitchFamily="18" charset="0"/>
            <a:cs typeface="Times New Roman" pitchFamily="18" charset="0"/>
          </a:endParaRPr>
        </a:p>
      </dgm:t>
    </dgm:pt>
    <dgm:pt modelId="{876BB791-FE17-438C-8FB0-A0D824CD44B7}" type="parTrans" cxnId="{6B2CF5FE-8D85-444F-846F-9CCAC6CE38D8}">
      <dgm:prSet/>
      <dgm:spPr/>
      <dgm:t>
        <a:bodyPr/>
        <a:lstStyle/>
        <a:p>
          <a:endParaRPr lang="en-US"/>
        </a:p>
      </dgm:t>
    </dgm:pt>
    <dgm:pt modelId="{B8CB4AA7-917E-4DD8-AEAC-AD4002F2F4B7}" type="sibTrans" cxnId="{6B2CF5FE-8D85-444F-846F-9CCAC6CE38D8}">
      <dgm:prSet/>
      <dgm:spPr/>
      <dgm:t>
        <a:bodyPr/>
        <a:lstStyle/>
        <a:p>
          <a:endParaRPr lang="en-US"/>
        </a:p>
      </dgm:t>
    </dgm:pt>
    <dgm:pt modelId="{FBD5436E-66C9-45A7-A748-DBA4BB0254E1}" type="pres">
      <dgm:prSet presAssocID="{EA02E27B-73CB-4E06-8799-201F82F4E051}" presName="linear" presStyleCnt="0">
        <dgm:presLayoutVars>
          <dgm:animLvl val="lvl"/>
          <dgm:resizeHandles val="exact"/>
        </dgm:presLayoutVars>
      </dgm:prSet>
      <dgm:spPr/>
      <dgm:t>
        <a:bodyPr/>
        <a:lstStyle/>
        <a:p>
          <a:endParaRPr lang="en-US"/>
        </a:p>
      </dgm:t>
    </dgm:pt>
    <dgm:pt modelId="{587B0EA5-44F9-4667-B48C-0F8E60AB3381}" type="pres">
      <dgm:prSet presAssocID="{C685C86C-4DBD-40C2-9022-EC19C292CEC3}" presName="parentText" presStyleLbl="node1" presStyleIdx="0" presStyleCnt="2" custLinFactY="-3807" custLinFactNeighborY="-100000">
        <dgm:presLayoutVars>
          <dgm:chMax val="0"/>
          <dgm:bulletEnabled val="1"/>
        </dgm:presLayoutVars>
      </dgm:prSet>
      <dgm:spPr/>
      <dgm:t>
        <a:bodyPr/>
        <a:lstStyle/>
        <a:p>
          <a:endParaRPr lang="en-US"/>
        </a:p>
      </dgm:t>
    </dgm:pt>
    <dgm:pt modelId="{2B8B4D1C-6E1F-424F-884D-05A078E7BAD0}" type="pres">
      <dgm:prSet presAssocID="{F0503CAA-B578-4AD3-BA11-6912F705366E}" presName="spacer" presStyleCnt="0"/>
      <dgm:spPr/>
    </dgm:pt>
    <dgm:pt modelId="{53B6514B-6E93-4460-BE96-FC62B3CF750D}" type="pres">
      <dgm:prSet presAssocID="{51573BCD-400C-4A7C-BE05-2F5C682F4C6C}" presName="parentText" presStyleLbl="node1" presStyleIdx="1" presStyleCnt="2" custLinFactNeighborY="-1558">
        <dgm:presLayoutVars>
          <dgm:chMax val="0"/>
          <dgm:bulletEnabled val="1"/>
        </dgm:presLayoutVars>
      </dgm:prSet>
      <dgm:spPr/>
      <dgm:t>
        <a:bodyPr/>
        <a:lstStyle/>
        <a:p>
          <a:endParaRPr lang="en-US"/>
        </a:p>
      </dgm:t>
    </dgm:pt>
    <dgm:pt modelId="{73110461-A05F-4FE9-A02F-DC62B303074B}" type="pres">
      <dgm:prSet presAssocID="{51573BCD-400C-4A7C-BE05-2F5C682F4C6C}" presName="childText" presStyleLbl="revTx" presStyleIdx="0" presStyleCnt="1">
        <dgm:presLayoutVars>
          <dgm:bulletEnabled val="1"/>
        </dgm:presLayoutVars>
      </dgm:prSet>
      <dgm:spPr/>
      <dgm:t>
        <a:bodyPr/>
        <a:lstStyle/>
        <a:p>
          <a:endParaRPr lang="en-US"/>
        </a:p>
      </dgm:t>
    </dgm:pt>
  </dgm:ptLst>
  <dgm:cxnLst>
    <dgm:cxn modelId="{2086C9D1-360A-45F3-A43D-21573BE36BD8}" srcId="{51573BCD-400C-4A7C-BE05-2F5C682F4C6C}" destId="{F36D3163-C435-4374-8727-F71E8777224A}" srcOrd="1" destOrd="0" parTransId="{48F9C215-0F2E-495C-AF92-D89069552B5E}" sibTransId="{5232E043-9E1D-4AD6-9FB9-FA8B61331046}"/>
    <dgm:cxn modelId="{969DB7FB-9774-4A4B-85C0-FCEEDEE5F539}" type="presOf" srcId="{8D9EC947-4602-47DC-96C4-13BACCD8F8FF}" destId="{73110461-A05F-4FE9-A02F-DC62B303074B}" srcOrd="0" destOrd="8" presId="urn:microsoft.com/office/officeart/2005/8/layout/vList2"/>
    <dgm:cxn modelId="{F46CD20B-8D3C-46AC-8A40-68E61681B327}" type="presOf" srcId="{7DEB2DE6-695B-4DC9-B030-9A182D1F3EEA}" destId="{73110461-A05F-4FE9-A02F-DC62B303074B}" srcOrd="0" destOrd="3" presId="urn:microsoft.com/office/officeart/2005/8/layout/vList2"/>
    <dgm:cxn modelId="{95C28E14-B2C3-47A9-9B41-E7185EB9C121}" type="presOf" srcId="{EA02E27B-73CB-4E06-8799-201F82F4E051}" destId="{FBD5436E-66C9-45A7-A748-DBA4BB0254E1}" srcOrd="0" destOrd="0" presId="urn:microsoft.com/office/officeart/2005/8/layout/vList2"/>
    <dgm:cxn modelId="{B351E8F7-6CD0-4A4F-B91F-BD58B767669B}" type="presOf" srcId="{51573BCD-400C-4A7C-BE05-2F5C682F4C6C}" destId="{53B6514B-6E93-4460-BE96-FC62B3CF750D}" srcOrd="0" destOrd="0" presId="urn:microsoft.com/office/officeart/2005/8/layout/vList2"/>
    <dgm:cxn modelId="{FDF34802-291C-4DEC-9680-75FBE83615E3}" type="presOf" srcId="{F36D3163-C435-4374-8727-F71E8777224A}" destId="{73110461-A05F-4FE9-A02F-DC62B303074B}" srcOrd="0" destOrd="1" presId="urn:microsoft.com/office/officeart/2005/8/layout/vList2"/>
    <dgm:cxn modelId="{9EF488E3-0D5A-402C-8DF9-32909D5B3BAE}" srcId="{EA02E27B-73CB-4E06-8799-201F82F4E051}" destId="{C685C86C-4DBD-40C2-9022-EC19C292CEC3}" srcOrd="0" destOrd="0" parTransId="{55DDFDD2-F63C-44BD-8AA7-F6367378FC6D}" sibTransId="{F0503CAA-B578-4AD3-BA11-6912F705366E}"/>
    <dgm:cxn modelId="{87184897-0A5E-47E8-9AA2-E068970C8F53}" type="presOf" srcId="{68781896-69AE-41C1-AEBA-258299A0C2A4}" destId="{73110461-A05F-4FE9-A02F-DC62B303074B}" srcOrd="0" destOrd="5" presId="urn:microsoft.com/office/officeart/2005/8/layout/vList2"/>
    <dgm:cxn modelId="{36A0B7AD-A170-484E-82B2-1475E4F1077E}" srcId="{51573BCD-400C-4A7C-BE05-2F5C682F4C6C}" destId="{CE8D02D9-2E3C-4CAC-BD86-CA4AFD041632}" srcOrd="4" destOrd="0" parTransId="{5F298FDB-320E-43F7-B4D8-88F71363D0DE}" sibTransId="{A7BEC6B7-5D26-40BE-B33B-3ECAE1AEAE01}"/>
    <dgm:cxn modelId="{6D52F4E7-25D4-42D8-A3F2-733F52F5C657}" type="presOf" srcId="{C685C86C-4DBD-40C2-9022-EC19C292CEC3}" destId="{587B0EA5-44F9-4667-B48C-0F8E60AB3381}" srcOrd="0" destOrd="0" presId="urn:microsoft.com/office/officeart/2005/8/layout/vList2"/>
    <dgm:cxn modelId="{25285949-1A80-4D6D-8F9D-95DF77DFD584}" srcId="{51573BCD-400C-4A7C-BE05-2F5C682F4C6C}" destId="{7DEB2DE6-695B-4DC9-B030-9A182D1F3EEA}" srcOrd="3" destOrd="0" parTransId="{A0A73986-7515-40F7-B0B7-96F28E12D1AE}" sibTransId="{EBD7080F-FB55-4A41-8FDC-44F8AA38CF80}"/>
    <dgm:cxn modelId="{666C0BA6-A767-456C-B555-D3150A8A03DE}" srcId="{51573BCD-400C-4A7C-BE05-2F5C682F4C6C}" destId="{2D919EF0-3A78-42A0-A465-C94A4A966206}" srcOrd="6" destOrd="0" parTransId="{FA666C61-3818-4B95-A8FF-E3A84C0A8169}" sibTransId="{470FD068-6F36-48A5-9721-8F029708F08E}"/>
    <dgm:cxn modelId="{1178484C-FDAD-4AC7-910C-BB4FC51A56E2}" srcId="{51573BCD-400C-4A7C-BE05-2F5C682F4C6C}" destId="{28BECDA8-1A9E-44EE-B005-BF161CF181C6}" srcOrd="0" destOrd="0" parTransId="{25E22A1E-9D1A-4F91-8CFD-66251B86E9D8}" sibTransId="{3E228A9F-0C44-492D-9EDC-4B0DF366E97A}"/>
    <dgm:cxn modelId="{33FB2843-43E4-4D75-A3BD-3CEF13870DF2}" type="presOf" srcId="{2D919EF0-3A78-42A0-A465-C94A4A966206}" destId="{73110461-A05F-4FE9-A02F-DC62B303074B}" srcOrd="0" destOrd="6" presId="urn:microsoft.com/office/officeart/2005/8/layout/vList2"/>
    <dgm:cxn modelId="{53579B87-45E3-42BF-8C88-34F923ADBCF0}" type="presOf" srcId="{CE8D02D9-2E3C-4CAC-BD86-CA4AFD041632}" destId="{73110461-A05F-4FE9-A02F-DC62B303074B}" srcOrd="0" destOrd="4" presId="urn:microsoft.com/office/officeart/2005/8/layout/vList2"/>
    <dgm:cxn modelId="{C3033D3E-5790-436F-BB80-B64297802B14}" type="presOf" srcId="{28BECDA8-1A9E-44EE-B005-BF161CF181C6}" destId="{73110461-A05F-4FE9-A02F-DC62B303074B}" srcOrd="0" destOrd="0" presId="urn:microsoft.com/office/officeart/2005/8/layout/vList2"/>
    <dgm:cxn modelId="{41168E64-1F71-4CDA-B32D-652CD1292B8F}" srcId="{51573BCD-400C-4A7C-BE05-2F5C682F4C6C}" destId="{68781896-69AE-41C1-AEBA-258299A0C2A4}" srcOrd="5" destOrd="0" parTransId="{B4F8AAEE-375C-4F5D-BC97-D4F82CEAE1DB}" sibTransId="{360633BE-8154-42F4-97FE-B7919268D88F}"/>
    <dgm:cxn modelId="{70CEC165-C18F-4EEB-A912-A8784CDDFA57}" srcId="{51573BCD-400C-4A7C-BE05-2F5C682F4C6C}" destId="{BBAC8C12-AF84-4D7C-8FEE-3F528A033F81}" srcOrd="7" destOrd="0" parTransId="{31FABB75-D927-43DB-95AD-76F76EBE7F12}" sibTransId="{84496F65-EC84-4B9C-A2C5-381364F59A2A}"/>
    <dgm:cxn modelId="{6B2CF5FE-8D85-444F-846F-9CCAC6CE38D8}" srcId="{51573BCD-400C-4A7C-BE05-2F5C682F4C6C}" destId="{8D9EC947-4602-47DC-96C4-13BACCD8F8FF}" srcOrd="8" destOrd="0" parTransId="{876BB791-FE17-438C-8FB0-A0D824CD44B7}" sibTransId="{B8CB4AA7-917E-4DD8-AEAC-AD4002F2F4B7}"/>
    <dgm:cxn modelId="{8A93F80D-934C-4C86-B059-F052EE4CCCCD}" type="presOf" srcId="{BBAC8C12-AF84-4D7C-8FEE-3F528A033F81}" destId="{73110461-A05F-4FE9-A02F-DC62B303074B}" srcOrd="0" destOrd="7" presId="urn:microsoft.com/office/officeart/2005/8/layout/vList2"/>
    <dgm:cxn modelId="{193006BB-B233-4C2D-B765-D8C31DD464E5}" srcId="{EA02E27B-73CB-4E06-8799-201F82F4E051}" destId="{51573BCD-400C-4A7C-BE05-2F5C682F4C6C}" srcOrd="1" destOrd="0" parTransId="{0222960F-6DC2-4B90-BB7A-860D5FB3A30F}" sibTransId="{1AE72606-753F-4A29-A76F-051E90017F02}"/>
    <dgm:cxn modelId="{46CBF89B-493A-4B2B-AFD5-AAEB0B3F21C2}" srcId="{51573BCD-400C-4A7C-BE05-2F5C682F4C6C}" destId="{75125641-5977-4811-84CB-3169B31632B1}" srcOrd="2" destOrd="0" parTransId="{154322A1-553F-4F81-86E7-6369F93ED593}" sibTransId="{0A9AB2E3-9812-4080-988E-D3C3FC30EC34}"/>
    <dgm:cxn modelId="{69C338AA-4CF9-43E3-A666-8A043CB6BD89}" type="presOf" srcId="{75125641-5977-4811-84CB-3169B31632B1}" destId="{73110461-A05F-4FE9-A02F-DC62B303074B}" srcOrd="0" destOrd="2" presId="urn:microsoft.com/office/officeart/2005/8/layout/vList2"/>
    <dgm:cxn modelId="{12555BCF-0ECB-4077-A3BF-E75F5264D2E0}" type="presParOf" srcId="{FBD5436E-66C9-45A7-A748-DBA4BB0254E1}" destId="{587B0EA5-44F9-4667-B48C-0F8E60AB3381}" srcOrd="0" destOrd="0" presId="urn:microsoft.com/office/officeart/2005/8/layout/vList2"/>
    <dgm:cxn modelId="{6043A2B7-636C-48B0-B6C3-06760D522439}" type="presParOf" srcId="{FBD5436E-66C9-45A7-A748-DBA4BB0254E1}" destId="{2B8B4D1C-6E1F-424F-884D-05A078E7BAD0}" srcOrd="1" destOrd="0" presId="urn:microsoft.com/office/officeart/2005/8/layout/vList2"/>
    <dgm:cxn modelId="{8EEC3F5B-AD98-416F-A0F1-8B7BC4886860}" type="presParOf" srcId="{FBD5436E-66C9-45A7-A748-DBA4BB0254E1}" destId="{53B6514B-6E93-4460-BE96-FC62B3CF750D}" srcOrd="2" destOrd="0" presId="urn:microsoft.com/office/officeart/2005/8/layout/vList2"/>
    <dgm:cxn modelId="{6E0619A4-59E6-40B6-9644-2394A415F292}" type="presParOf" srcId="{FBD5436E-66C9-45A7-A748-DBA4BB0254E1}" destId="{73110461-A05F-4FE9-A02F-DC62B303074B}"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CC820788-5006-42AA-BD81-5BB5F1AC64D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5F0C06D-392D-467C-802F-DFE0377B1233}">
      <dgm:prSet custT="1"/>
      <dgm:spPr/>
      <dgm:t>
        <a:bodyPr/>
        <a:lstStyle/>
        <a:p>
          <a:pPr rtl="0"/>
          <a:r>
            <a:rPr lang="en-US" sz="2800" b="1" dirty="0" smtClean="0">
              <a:latin typeface="Times New Roman" pitchFamily="18" charset="0"/>
              <a:cs typeface="Times New Roman" pitchFamily="18" charset="0"/>
            </a:rPr>
            <a:t>Purposes of  Church Education:</a:t>
          </a:r>
          <a:endParaRPr lang="en-US" sz="2800" dirty="0">
            <a:latin typeface="Times New Roman" pitchFamily="18" charset="0"/>
            <a:cs typeface="Times New Roman" pitchFamily="18" charset="0"/>
          </a:endParaRPr>
        </a:p>
      </dgm:t>
    </dgm:pt>
    <dgm:pt modelId="{5FAE2DCD-7957-4F09-B7A1-382C54278F43}" type="parTrans" cxnId="{EA9F177C-DA30-40B4-9262-053E1233E6DA}">
      <dgm:prSet/>
      <dgm:spPr/>
      <dgm:t>
        <a:bodyPr/>
        <a:lstStyle/>
        <a:p>
          <a:endParaRPr lang="en-US"/>
        </a:p>
      </dgm:t>
    </dgm:pt>
    <dgm:pt modelId="{A64D7EE1-6BAB-45F2-BBC0-7E5B9EDC49F1}" type="sibTrans" cxnId="{EA9F177C-DA30-40B4-9262-053E1233E6DA}">
      <dgm:prSet/>
      <dgm:spPr/>
      <dgm:t>
        <a:bodyPr/>
        <a:lstStyle/>
        <a:p>
          <a:endParaRPr lang="en-US"/>
        </a:p>
      </dgm:t>
    </dgm:pt>
    <dgm:pt modelId="{9CBEAE91-9216-44B2-B786-F8B3F2FA158D}">
      <dgm:prSet custT="1"/>
      <dgm:spPr/>
      <dgm:t>
        <a:bodyPr/>
        <a:lstStyle/>
        <a:p>
          <a:pPr algn="just" rtl="0">
            <a:lnSpc>
              <a:spcPct val="100000"/>
            </a:lnSpc>
            <a:spcAft>
              <a:spcPts val="0"/>
            </a:spcAft>
          </a:pPr>
          <a:r>
            <a:rPr lang="en-US" sz="3200" b="1" dirty="0" smtClean="0">
              <a:latin typeface="Times New Roman" pitchFamily="18" charset="0"/>
              <a:cs typeface="Times New Roman" pitchFamily="18" charset="0"/>
            </a:rPr>
            <a:t>Church Education is used: </a:t>
          </a:r>
          <a:endParaRPr lang="en-US" sz="3200" dirty="0">
            <a:latin typeface="Times New Roman" pitchFamily="18" charset="0"/>
            <a:cs typeface="Times New Roman" pitchFamily="18" charset="0"/>
          </a:endParaRPr>
        </a:p>
      </dgm:t>
    </dgm:pt>
    <dgm:pt modelId="{FD90FF34-2F93-4E24-B49C-7B30E6DC9C02}" type="parTrans" cxnId="{DE4D0719-9D5C-44D9-A129-C4B3672933E8}">
      <dgm:prSet/>
      <dgm:spPr/>
      <dgm:t>
        <a:bodyPr/>
        <a:lstStyle/>
        <a:p>
          <a:endParaRPr lang="en-US"/>
        </a:p>
      </dgm:t>
    </dgm:pt>
    <dgm:pt modelId="{21B0D8BD-4881-4929-BEB9-231C8312FAC5}" type="sibTrans" cxnId="{DE4D0719-9D5C-44D9-A129-C4B3672933E8}">
      <dgm:prSet/>
      <dgm:spPr/>
      <dgm:t>
        <a:bodyPr/>
        <a:lstStyle/>
        <a:p>
          <a:endParaRPr lang="en-US"/>
        </a:p>
      </dgm:t>
    </dgm:pt>
    <dgm:pt modelId="{DE636E78-CEF4-46AB-895F-2CF7C6424665}">
      <dgm:prSet custT="1"/>
      <dgm:spPr/>
      <dgm:t>
        <a:bodyPr/>
        <a:lstStyle/>
        <a:p>
          <a:pPr algn="just" rtl="0">
            <a:lnSpc>
              <a:spcPct val="100000"/>
            </a:lnSpc>
            <a:spcAft>
              <a:spcPts val="0"/>
            </a:spcAft>
          </a:pPr>
          <a:r>
            <a:rPr lang="en-US" sz="3200" dirty="0" smtClean="0">
              <a:latin typeface="Times New Roman" pitchFamily="18" charset="0"/>
              <a:cs typeface="Times New Roman" pitchFamily="18" charset="0"/>
            </a:rPr>
            <a:t>To keep the loyalty of Holy Scriptures. </a:t>
          </a:r>
          <a:endParaRPr lang="en-US" sz="3200" dirty="0">
            <a:latin typeface="Times New Roman" pitchFamily="18" charset="0"/>
            <a:cs typeface="Times New Roman" pitchFamily="18" charset="0"/>
          </a:endParaRPr>
        </a:p>
      </dgm:t>
    </dgm:pt>
    <dgm:pt modelId="{40B5061B-7A4A-4C52-BF29-A44D14029F2B}" type="parTrans" cxnId="{BD85FC1C-3CBA-47F4-9C66-7F54725E6672}">
      <dgm:prSet/>
      <dgm:spPr/>
      <dgm:t>
        <a:bodyPr/>
        <a:lstStyle/>
        <a:p>
          <a:endParaRPr lang="en-US"/>
        </a:p>
      </dgm:t>
    </dgm:pt>
    <dgm:pt modelId="{13699831-9F90-47BD-886B-8D6F66983C73}" type="sibTrans" cxnId="{BD85FC1C-3CBA-47F4-9C66-7F54725E6672}">
      <dgm:prSet/>
      <dgm:spPr/>
      <dgm:t>
        <a:bodyPr/>
        <a:lstStyle/>
        <a:p>
          <a:endParaRPr lang="en-US"/>
        </a:p>
      </dgm:t>
    </dgm:pt>
    <dgm:pt modelId="{C3ECD9B8-DA6D-4CD2-AD0A-A8F989EC491B}">
      <dgm:prSet custT="1"/>
      <dgm:spPr/>
      <dgm:t>
        <a:bodyPr/>
        <a:lstStyle/>
        <a:p>
          <a:pPr algn="just" rtl="0">
            <a:lnSpc>
              <a:spcPct val="100000"/>
            </a:lnSpc>
            <a:spcAft>
              <a:spcPts val="0"/>
            </a:spcAft>
          </a:pPr>
          <a:r>
            <a:rPr lang="en-US" sz="3200" dirty="0" smtClean="0">
              <a:latin typeface="Times New Roman" pitchFamily="18" charset="0"/>
              <a:cs typeface="Times New Roman" pitchFamily="18" charset="0"/>
            </a:rPr>
            <a:t>To preserve the early Tradition of the Church </a:t>
          </a:r>
          <a:endParaRPr lang="en-US" sz="3200" dirty="0">
            <a:latin typeface="Times New Roman" pitchFamily="18" charset="0"/>
            <a:cs typeface="Times New Roman" pitchFamily="18" charset="0"/>
          </a:endParaRPr>
        </a:p>
      </dgm:t>
    </dgm:pt>
    <dgm:pt modelId="{0C0E72FA-19E2-4E66-8873-38616B2ADB07}" type="parTrans" cxnId="{0E26C343-0D37-4B78-9EBF-E4AF80380DE2}">
      <dgm:prSet/>
      <dgm:spPr/>
      <dgm:t>
        <a:bodyPr/>
        <a:lstStyle/>
        <a:p>
          <a:endParaRPr lang="en-US"/>
        </a:p>
      </dgm:t>
    </dgm:pt>
    <dgm:pt modelId="{765AB257-2E99-40C3-9DCE-0955A592C619}" type="sibTrans" cxnId="{0E26C343-0D37-4B78-9EBF-E4AF80380DE2}">
      <dgm:prSet/>
      <dgm:spPr/>
      <dgm:t>
        <a:bodyPr/>
        <a:lstStyle/>
        <a:p>
          <a:endParaRPr lang="en-US"/>
        </a:p>
      </dgm:t>
    </dgm:pt>
    <dgm:pt modelId="{9073A904-9A81-4F68-A854-B64776042F83}">
      <dgm:prSet custT="1"/>
      <dgm:spPr/>
      <dgm:t>
        <a:bodyPr/>
        <a:lstStyle/>
        <a:p>
          <a:pPr algn="just" rtl="0">
            <a:lnSpc>
              <a:spcPct val="100000"/>
            </a:lnSpc>
            <a:spcAft>
              <a:spcPts val="0"/>
            </a:spcAft>
          </a:pPr>
          <a:r>
            <a:rPr lang="en-US" sz="3200" dirty="0" smtClean="0">
              <a:latin typeface="Times New Roman" pitchFamily="18" charset="0"/>
              <a:cs typeface="Times New Roman" pitchFamily="18" charset="0"/>
            </a:rPr>
            <a:t>To protect or defend Orthodoxy from false teaching </a:t>
          </a:r>
          <a:endParaRPr lang="en-US" sz="3200" dirty="0">
            <a:latin typeface="Times New Roman" pitchFamily="18" charset="0"/>
            <a:cs typeface="Times New Roman" pitchFamily="18" charset="0"/>
          </a:endParaRPr>
        </a:p>
      </dgm:t>
    </dgm:pt>
    <dgm:pt modelId="{6ECA17A9-2504-4FA3-B615-542C0D897AFC}" type="parTrans" cxnId="{87091803-4F07-4447-8B89-7EEA18F2B6A5}">
      <dgm:prSet/>
      <dgm:spPr/>
      <dgm:t>
        <a:bodyPr/>
        <a:lstStyle/>
        <a:p>
          <a:endParaRPr lang="en-US"/>
        </a:p>
      </dgm:t>
    </dgm:pt>
    <dgm:pt modelId="{A46ACE36-892E-4EBE-A986-4B4C26784B13}" type="sibTrans" cxnId="{87091803-4F07-4447-8B89-7EEA18F2B6A5}">
      <dgm:prSet/>
      <dgm:spPr/>
      <dgm:t>
        <a:bodyPr/>
        <a:lstStyle/>
        <a:p>
          <a:endParaRPr lang="en-US"/>
        </a:p>
      </dgm:t>
    </dgm:pt>
    <dgm:pt modelId="{0A3DDD6C-9A51-4E5A-8475-C531DB4DD77F}">
      <dgm:prSet custT="1"/>
      <dgm:spPr/>
      <dgm:t>
        <a:bodyPr/>
        <a:lstStyle/>
        <a:p>
          <a:pPr algn="just" rtl="0">
            <a:lnSpc>
              <a:spcPct val="100000"/>
            </a:lnSpc>
            <a:spcAft>
              <a:spcPts val="0"/>
            </a:spcAft>
          </a:pPr>
          <a:r>
            <a:rPr lang="en-US" sz="3200" dirty="0" smtClean="0">
              <a:latin typeface="Times New Roman" pitchFamily="18" charset="0"/>
              <a:cs typeface="Times New Roman" pitchFamily="18" charset="0"/>
            </a:rPr>
            <a:t>To establishes and sustain the Kingdom of God</a:t>
          </a:r>
          <a:endParaRPr lang="en-US" sz="3200" dirty="0">
            <a:latin typeface="Times New Roman" pitchFamily="18" charset="0"/>
            <a:cs typeface="Times New Roman" pitchFamily="18" charset="0"/>
          </a:endParaRPr>
        </a:p>
      </dgm:t>
    </dgm:pt>
    <dgm:pt modelId="{9C7F1551-0033-45B8-AEB4-762B82F6B7BF}" type="parTrans" cxnId="{5461DE11-32A6-44E2-BC5A-625DF92366C5}">
      <dgm:prSet/>
      <dgm:spPr/>
      <dgm:t>
        <a:bodyPr/>
        <a:lstStyle/>
        <a:p>
          <a:endParaRPr lang="en-US"/>
        </a:p>
      </dgm:t>
    </dgm:pt>
    <dgm:pt modelId="{A9301F36-AFAC-4B76-99F6-69D32EF1B21E}" type="sibTrans" cxnId="{5461DE11-32A6-44E2-BC5A-625DF92366C5}">
      <dgm:prSet/>
      <dgm:spPr/>
      <dgm:t>
        <a:bodyPr/>
        <a:lstStyle/>
        <a:p>
          <a:endParaRPr lang="en-US"/>
        </a:p>
      </dgm:t>
    </dgm:pt>
    <dgm:pt modelId="{B46ED3FE-80FC-4289-853E-B5F321046A51}">
      <dgm:prSet custT="1"/>
      <dgm:spPr/>
      <dgm:t>
        <a:bodyPr/>
        <a:lstStyle/>
        <a:p>
          <a:pPr algn="just" rtl="0">
            <a:lnSpc>
              <a:spcPct val="100000"/>
            </a:lnSpc>
            <a:spcAft>
              <a:spcPts val="0"/>
            </a:spcAft>
          </a:pPr>
          <a:r>
            <a:rPr lang="en-US" sz="3200" dirty="0" smtClean="0">
              <a:latin typeface="Times New Roman" pitchFamily="18" charset="0"/>
              <a:cs typeface="Times New Roman" pitchFamily="18" charset="0"/>
            </a:rPr>
            <a:t>To keep the Unity of the Church with Faith and Love. </a:t>
          </a:r>
          <a:endParaRPr lang="en-US" sz="3200" dirty="0">
            <a:latin typeface="Times New Roman" pitchFamily="18" charset="0"/>
            <a:cs typeface="Times New Roman" pitchFamily="18" charset="0"/>
          </a:endParaRPr>
        </a:p>
      </dgm:t>
    </dgm:pt>
    <dgm:pt modelId="{6D901174-0A6B-4CC2-8D46-8986E4DA2F6E}" type="parTrans" cxnId="{86E3755C-C3F4-4197-AD47-C18A9553B742}">
      <dgm:prSet/>
      <dgm:spPr/>
      <dgm:t>
        <a:bodyPr/>
        <a:lstStyle/>
        <a:p>
          <a:endParaRPr lang="en-US"/>
        </a:p>
      </dgm:t>
    </dgm:pt>
    <dgm:pt modelId="{B60694ED-64CF-4F9C-810C-26010810D600}" type="sibTrans" cxnId="{86E3755C-C3F4-4197-AD47-C18A9553B742}">
      <dgm:prSet/>
      <dgm:spPr/>
      <dgm:t>
        <a:bodyPr/>
        <a:lstStyle/>
        <a:p>
          <a:endParaRPr lang="en-US"/>
        </a:p>
      </dgm:t>
    </dgm:pt>
    <dgm:pt modelId="{92DA21A0-2B21-4D1B-BDD9-35884C0C058C}">
      <dgm:prSet custT="1"/>
      <dgm:spPr/>
      <dgm:t>
        <a:bodyPr/>
        <a:lstStyle/>
        <a:p>
          <a:pPr algn="just" rtl="0">
            <a:lnSpc>
              <a:spcPct val="100000"/>
            </a:lnSpc>
            <a:spcAft>
              <a:spcPts val="0"/>
            </a:spcAft>
          </a:pPr>
          <a:r>
            <a:rPr lang="en-US" sz="3200" dirty="0" smtClean="0">
              <a:latin typeface="Times New Roman" pitchFamily="18" charset="0"/>
              <a:cs typeface="Times New Roman" pitchFamily="18" charset="0"/>
            </a:rPr>
            <a:t>To keep the Dogmatic, canonical teaching and Rites of the Church.</a:t>
          </a:r>
          <a:endParaRPr lang="en-US" sz="3200" dirty="0">
            <a:latin typeface="Times New Roman" pitchFamily="18" charset="0"/>
            <a:cs typeface="Times New Roman" pitchFamily="18" charset="0"/>
          </a:endParaRPr>
        </a:p>
      </dgm:t>
    </dgm:pt>
    <dgm:pt modelId="{9A89DE22-616E-4177-ADCC-F849A7811780}" type="parTrans" cxnId="{5813F8FC-ED63-4C84-AF20-205F8D748930}">
      <dgm:prSet/>
      <dgm:spPr/>
      <dgm:t>
        <a:bodyPr/>
        <a:lstStyle/>
        <a:p>
          <a:endParaRPr lang="en-US"/>
        </a:p>
      </dgm:t>
    </dgm:pt>
    <dgm:pt modelId="{B2F06A3D-C64B-4FDD-A9DE-15CC9DD1AF01}" type="sibTrans" cxnId="{5813F8FC-ED63-4C84-AF20-205F8D748930}">
      <dgm:prSet/>
      <dgm:spPr/>
      <dgm:t>
        <a:bodyPr/>
        <a:lstStyle/>
        <a:p>
          <a:endParaRPr lang="en-US"/>
        </a:p>
      </dgm:t>
    </dgm:pt>
    <dgm:pt modelId="{BCAC11B3-9211-4107-8A7B-F995AE5C3023}">
      <dgm:prSet custT="1"/>
      <dgm:spPr/>
      <dgm:t>
        <a:bodyPr/>
        <a:lstStyle/>
        <a:p>
          <a:pPr algn="just" rtl="0">
            <a:lnSpc>
              <a:spcPct val="100000"/>
            </a:lnSpc>
            <a:spcAft>
              <a:spcPts val="0"/>
            </a:spcAft>
          </a:pPr>
          <a:endParaRPr lang="en-US" sz="3200" dirty="0">
            <a:latin typeface="Times New Roman" pitchFamily="18" charset="0"/>
            <a:cs typeface="Times New Roman" pitchFamily="18" charset="0"/>
          </a:endParaRPr>
        </a:p>
      </dgm:t>
    </dgm:pt>
    <dgm:pt modelId="{92DFBC57-B4D7-4723-9954-0E15AA95C43B}" type="parTrans" cxnId="{8D49D5C6-631E-4B66-9811-4B16598EA297}">
      <dgm:prSet/>
      <dgm:spPr/>
    </dgm:pt>
    <dgm:pt modelId="{0BB45DB4-844A-41EF-B2BE-74CA0231C51D}" type="sibTrans" cxnId="{8D49D5C6-631E-4B66-9811-4B16598EA297}">
      <dgm:prSet/>
      <dgm:spPr/>
    </dgm:pt>
    <dgm:pt modelId="{D82578F6-2A42-42FD-BA09-1B646F8E498A}">
      <dgm:prSet custT="1"/>
      <dgm:spPr/>
      <dgm:t>
        <a:bodyPr/>
        <a:lstStyle/>
        <a:p>
          <a:pPr algn="just" rtl="0">
            <a:lnSpc>
              <a:spcPct val="100000"/>
            </a:lnSpc>
            <a:spcAft>
              <a:spcPts val="0"/>
            </a:spcAft>
          </a:pPr>
          <a:endParaRPr lang="en-US" sz="3200" dirty="0">
            <a:latin typeface="Times New Roman" pitchFamily="18" charset="0"/>
            <a:cs typeface="Times New Roman" pitchFamily="18" charset="0"/>
          </a:endParaRPr>
        </a:p>
      </dgm:t>
    </dgm:pt>
    <dgm:pt modelId="{12E1E84F-C444-4313-8BBA-5D752AB4574A}" type="parTrans" cxnId="{53F3F204-107E-49C9-A8B2-9521AF153B34}">
      <dgm:prSet/>
      <dgm:spPr/>
    </dgm:pt>
    <dgm:pt modelId="{31DF38AD-9E95-4F31-BE06-3B268416EACD}" type="sibTrans" cxnId="{53F3F204-107E-49C9-A8B2-9521AF153B34}">
      <dgm:prSet/>
      <dgm:spPr/>
    </dgm:pt>
    <dgm:pt modelId="{7B602C07-02BA-458C-B6E4-5C458EFF418F}">
      <dgm:prSet custT="1"/>
      <dgm:spPr/>
      <dgm:t>
        <a:bodyPr/>
        <a:lstStyle/>
        <a:p>
          <a:pPr algn="just" rtl="0">
            <a:lnSpc>
              <a:spcPct val="100000"/>
            </a:lnSpc>
            <a:spcAft>
              <a:spcPts val="0"/>
            </a:spcAft>
          </a:pPr>
          <a:r>
            <a:rPr lang="en-US" sz="3200" dirty="0" smtClean="0">
              <a:latin typeface="Times New Roman" pitchFamily="18" charset="0"/>
              <a:cs typeface="Times New Roman" pitchFamily="18" charset="0"/>
            </a:rPr>
            <a:t>To  educate the laities about faith and spiritual life.</a:t>
          </a:r>
          <a:endParaRPr lang="en-US" sz="3200" dirty="0">
            <a:latin typeface="Times New Roman" pitchFamily="18" charset="0"/>
            <a:cs typeface="Times New Roman" pitchFamily="18" charset="0"/>
          </a:endParaRPr>
        </a:p>
      </dgm:t>
    </dgm:pt>
    <dgm:pt modelId="{F13DFB1F-CF64-4D64-807F-9C1303AFD81F}" type="parTrans" cxnId="{EAF9EA37-1822-486D-B7FC-0B89B441740A}">
      <dgm:prSet/>
      <dgm:spPr/>
    </dgm:pt>
    <dgm:pt modelId="{93C3B6E5-33D0-4040-95EA-40CDB06C14BF}" type="sibTrans" cxnId="{EAF9EA37-1822-486D-B7FC-0B89B441740A}">
      <dgm:prSet/>
      <dgm:spPr/>
    </dgm:pt>
    <dgm:pt modelId="{F94F3E38-6454-4970-86D9-3BC337CFDC11}" type="pres">
      <dgm:prSet presAssocID="{CC820788-5006-42AA-BD81-5BB5F1AC64DA}" presName="linear" presStyleCnt="0">
        <dgm:presLayoutVars>
          <dgm:animLvl val="lvl"/>
          <dgm:resizeHandles val="exact"/>
        </dgm:presLayoutVars>
      </dgm:prSet>
      <dgm:spPr/>
      <dgm:t>
        <a:bodyPr/>
        <a:lstStyle/>
        <a:p>
          <a:endParaRPr lang="en-US"/>
        </a:p>
      </dgm:t>
    </dgm:pt>
    <dgm:pt modelId="{0A8F6050-2DD7-40C4-BB5D-32C484DDEA95}" type="pres">
      <dgm:prSet presAssocID="{95F0C06D-392D-467C-802F-DFE0377B1233}" presName="parentText" presStyleLbl="node1" presStyleIdx="0" presStyleCnt="1" custScaleY="48942" custLinFactNeighborY="-14209">
        <dgm:presLayoutVars>
          <dgm:chMax val="0"/>
          <dgm:bulletEnabled val="1"/>
        </dgm:presLayoutVars>
      </dgm:prSet>
      <dgm:spPr/>
      <dgm:t>
        <a:bodyPr/>
        <a:lstStyle/>
        <a:p>
          <a:endParaRPr lang="en-US"/>
        </a:p>
      </dgm:t>
    </dgm:pt>
    <dgm:pt modelId="{0D8B8E5C-AA5D-4FE0-A441-3D34E82B39EC}" type="pres">
      <dgm:prSet presAssocID="{95F0C06D-392D-467C-802F-DFE0377B1233}" presName="childText" presStyleLbl="revTx" presStyleIdx="0" presStyleCnt="1" custScaleY="87203">
        <dgm:presLayoutVars>
          <dgm:bulletEnabled val="1"/>
        </dgm:presLayoutVars>
      </dgm:prSet>
      <dgm:spPr/>
      <dgm:t>
        <a:bodyPr/>
        <a:lstStyle/>
        <a:p>
          <a:endParaRPr lang="en-US"/>
        </a:p>
      </dgm:t>
    </dgm:pt>
  </dgm:ptLst>
  <dgm:cxnLst>
    <dgm:cxn modelId="{B6B22EAA-8744-47EA-96DB-1E2620587FF2}" type="presOf" srcId="{DE636E78-CEF4-46AB-895F-2CF7C6424665}" destId="{0D8B8E5C-AA5D-4FE0-A441-3D34E82B39EC}" srcOrd="0" destOrd="1" presId="urn:microsoft.com/office/officeart/2005/8/layout/vList2"/>
    <dgm:cxn modelId="{3B6355C6-0CCE-4773-9D9D-C2C78DA08968}" type="presOf" srcId="{B46ED3FE-80FC-4289-853E-B5F321046A51}" destId="{0D8B8E5C-AA5D-4FE0-A441-3D34E82B39EC}" srcOrd="0" destOrd="5" presId="urn:microsoft.com/office/officeart/2005/8/layout/vList2"/>
    <dgm:cxn modelId="{5E9A7A4A-F21D-4C24-9503-B5C35CC629E5}" type="presOf" srcId="{9CBEAE91-9216-44B2-B786-F8B3F2FA158D}" destId="{0D8B8E5C-AA5D-4FE0-A441-3D34E82B39EC}" srcOrd="0" destOrd="0" presId="urn:microsoft.com/office/officeart/2005/8/layout/vList2"/>
    <dgm:cxn modelId="{781976F3-55A8-47A9-A35B-738A046B2978}" type="presOf" srcId="{95F0C06D-392D-467C-802F-DFE0377B1233}" destId="{0A8F6050-2DD7-40C4-BB5D-32C484DDEA95}" srcOrd="0" destOrd="0" presId="urn:microsoft.com/office/officeart/2005/8/layout/vList2"/>
    <dgm:cxn modelId="{EAF9EA37-1822-486D-B7FC-0B89B441740A}" srcId="{95F0C06D-392D-467C-802F-DFE0377B1233}" destId="{7B602C07-02BA-458C-B6E4-5C458EFF418F}" srcOrd="7" destOrd="0" parTransId="{F13DFB1F-CF64-4D64-807F-9C1303AFD81F}" sibTransId="{93C3B6E5-33D0-4040-95EA-40CDB06C14BF}"/>
    <dgm:cxn modelId="{5813F8FC-ED63-4C84-AF20-205F8D748930}" srcId="{95F0C06D-392D-467C-802F-DFE0377B1233}" destId="{92DA21A0-2B21-4D1B-BDD9-35884C0C058C}" srcOrd="6" destOrd="0" parTransId="{9A89DE22-616E-4177-ADCC-F849A7811780}" sibTransId="{B2F06A3D-C64B-4FDD-A9DE-15CC9DD1AF01}"/>
    <dgm:cxn modelId="{C207D6E8-27F6-46CA-B92E-0121AE9E2EF5}" type="presOf" srcId="{7B602C07-02BA-458C-B6E4-5C458EFF418F}" destId="{0D8B8E5C-AA5D-4FE0-A441-3D34E82B39EC}" srcOrd="0" destOrd="7" presId="urn:microsoft.com/office/officeart/2005/8/layout/vList2"/>
    <dgm:cxn modelId="{BD85FC1C-3CBA-47F4-9C66-7F54725E6672}" srcId="{95F0C06D-392D-467C-802F-DFE0377B1233}" destId="{DE636E78-CEF4-46AB-895F-2CF7C6424665}" srcOrd="1" destOrd="0" parTransId="{40B5061B-7A4A-4C52-BF29-A44D14029F2B}" sibTransId="{13699831-9F90-47BD-886B-8D6F66983C73}"/>
    <dgm:cxn modelId="{CE1F004F-4CE3-43A9-AFED-8100C9062B88}" type="presOf" srcId="{0A3DDD6C-9A51-4E5A-8475-C531DB4DD77F}" destId="{0D8B8E5C-AA5D-4FE0-A441-3D34E82B39EC}" srcOrd="0" destOrd="4" presId="urn:microsoft.com/office/officeart/2005/8/layout/vList2"/>
    <dgm:cxn modelId="{DE4D0719-9D5C-44D9-A129-C4B3672933E8}" srcId="{95F0C06D-392D-467C-802F-DFE0377B1233}" destId="{9CBEAE91-9216-44B2-B786-F8B3F2FA158D}" srcOrd="0" destOrd="0" parTransId="{FD90FF34-2F93-4E24-B49C-7B30E6DC9C02}" sibTransId="{21B0D8BD-4881-4929-BEB9-231C8312FAC5}"/>
    <dgm:cxn modelId="{69E922B1-17BE-4DEB-A4CD-691F23A71C7E}" type="presOf" srcId="{BCAC11B3-9211-4107-8A7B-F995AE5C3023}" destId="{0D8B8E5C-AA5D-4FE0-A441-3D34E82B39EC}" srcOrd="0" destOrd="9" presId="urn:microsoft.com/office/officeart/2005/8/layout/vList2"/>
    <dgm:cxn modelId="{5461DE11-32A6-44E2-BC5A-625DF92366C5}" srcId="{95F0C06D-392D-467C-802F-DFE0377B1233}" destId="{0A3DDD6C-9A51-4E5A-8475-C531DB4DD77F}" srcOrd="4" destOrd="0" parTransId="{9C7F1551-0033-45B8-AEB4-762B82F6B7BF}" sibTransId="{A9301F36-AFAC-4B76-99F6-69D32EF1B21E}"/>
    <dgm:cxn modelId="{C1DA480F-4E2C-4AF7-A0C7-28F3BC7146FC}" type="presOf" srcId="{C3ECD9B8-DA6D-4CD2-AD0A-A8F989EC491B}" destId="{0D8B8E5C-AA5D-4FE0-A441-3D34E82B39EC}" srcOrd="0" destOrd="2" presId="urn:microsoft.com/office/officeart/2005/8/layout/vList2"/>
    <dgm:cxn modelId="{0E59759F-A4E8-49FB-8FD1-5526196331D9}" type="presOf" srcId="{D82578F6-2A42-42FD-BA09-1B646F8E498A}" destId="{0D8B8E5C-AA5D-4FE0-A441-3D34E82B39EC}" srcOrd="0" destOrd="8" presId="urn:microsoft.com/office/officeart/2005/8/layout/vList2"/>
    <dgm:cxn modelId="{0E26C343-0D37-4B78-9EBF-E4AF80380DE2}" srcId="{95F0C06D-392D-467C-802F-DFE0377B1233}" destId="{C3ECD9B8-DA6D-4CD2-AD0A-A8F989EC491B}" srcOrd="2" destOrd="0" parTransId="{0C0E72FA-19E2-4E66-8873-38616B2ADB07}" sibTransId="{765AB257-2E99-40C3-9DCE-0955A592C619}"/>
    <dgm:cxn modelId="{86E3755C-C3F4-4197-AD47-C18A9553B742}" srcId="{95F0C06D-392D-467C-802F-DFE0377B1233}" destId="{B46ED3FE-80FC-4289-853E-B5F321046A51}" srcOrd="5" destOrd="0" parTransId="{6D901174-0A6B-4CC2-8D46-8986E4DA2F6E}" sibTransId="{B60694ED-64CF-4F9C-810C-26010810D600}"/>
    <dgm:cxn modelId="{902958F7-56AC-4FEC-9973-851D69EB0B10}" type="presOf" srcId="{92DA21A0-2B21-4D1B-BDD9-35884C0C058C}" destId="{0D8B8E5C-AA5D-4FE0-A441-3D34E82B39EC}" srcOrd="0" destOrd="6" presId="urn:microsoft.com/office/officeart/2005/8/layout/vList2"/>
    <dgm:cxn modelId="{53F3F204-107E-49C9-A8B2-9521AF153B34}" srcId="{95F0C06D-392D-467C-802F-DFE0377B1233}" destId="{D82578F6-2A42-42FD-BA09-1B646F8E498A}" srcOrd="8" destOrd="0" parTransId="{12E1E84F-C444-4313-8BBA-5D752AB4574A}" sibTransId="{31DF38AD-9E95-4F31-BE06-3B268416EACD}"/>
    <dgm:cxn modelId="{8D49D5C6-631E-4B66-9811-4B16598EA297}" srcId="{95F0C06D-392D-467C-802F-DFE0377B1233}" destId="{BCAC11B3-9211-4107-8A7B-F995AE5C3023}" srcOrd="9" destOrd="0" parTransId="{92DFBC57-B4D7-4723-9954-0E15AA95C43B}" sibTransId="{0BB45DB4-844A-41EF-B2BE-74CA0231C51D}"/>
    <dgm:cxn modelId="{0F635B78-8325-4317-A60B-512388D8DF72}" type="presOf" srcId="{CC820788-5006-42AA-BD81-5BB5F1AC64DA}" destId="{F94F3E38-6454-4970-86D9-3BC337CFDC11}" srcOrd="0" destOrd="0" presId="urn:microsoft.com/office/officeart/2005/8/layout/vList2"/>
    <dgm:cxn modelId="{EA9F177C-DA30-40B4-9262-053E1233E6DA}" srcId="{CC820788-5006-42AA-BD81-5BB5F1AC64DA}" destId="{95F0C06D-392D-467C-802F-DFE0377B1233}" srcOrd="0" destOrd="0" parTransId="{5FAE2DCD-7957-4F09-B7A1-382C54278F43}" sibTransId="{A64D7EE1-6BAB-45F2-BBC0-7E5B9EDC49F1}"/>
    <dgm:cxn modelId="{13E49C76-79A5-404F-9D4C-8C8A7D789E9C}" type="presOf" srcId="{9073A904-9A81-4F68-A854-B64776042F83}" destId="{0D8B8E5C-AA5D-4FE0-A441-3D34E82B39EC}" srcOrd="0" destOrd="3" presId="urn:microsoft.com/office/officeart/2005/8/layout/vList2"/>
    <dgm:cxn modelId="{87091803-4F07-4447-8B89-7EEA18F2B6A5}" srcId="{95F0C06D-392D-467C-802F-DFE0377B1233}" destId="{9073A904-9A81-4F68-A854-B64776042F83}" srcOrd="3" destOrd="0" parTransId="{6ECA17A9-2504-4FA3-B615-542C0D897AFC}" sibTransId="{A46ACE36-892E-4EBE-A986-4B4C26784B13}"/>
    <dgm:cxn modelId="{61E8C426-3F1F-46CD-BF9A-45A8CC47C81D}" type="presParOf" srcId="{F94F3E38-6454-4970-86D9-3BC337CFDC11}" destId="{0A8F6050-2DD7-40C4-BB5D-32C484DDEA95}" srcOrd="0" destOrd="0" presId="urn:microsoft.com/office/officeart/2005/8/layout/vList2"/>
    <dgm:cxn modelId="{9401C8A6-825C-4601-9106-ADA0F4260D6D}" type="presParOf" srcId="{F94F3E38-6454-4970-86D9-3BC337CFDC11}" destId="{0D8B8E5C-AA5D-4FE0-A441-3D34E82B39EC}"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45E17240-6F58-4BA3-9836-E42A35F1D94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973F6EE-AC1D-4448-9446-8FCFBC1EB870}">
      <dgm:prSet custT="1"/>
      <dgm:spPr/>
      <dgm:t>
        <a:bodyPr/>
        <a:lstStyle/>
        <a:p>
          <a:pPr algn="just" rtl="0"/>
          <a:r>
            <a:rPr lang="en-US" sz="2800" b="1" dirty="0" smtClean="0">
              <a:latin typeface="Times New Roman" pitchFamily="18" charset="0"/>
              <a:cs typeface="Times New Roman" pitchFamily="18" charset="0"/>
            </a:rPr>
            <a:t>3.2. Preaching the Gospel</a:t>
          </a:r>
          <a:endParaRPr lang="en-US" sz="2800" dirty="0">
            <a:latin typeface="Times New Roman" pitchFamily="18" charset="0"/>
            <a:cs typeface="Times New Roman" pitchFamily="18" charset="0"/>
          </a:endParaRPr>
        </a:p>
      </dgm:t>
    </dgm:pt>
    <dgm:pt modelId="{419EA82A-CC94-4731-88F7-0E1EB1B8DC29}" type="parTrans" cxnId="{B1AD847C-DBD0-4B53-911E-12AFA06B2C3A}">
      <dgm:prSet/>
      <dgm:spPr/>
      <dgm:t>
        <a:bodyPr/>
        <a:lstStyle/>
        <a:p>
          <a:endParaRPr lang="en-US"/>
        </a:p>
      </dgm:t>
    </dgm:pt>
    <dgm:pt modelId="{BB022199-E510-4363-ADC9-A660F94B958F}" type="sibTrans" cxnId="{B1AD847C-DBD0-4B53-911E-12AFA06B2C3A}">
      <dgm:prSet/>
      <dgm:spPr/>
      <dgm:t>
        <a:bodyPr/>
        <a:lstStyle/>
        <a:p>
          <a:endParaRPr lang="en-US"/>
        </a:p>
      </dgm:t>
    </dgm:pt>
    <dgm:pt modelId="{3B2DF2FC-7DA5-457C-93E6-B8909B4AD1AE}">
      <dgm:prSet custT="1"/>
      <dgm:spPr/>
      <dgm:t>
        <a:bodyPr/>
        <a:lstStyle/>
        <a:p>
          <a:pPr algn="just" rtl="0">
            <a:lnSpc>
              <a:spcPct val="100000"/>
            </a:lnSpc>
          </a:pPr>
          <a:r>
            <a:rPr lang="en-US" sz="2000" b="0" dirty="0" smtClean="0">
              <a:latin typeface="Times New Roman" pitchFamily="18" charset="0"/>
              <a:cs typeface="Times New Roman" pitchFamily="18" charset="0"/>
            </a:rPr>
            <a:t>Preaching the Gospel is one of the duties and responsibility of church administers or leaders. </a:t>
          </a:r>
          <a:endParaRPr lang="en-US" sz="2000" b="0" dirty="0">
            <a:latin typeface="Times New Roman" pitchFamily="18" charset="0"/>
            <a:cs typeface="Times New Roman" pitchFamily="18" charset="0"/>
          </a:endParaRPr>
        </a:p>
      </dgm:t>
    </dgm:pt>
    <dgm:pt modelId="{6B7FC71C-C225-427D-BA00-220D0680E9DE}" type="parTrans" cxnId="{AE064EA2-AD73-4BDD-89CF-45044E27C8C4}">
      <dgm:prSet/>
      <dgm:spPr/>
      <dgm:t>
        <a:bodyPr/>
        <a:lstStyle/>
        <a:p>
          <a:endParaRPr lang="en-US"/>
        </a:p>
      </dgm:t>
    </dgm:pt>
    <dgm:pt modelId="{7D58A268-68AB-4F0B-B939-72E4BB1FDE99}" type="sibTrans" cxnId="{AE064EA2-AD73-4BDD-89CF-45044E27C8C4}">
      <dgm:prSet/>
      <dgm:spPr/>
      <dgm:t>
        <a:bodyPr/>
        <a:lstStyle/>
        <a:p>
          <a:endParaRPr lang="en-US"/>
        </a:p>
      </dgm:t>
    </dgm:pt>
    <dgm:pt modelId="{537DA79B-43BF-43E4-9A80-D1E1CA902E99}">
      <dgm:prSet custT="1"/>
      <dgm:spPr/>
      <dgm:t>
        <a:bodyPr/>
        <a:lstStyle/>
        <a:p>
          <a:pPr algn="just" rtl="0">
            <a:lnSpc>
              <a:spcPct val="100000"/>
            </a:lnSpc>
          </a:pPr>
          <a:r>
            <a:rPr lang="en-US" sz="2000" b="1" dirty="0" err="1" smtClean="0">
              <a:latin typeface="Times New Roman" pitchFamily="18" charset="0"/>
              <a:ea typeface="Ebrima" pitchFamily="2" charset="0"/>
              <a:cs typeface="Times New Roman" pitchFamily="18" charset="0"/>
            </a:rPr>
            <a:t>የማስተማር</a:t>
          </a:r>
          <a:r>
            <a:rPr lang="en-US" sz="2000" b="1" dirty="0" smtClean="0">
              <a:latin typeface="Times New Roman" pitchFamily="18" charset="0"/>
              <a:ea typeface="Ebrima" pitchFamily="2" charset="0"/>
              <a:cs typeface="Times New Roman" pitchFamily="18" charset="0"/>
            </a:rPr>
            <a:t>/ </a:t>
          </a:r>
          <a:r>
            <a:rPr lang="en-US" sz="2000" b="1" dirty="0" err="1" smtClean="0">
              <a:latin typeface="Times New Roman" pitchFamily="18" charset="0"/>
              <a:ea typeface="Ebrima" pitchFamily="2" charset="0"/>
              <a:cs typeface="Times New Roman" pitchFamily="18" charset="0"/>
            </a:rPr>
            <a:t>ሰባኪነት</a:t>
          </a:r>
          <a:r>
            <a:rPr lang="en-US" sz="2000" b="1" dirty="0" smtClean="0">
              <a:latin typeface="Times New Roman" pitchFamily="18" charset="0"/>
              <a:ea typeface="Ebrima" pitchFamily="2" charset="0"/>
              <a:cs typeface="Times New Roman" pitchFamily="18" charset="0"/>
            </a:rPr>
            <a:t> </a:t>
          </a:r>
          <a:r>
            <a:rPr lang="en-US" sz="2000" b="1" dirty="0" err="1" smtClean="0">
              <a:latin typeface="Times New Roman" pitchFamily="18" charset="0"/>
              <a:ea typeface="Ebrima" pitchFamily="2" charset="0"/>
              <a:cs typeface="Times New Roman" pitchFamily="18" charset="0"/>
            </a:rPr>
            <a:t>ተግባር</a:t>
          </a:r>
          <a:r>
            <a:rPr lang="en-US" sz="2000" b="1"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ማስተማር</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ማለት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የእግዚአብሔርን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ቃል</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ለሰው</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ልጅ</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ሁሉ</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ማሰማት</a:t>
          </a:r>
          <a:r>
            <a:rPr lang="en-US" sz="2000" dirty="0" smtClean="0">
              <a:latin typeface="Times New Roman" pitchFamily="18" charset="0"/>
              <a:ea typeface="Ebrima" pitchFamily="2" charset="0"/>
              <a:cs typeface="Times New Roman" pitchFamily="18" charset="0"/>
            </a:rPr>
            <a:t> ፤ </a:t>
          </a:r>
          <a:r>
            <a:rPr lang="en-US" sz="2000" dirty="0" err="1" smtClean="0">
              <a:latin typeface="Times New Roman" pitchFamily="18" charset="0"/>
              <a:ea typeface="Ebrima" pitchFamily="2" charset="0"/>
              <a:cs typeface="Times New Roman" pitchFamily="18" charset="0"/>
            </a:rPr>
            <a:t>ማሳወቅ</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ማስረዳት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እንዲሁም</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የሰውን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ልጅ</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ከስተቱ</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ማረም</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መቻል</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ሲሆን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ካህናትም</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በዚህ</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አገልግሎታቸው</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አስተማሪ</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ወይም</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ሰባኪ</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ይባላሉ</a:t>
          </a:r>
          <a:r>
            <a:rPr lang="en-US" sz="2000" dirty="0" smtClean="0">
              <a:latin typeface="Times New Roman" pitchFamily="18" charset="0"/>
              <a:ea typeface="Ebrima" pitchFamily="2" charset="0"/>
              <a:cs typeface="Times New Roman" pitchFamily="18" charset="0"/>
            </a:rPr>
            <a:t> </a:t>
          </a:r>
          <a:r>
            <a:rPr lang="en-US" sz="2000" b="1" dirty="0" smtClean="0">
              <a:latin typeface="Times New Roman" pitchFamily="18" charset="0"/>
              <a:ea typeface="Ebrima" pitchFamily="2" charset="0"/>
              <a:cs typeface="Times New Roman" pitchFamily="18" charset="0"/>
            </a:rPr>
            <a:t>(</a:t>
          </a:r>
          <a:r>
            <a:rPr lang="en-US" sz="2000" b="1" dirty="0" err="1" smtClean="0">
              <a:latin typeface="Times New Roman" pitchFamily="18" charset="0"/>
              <a:ea typeface="Ebrima" pitchFamily="2" charset="0"/>
              <a:cs typeface="Times New Roman" pitchFamily="18" charset="0"/>
            </a:rPr>
            <a:t>ማቴ</a:t>
          </a:r>
          <a:r>
            <a:rPr lang="en-US" sz="2000" b="1" dirty="0" smtClean="0">
              <a:latin typeface="Times New Roman" pitchFamily="18" charset="0"/>
              <a:ea typeface="Ebrima" pitchFamily="2" charset="0"/>
              <a:cs typeface="Times New Roman" pitchFamily="18" charset="0"/>
            </a:rPr>
            <a:t> 28፡19፤ 1ጢሞ 4፡12)</a:t>
          </a:r>
          <a:r>
            <a:rPr lang="en-US" sz="2000" dirty="0" smtClean="0">
              <a:latin typeface="Times New Roman" pitchFamily="18" charset="0"/>
              <a:ea typeface="Ebrima" pitchFamily="2" charset="0"/>
              <a:cs typeface="Times New Roman" pitchFamily="18" charset="0"/>
            </a:rPr>
            <a:t>፡፡</a:t>
          </a:r>
          <a:endParaRPr lang="en-US" sz="2000" b="0" dirty="0">
            <a:latin typeface="Times New Roman" pitchFamily="18" charset="0"/>
            <a:cs typeface="Times New Roman" pitchFamily="18" charset="0"/>
          </a:endParaRPr>
        </a:p>
      </dgm:t>
    </dgm:pt>
    <dgm:pt modelId="{9A1FCBC6-8FA7-4D5B-8F32-6A2885C92A25}" type="parTrans" cxnId="{6D7B0F73-FF92-42BB-943D-6C3CA9420BC7}">
      <dgm:prSet/>
      <dgm:spPr/>
    </dgm:pt>
    <dgm:pt modelId="{90E65841-881D-4CAA-9CD8-35F7E1072E4D}" type="sibTrans" cxnId="{6D7B0F73-FF92-42BB-943D-6C3CA9420BC7}">
      <dgm:prSet/>
      <dgm:spPr/>
    </dgm:pt>
    <dgm:pt modelId="{1273D870-586B-4CD0-A86F-80C52A1C657F}">
      <dgm:prSet custT="1"/>
      <dgm:spPr/>
      <dgm:t>
        <a:bodyPr/>
        <a:lstStyle/>
        <a:p>
          <a:pPr algn="just" rtl="0">
            <a:lnSpc>
              <a:spcPct val="100000"/>
            </a:lnSpc>
          </a:pPr>
          <a:r>
            <a:rPr lang="en-US" sz="2000" dirty="0" err="1" smtClean="0">
              <a:latin typeface="Times New Roman" pitchFamily="18" charset="0"/>
              <a:ea typeface="Ebrima" pitchFamily="2" charset="0"/>
              <a:cs typeface="Times New Roman" pitchFamily="18" charset="0"/>
            </a:rPr>
            <a:t>ካህናት</a:t>
          </a:r>
          <a:r>
            <a:rPr lang="en-US" sz="2000" b="1"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በትምህርታቸው</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ያላመነውን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ዓለም</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አስተምሮ</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ማሳመን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የአመነውን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ዓለም</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ማጽናት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የጸናውን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ዓለም</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መጠበቅ</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እንዲሁም</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በሁለት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ልብ</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የሚያነክሰውን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ዓለም</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ሚናውን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እንዲለይ</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ማድረግ</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ይጠበቅባቸዋል</a:t>
          </a:r>
          <a:r>
            <a:rPr lang="en-US" sz="2000" dirty="0" smtClean="0">
              <a:latin typeface="Times New Roman" pitchFamily="18" charset="0"/>
              <a:ea typeface="Ebrima" pitchFamily="2" charset="0"/>
              <a:cs typeface="Times New Roman" pitchFamily="18" charset="0"/>
            </a:rPr>
            <a:t> ፡፡</a:t>
          </a:r>
          <a:endParaRPr lang="en-US" sz="2000" b="0" dirty="0">
            <a:latin typeface="Times New Roman" pitchFamily="18" charset="0"/>
            <a:cs typeface="Times New Roman" pitchFamily="18" charset="0"/>
          </a:endParaRPr>
        </a:p>
      </dgm:t>
    </dgm:pt>
    <dgm:pt modelId="{A2C56A54-0DFC-4B78-B547-C8BA4D68DF31}" type="parTrans" cxnId="{6D2B5406-385B-45D3-8B50-B9AAC8F75751}">
      <dgm:prSet/>
      <dgm:spPr/>
    </dgm:pt>
    <dgm:pt modelId="{7F7D123E-F8DD-4CAC-A5EA-EFA41457FAEE}" type="sibTrans" cxnId="{6D2B5406-385B-45D3-8B50-B9AAC8F75751}">
      <dgm:prSet/>
      <dgm:spPr/>
    </dgm:pt>
    <dgm:pt modelId="{E881B5F8-8135-4E6D-8757-E6B89420D7B7}">
      <dgm:prSet custT="1"/>
      <dgm:spPr/>
      <dgm:t>
        <a:bodyPr/>
        <a:lstStyle/>
        <a:p>
          <a:pPr algn="just"/>
          <a:r>
            <a:rPr lang="en-US" sz="2000" dirty="0" err="1" smtClean="0">
              <a:latin typeface="Times New Roman" pitchFamily="18" charset="0"/>
              <a:ea typeface="Ebrima" pitchFamily="2" charset="0"/>
              <a:cs typeface="Times New Roman" pitchFamily="18" charset="0"/>
            </a:rPr>
            <a:t>ካህናት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የሚያስተምሩት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ትምህርት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በመንፈስ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ቅዱስ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ኃይል</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በሕይወት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በኃላፊነት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በበቂ</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ዝግጅት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ጭምር</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የሚገለጥ</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መሆን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አለበት</a:t>
          </a:r>
          <a:r>
            <a:rPr lang="en-US" sz="2000" dirty="0" smtClean="0">
              <a:latin typeface="Times New Roman" pitchFamily="18" charset="0"/>
              <a:ea typeface="Ebrima" pitchFamily="2" charset="0"/>
              <a:cs typeface="Times New Roman" pitchFamily="18" charset="0"/>
            </a:rPr>
            <a:t>፡፡</a:t>
          </a:r>
          <a:endParaRPr lang="en-US" sz="2000" dirty="0">
            <a:latin typeface="Times New Roman" pitchFamily="18" charset="0"/>
            <a:ea typeface="Ebrima" pitchFamily="2" charset="0"/>
            <a:cs typeface="Times New Roman" pitchFamily="18" charset="0"/>
          </a:endParaRPr>
        </a:p>
      </dgm:t>
    </dgm:pt>
    <dgm:pt modelId="{0431F88B-12C1-4E55-9FD6-B7299CE04FEC}" type="parTrans" cxnId="{F01E06F4-691A-4863-A73F-B7AD57FADEB3}">
      <dgm:prSet/>
      <dgm:spPr/>
      <dgm:t>
        <a:bodyPr/>
        <a:lstStyle/>
        <a:p>
          <a:endParaRPr lang="en-US"/>
        </a:p>
      </dgm:t>
    </dgm:pt>
    <dgm:pt modelId="{EB1DF986-C57B-415F-8C1E-3B0DC3F55937}" type="sibTrans" cxnId="{F01E06F4-691A-4863-A73F-B7AD57FADEB3}">
      <dgm:prSet/>
      <dgm:spPr/>
      <dgm:t>
        <a:bodyPr/>
        <a:lstStyle/>
        <a:p>
          <a:endParaRPr lang="en-US"/>
        </a:p>
      </dgm:t>
    </dgm:pt>
    <dgm:pt modelId="{ECC6F77E-B0BD-44C4-8CAC-4072C32E98C1}">
      <dgm:prSet custT="1"/>
      <dgm:spPr/>
      <dgm:t>
        <a:bodyPr/>
        <a:lstStyle/>
        <a:p>
          <a:pPr algn="just"/>
          <a:r>
            <a:rPr lang="en-US" sz="2000" b="1" dirty="0" smtClean="0">
              <a:latin typeface="Times New Roman" pitchFamily="18" charset="0"/>
              <a:ea typeface="Ebrima" pitchFamily="2" charset="0"/>
              <a:cs typeface="Times New Roman" pitchFamily="18" charset="0"/>
            </a:rPr>
            <a:t>1ተሰ 1፡5- </a:t>
          </a:r>
          <a:r>
            <a:rPr lang="en-US" sz="2000" dirty="0" err="1" smtClean="0">
              <a:latin typeface="Times New Roman" pitchFamily="18" charset="0"/>
              <a:ea typeface="Ebrima" pitchFamily="2" charset="0"/>
              <a:cs typeface="Times New Roman" pitchFamily="18" charset="0"/>
            </a:rPr>
            <a:t>ወንጌላችንን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በኃይልና</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በመንፈስ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ቅዱስ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በብዙ</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መረዳትም</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እንጂ</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በቃል</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ብቻ</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ወደ</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እናንተ</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አላመጣንም</a:t>
          </a:r>
          <a:r>
            <a:rPr lang="en-US" sz="2000" dirty="0" smtClean="0">
              <a:latin typeface="Times New Roman" pitchFamily="18" charset="0"/>
              <a:ea typeface="Ebrima" pitchFamily="2" charset="0"/>
              <a:cs typeface="Times New Roman" pitchFamily="18" charset="0"/>
            </a:rPr>
            <a:t>፡፡ </a:t>
          </a:r>
          <a:endParaRPr lang="en-US" sz="2000" dirty="0">
            <a:latin typeface="Times New Roman" pitchFamily="18" charset="0"/>
            <a:ea typeface="Ebrima" pitchFamily="2" charset="0"/>
            <a:cs typeface="Times New Roman" pitchFamily="18" charset="0"/>
          </a:endParaRPr>
        </a:p>
      </dgm:t>
    </dgm:pt>
    <dgm:pt modelId="{FFEFD19C-B1C9-4A36-94A2-9DDD71C7078B}" type="parTrans" cxnId="{319CF2CD-9D60-4506-9D06-F9671F7E61D2}">
      <dgm:prSet/>
      <dgm:spPr/>
      <dgm:t>
        <a:bodyPr/>
        <a:lstStyle/>
        <a:p>
          <a:endParaRPr lang="en-US"/>
        </a:p>
      </dgm:t>
    </dgm:pt>
    <dgm:pt modelId="{61CD1EBD-4713-4647-B00A-7312727C03D6}" type="sibTrans" cxnId="{319CF2CD-9D60-4506-9D06-F9671F7E61D2}">
      <dgm:prSet/>
      <dgm:spPr/>
      <dgm:t>
        <a:bodyPr/>
        <a:lstStyle/>
        <a:p>
          <a:endParaRPr lang="en-US"/>
        </a:p>
      </dgm:t>
    </dgm:pt>
    <dgm:pt modelId="{5FE8FAA9-C89C-4613-97B1-F9237D2DFFF6}">
      <dgm:prSet custT="1"/>
      <dgm:spPr/>
      <dgm:t>
        <a:bodyPr/>
        <a:lstStyle/>
        <a:p>
          <a:pPr algn="just"/>
          <a:r>
            <a:rPr lang="en-US" sz="2000" b="1" dirty="0" smtClean="0">
              <a:latin typeface="Times New Roman" pitchFamily="18" charset="0"/>
              <a:ea typeface="Ebrima" pitchFamily="2" charset="0"/>
              <a:cs typeface="Times New Roman" pitchFamily="18" charset="0"/>
            </a:rPr>
            <a:t>2ቆሮ 10፡11- </a:t>
          </a:r>
          <a:r>
            <a:rPr lang="en-US" sz="2000" dirty="0" err="1" smtClean="0">
              <a:latin typeface="Times New Roman" pitchFamily="18" charset="0"/>
              <a:ea typeface="Ebrima" pitchFamily="2" charset="0"/>
              <a:cs typeface="Times New Roman" pitchFamily="18" charset="0"/>
            </a:rPr>
            <a:t>በመልክታችን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በኩል</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በቃል</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እንዳለን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በፊቱ</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ደግሞ</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ሳለን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በሥራ</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እንዲሁ</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ነን</a:t>
          </a:r>
          <a:r>
            <a:rPr lang="en-US" sz="2000" dirty="0" smtClean="0">
              <a:latin typeface="Times New Roman" pitchFamily="18" charset="0"/>
              <a:ea typeface="Ebrima" pitchFamily="2" charset="0"/>
              <a:cs typeface="Times New Roman" pitchFamily="18" charset="0"/>
            </a:rPr>
            <a:t>፡፡</a:t>
          </a:r>
          <a:endParaRPr lang="en-US" sz="2000" dirty="0">
            <a:latin typeface="Times New Roman" pitchFamily="18" charset="0"/>
            <a:ea typeface="Ebrima" pitchFamily="2" charset="0"/>
            <a:cs typeface="Times New Roman" pitchFamily="18" charset="0"/>
          </a:endParaRPr>
        </a:p>
      </dgm:t>
    </dgm:pt>
    <dgm:pt modelId="{49738032-26C6-4BF0-AF2E-5DEB7AF8C5C2}" type="parTrans" cxnId="{3BE8C734-70B4-4DD2-830F-636CB0D780EF}">
      <dgm:prSet/>
      <dgm:spPr/>
      <dgm:t>
        <a:bodyPr/>
        <a:lstStyle/>
        <a:p>
          <a:endParaRPr lang="en-US"/>
        </a:p>
      </dgm:t>
    </dgm:pt>
    <dgm:pt modelId="{CB39A780-BEE9-4A97-B4E7-D0602804556B}" type="sibTrans" cxnId="{3BE8C734-70B4-4DD2-830F-636CB0D780EF}">
      <dgm:prSet/>
      <dgm:spPr/>
      <dgm:t>
        <a:bodyPr/>
        <a:lstStyle/>
        <a:p>
          <a:endParaRPr lang="en-US"/>
        </a:p>
      </dgm:t>
    </dgm:pt>
    <dgm:pt modelId="{0001102F-24FB-49D4-A17A-0C2265CF55A6}">
      <dgm:prSet custT="1"/>
      <dgm:spPr/>
      <dgm:t>
        <a:bodyPr/>
        <a:lstStyle/>
        <a:p>
          <a:pPr algn="just"/>
          <a:r>
            <a:rPr lang="en-US" sz="2000" b="1" dirty="0" smtClean="0">
              <a:latin typeface="Times New Roman" pitchFamily="18" charset="0"/>
              <a:ea typeface="Ebrima" pitchFamily="2" charset="0"/>
              <a:cs typeface="Times New Roman" pitchFamily="18" charset="0"/>
            </a:rPr>
            <a:t>1ጴጥ 3፡15- </a:t>
          </a:r>
          <a:r>
            <a:rPr lang="en-US" sz="2000" dirty="0" err="1" smtClean="0">
              <a:latin typeface="Times New Roman" pitchFamily="18" charset="0"/>
              <a:ea typeface="Ebrima" pitchFamily="2" charset="0"/>
              <a:cs typeface="Times New Roman" pitchFamily="18" charset="0"/>
            </a:rPr>
            <a:t>ለሚጠይቁን</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ሁሉ</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መልስ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ለመስጠት</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ዘወትር</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የተዘጋጃችሁ</a:t>
          </a:r>
          <a:r>
            <a:rPr lang="en-US" sz="2000" dirty="0" smtClean="0">
              <a:latin typeface="Times New Roman" pitchFamily="18" charset="0"/>
              <a:ea typeface="Ebrima" pitchFamily="2" charset="0"/>
              <a:cs typeface="Times New Roman" pitchFamily="18" charset="0"/>
            </a:rPr>
            <a:t> </a:t>
          </a:r>
          <a:r>
            <a:rPr lang="en-US" sz="2000" dirty="0" err="1" smtClean="0">
              <a:latin typeface="Times New Roman" pitchFamily="18" charset="0"/>
              <a:ea typeface="Ebrima" pitchFamily="2" charset="0"/>
              <a:cs typeface="Times New Roman" pitchFamily="18" charset="0"/>
            </a:rPr>
            <a:t>ሁኑ</a:t>
          </a:r>
          <a:r>
            <a:rPr lang="en-US" sz="2000" dirty="0" smtClean="0">
              <a:latin typeface="Times New Roman" pitchFamily="18" charset="0"/>
              <a:ea typeface="Ebrima" pitchFamily="2" charset="0"/>
              <a:cs typeface="Times New Roman" pitchFamily="18" charset="0"/>
            </a:rPr>
            <a:t>፡፡ </a:t>
          </a:r>
          <a:endParaRPr lang="en-US" sz="2000" dirty="0">
            <a:latin typeface="Times New Roman" pitchFamily="18" charset="0"/>
            <a:ea typeface="Ebrima" pitchFamily="2" charset="0"/>
            <a:cs typeface="Times New Roman" pitchFamily="18" charset="0"/>
          </a:endParaRPr>
        </a:p>
      </dgm:t>
    </dgm:pt>
    <dgm:pt modelId="{1E02B8FB-292C-49CF-AC7E-E4572D5FCD7A}" type="parTrans" cxnId="{7682E373-C9B2-47CF-A079-87224C36C5E1}">
      <dgm:prSet/>
      <dgm:spPr/>
      <dgm:t>
        <a:bodyPr/>
        <a:lstStyle/>
        <a:p>
          <a:endParaRPr lang="en-US"/>
        </a:p>
      </dgm:t>
    </dgm:pt>
    <dgm:pt modelId="{06B23A19-50E1-4E2E-9477-25A2A7210B9F}" type="sibTrans" cxnId="{7682E373-C9B2-47CF-A079-87224C36C5E1}">
      <dgm:prSet/>
      <dgm:spPr/>
      <dgm:t>
        <a:bodyPr/>
        <a:lstStyle/>
        <a:p>
          <a:endParaRPr lang="en-US"/>
        </a:p>
      </dgm:t>
    </dgm:pt>
    <dgm:pt modelId="{FB91CFE4-6DD4-4193-8AD9-BDFA3E254AF7}">
      <dgm:prSet/>
      <dgm:spPr/>
      <dgm:t>
        <a:bodyPr/>
        <a:lstStyle/>
        <a:p>
          <a:pPr algn="l"/>
          <a:endParaRPr lang="en-US" sz="1900" dirty="0"/>
        </a:p>
      </dgm:t>
    </dgm:pt>
    <dgm:pt modelId="{882AD10F-B94E-4A0E-93FB-B4A70A4DFD9D}" type="parTrans" cxnId="{A5409231-8F23-4D89-A123-25BD48F8535B}">
      <dgm:prSet/>
      <dgm:spPr/>
      <dgm:t>
        <a:bodyPr/>
        <a:lstStyle/>
        <a:p>
          <a:endParaRPr lang="en-US"/>
        </a:p>
      </dgm:t>
    </dgm:pt>
    <dgm:pt modelId="{6E526B03-A81A-4052-B019-F5A08AA12F0F}" type="sibTrans" cxnId="{A5409231-8F23-4D89-A123-25BD48F8535B}">
      <dgm:prSet/>
      <dgm:spPr/>
      <dgm:t>
        <a:bodyPr/>
        <a:lstStyle/>
        <a:p>
          <a:endParaRPr lang="en-US"/>
        </a:p>
      </dgm:t>
    </dgm:pt>
    <dgm:pt modelId="{F2DD0932-500F-4AC2-BA14-CDDDE3809EBC}" type="pres">
      <dgm:prSet presAssocID="{45E17240-6F58-4BA3-9836-E42A35F1D94E}" presName="linear" presStyleCnt="0">
        <dgm:presLayoutVars>
          <dgm:animLvl val="lvl"/>
          <dgm:resizeHandles val="exact"/>
        </dgm:presLayoutVars>
      </dgm:prSet>
      <dgm:spPr/>
      <dgm:t>
        <a:bodyPr/>
        <a:lstStyle/>
        <a:p>
          <a:endParaRPr lang="en-US"/>
        </a:p>
      </dgm:t>
    </dgm:pt>
    <dgm:pt modelId="{4C311009-0B43-48E6-8A36-3194C5514A92}" type="pres">
      <dgm:prSet presAssocID="{F973F6EE-AC1D-4448-9446-8FCFBC1EB870}" presName="parentText" presStyleLbl="node1" presStyleIdx="0" presStyleCnt="1" custLinFactNeighborY="-2508">
        <dgm:presLayoutVars>
          <dgm:chMax val="0"/>
          <dgm:bulletEnabled val="1"/>
        </dgm:presLayoutVars>
      </dgm:prSet>
      <dgm:spPr/>
      <dgm:t>
        <a:bodyPr/>
        <a:lstStyle/>
        <a:p>
          <a:endParaRPr lang="en-US"/>
        </a:p>
      </dgm:t>
    </dgm:pt>
    <dgm:pt modelId="{72892AAC-EAF6-4F9C-8DF4-DF1C0933C38D}" type="pres">
      <dgm:prSet presAssocID="{F973F6EE-AC1D-4448-9446-8FCFBC1EB870}" presName="childText" presStyleLbl="revTx" presStyleIdx="0" presStyleCnt="1">
        <dgm:presLayoutVars>
          <dgm:bulletEnabled val="1"/>
        </dgm:presLayoutVars>
      </dgm:prSet>
      <dgm:spPr/>
      <dgm:t>
        <a:bodyPr/>
        <a:lstStyle/>
        <a:p>
          <a:endParaRPr lang="en-US"/>
        </a:p>
      </dgm:t>
    </dgm:pt>
  </dgm:ptLst>
  <dgm:cxnLst>
    <dgm:cxn modelId="{6D7B0F73-FF92-42BB-943D-6C3CA9420BC7}" srcId="{F973F6EE-AC1D-4448-9446-8FCFBC1EB870}" destId="{537DA79B-43BF-43E4-9A80-D1E1CA902E99}" srcOrd="1" destOrd="0" parTransId="{9A1FCBC6-8FA7-4D5B-8F32-6A2885C92A25}" sibTransId="{90E65841-881D-4CAA-9CD8-35F7E1072E4D}"/>
    <dgm:cxn modelId="{F2938142-AE9F-44FC-9CF0-B687557206B6}" type="presOf" srcId="{F973F6EE-AC1D-4448-9446-8FCFBC1EB870}" destId="{4C311009-0B43-48E6-8A36-3194C5514A92}" srcOrd="0" destOrd="0" presId="urn:microsoft.com/office/officeart/2005/8/layout/vList2"/>
    <dgm:cxn modelId="{7682E373-C9B2-47CF-A079-87224C36C5E1}" srcId="{F973F6EE-AC1D-4448-9446-8FCFBC1EB870}" destId="{0001102F-24FB-49D4-A17A-0C2265CF55A6}" srcOrd="6" destOrd="0" parTransId="{1E02B8FB-292C-49CF-AC7E-E4572D5FCD7A}" sibTransId="{06B23A19-50E1-4E2E-9477-25A2A7210B9F}"/>
    <dgm:cxn modelId="{ABE9724B-3718-4761-904B-8A28D96813C1}" type="presOf" srcId="{537DA79B-43BF-43E4-9A80-D1E1CA902E99}" destId="{72892AAC-EAF6-4F9C-8DF4-DF1C0933C38D}" srcOrd="0" destOrd="1" presId="urn:microsoft.com/office/officeart/2005/8/layout/vList2"/>
    <dgm:cxn modelId="{5366418D-1AAE-4E76-A6AC-5640747C4845}" type="presOf" srcId="{5FE8FAA9-C89C-4613-97B1-F9237D2DFFF6}" destId="{72892AAC-EAF6-4F9C-8DF4-DF1C0933C38D}" srcOrd="0" destOrd="5" presId="urn:microsoft.com/office/officeart/2005/8/layout/vList2"/>
    <dgm:cxn modelId="{AE064EA2-AD73-4BDD-89CF-45044E27C8C4}" srcId="{F973F6EE-AC1D-4448-9446-8FCFBC1EB870}" destId="{3B2DF2FC-7DA5-457C-93E6-B8909B4AD1AE}" srcOrd="0" destOrd="0" parTransId="{6B7FC71C-C225-427D-BA00-220D0680E9DE}" sibTransId="{7D58A268-68AB-4F0B-B939-72E4BB1FDE99}"/>
    <dgm:cxn modelId="{55409A3C-1821-4123-9282-FFC6901AC3B0}" type="presOf" srcId="{0001102F-24FB-49D4-A17A-0C2265CF55A6}" destId="{72892AAC-EAF6-4F9C-8DF4-DF1C0933C38D}" srcOrd="0" destOrd="6" presId="urn:microsoft.com/office/officeart/2005/8/layout/vList2"/>
    <dgm:cxn modelId="{60E949D5-84C9-4C87-B672-0E75144BC511}" type="presOf" srcId="{1273D870-586B-4CD0-A86F-80C52A1C657F}" destId="{72892AAC-EAF6-4F9C-8DF4-DF1C0933C38D}" srcOrd="0" destOrd="2" presId="urn:microsoft.com/office/officeart/2005/8/layout/vList2"/>
    <dgm:cxn modelId="{E5F5D3AF-702D-4268-A128-5794087666E2}" type="presOf" srcId="{45E17240-6F58-4BA3-9836-E42A35F1D94E}" destId="{F2DD0932-500F-4AC2-BA14-CDDDE3809EBC}" srcOrd="0" destOrd="0" presId="urn:microsoft.com/office/officeart/2005/8/layout/vList2"/>
    <dgm:cxn modelId="{AFEBA19C-530A-4B98-AFE2-4B5AC6B9D374}" type="presOf" srcId="{FB91CFE4-6DD4-4193-8AD9-BDFA3E254AF7}" destId="{72892AAC-EAF6-4F9C-8DF4-DF1C0933C38D}" srcOrd="0" destOrd="7" presId="urn:microsoft.com/office/officeart/2005/8/layout/vList2"/>
    <dgm:cxn modelId="{F01E06F4-691A-4863-A73F-B7AD57FADEB3}" srcId="{F973F6EE-AC1D-4448-9446-8FCFBC1EB870}" destId="{E881B5F8-8135-4E6D-8757-E6B89420D7B7}" srcOrd="3" destOrd="0" parTransId="{0431F88B-12C1-4E55-9FD6-B7299CE04FEC}" sibTransId="{EB1DF986-C57B-415F-8C1E-3B0DC3F55937}"/>
    <dgm:cxn modelId="{3BE8C734-70B4-4DD2-830F-636CB0D780EF}" srcId="{F973F6EE-AC1D-4448-9446-8FCFBC1EB870}" destId="{5FE8FAA9-C89C-4613-97B1-F9237D2DFFF6}" srcOrd="5" destOrd="0" parTransId="{49738032-26C6-4BF0-AF2E-5DEB7AF8C5C2}" sibTransId="{CB39A780-BEE9-4A97-B4E7-D0602804556B}"/>
    <dgm:cxn modelId="{A5409231-8F23-4D89-A123-25BD48F8535B}" srcId="{F973F6EE-AC1D-4448-9446-8FCFBC1EB870}" destId="{FB91CFE4-6DD4-4193-8AD9-BDFA3E254AF7}" srcOrd="7" destOrd="0" parTransId="{882AD10F-B94E-4A0E-93FB-B4A70A4DFD9D}" sibTransId="{6E526B03-A81A-4052-B019-F5A08AA12F0F}"/>
    <dgm:cxn modelId="{98AC9728-954A-4FC5-8E8A-B3C35AAF1CAE}" type="presOf" srcId="{ECC6F77E-B0BD-44C4-8CAC-4072C32E98C1}" destId="{72892AAC-EAF6-4F9C-8DF4-DF1C0933C38D}" srcOrd="0" destOrd="4" presId="urn:microsoft.com/office/officeart/2005/8/layout/vList2"/>
    <dgm:cxn modelId="{99466868-E9E2-4C12-9991-5557AA599050}" type="presOf" srcId="{E881B5F8-8135-4E6D-8757-E6B89420D7B7}" destId="{72892AAC-EAF6-4F9C-8DF4-DF1C0933C38D}" srcOrd="0" destOrd="3" presId="urn:microsoft.com/office/officeart/2005/8/layout/vList2"/>
    <dgm:cxn modelId="{B13990DC-B774-43F8-9875-79E7514B40E0}" type="presOf" srcId="{3B2DF2FC-7DA5-457C-93E6-B8909B4AD1AE}" destId="{72892AAC-EAF6-4F9C-8DF4-DF1C0933C38D}" srcOrd="0" destOrd="0" presId="urn:microsoft.com/office/officeart/2005/8/layout/vList2"/>
    <dgm:cxn modelId="{319CF2CD-9D60-4506-9D06-F9671F7E61D2}" srcId="{F973F6EE-AC1D-4448-9446-8FCFBC1EB870}" destId="{ECC6F77E-B0BD-44C4-8CAC-4072C32E98C1}" srcOrd="4" destOrd="0" parTransId="{FFEFD19C-B1C9-4A36-94A2-9DDD71C7078B}" sibTransId="{61CD1EBD-4713-4647-B00A-7312727C03D6}"/>
    <dgm:cxn modelId="{B1AD847C-DBD0-4B53-911E-12AFA06B2C3A}" srcId="{45E17240-6F58-4BA3-9836-E42A35F1D94E}" destId="{F973F6EE-AC1D-4448-9446-8FCFBC1EB870}" srcOrd="0" destOrd="0" parTransId="{419EA82A-CC94-4731-88F7-0E1EB1B8DC29}" sibTransId="{BB022199-E510-4363-ADC9-A660F94B958F}"/>
    <dgm:cxn modelId="{6D2B5406-385B-45D3-8B50-B9AAC8F75751}" srcId="{F973F6EE-AC1D-4448-9446-8FCFBC1EB870}" destId="{1273D870-586B-4CD0-A86F-80C52A1C657F}" srcOrd="2" destOrd="0" parTransId="{A2C56A54-0DFC-4B78-B547-C8BA4D68DF31}" sibTransId="{7F7D123E-F8DD-4CAC-A5EA-EFA41457FAEE}"/>
    <dgm:cxn modelId="{045CD68C-599B-4906-A764-2857612A70AF}" type="presParOf" srcId="{F2DD0932-500F-4AC2-BA14-CDDDE3809EBC}" destId="{4C311009-0B43-48E6-8A36-3194C5514A92}" srcOrd="0" destOrd="0" presId="urn:microsoft.com/office/officeart/2005/8/layout/vList2"/>
    <dgm:cxn modelId="{BE05A510-7921-4C38-80BF-52CD29DE4535}" type="presParOf" srcId="{F2DD0932-500F-4AC2-BA14-CDDDE3809EBC}" destId="{72892AAC-EAF6-4F9C-8DF4-DF1C0933C38D}"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BC9FEC4F-A5C2-4F40-9F4B-FEAE31E1117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0172A33-6FF3-40C8-BE54-987FA7682A85}">
      <dgm:prSet custT="1"/>
      <dgm:spPr/>
      <dgm:t>
        <a:bodyPr/>
        <a:lstStyle/>
        <a:p>
          <a:pPr rtl="0"/>
          <a:r>
            <a:rPr lang="en-US" sz="2400" b="1" dirty="0" smtClean="0">
              <a:latin typeface="Times New Roman" pitchFamily="18" charset="0"/>
              <a:cs typeface="Times New Roman" pitchFamily="18" charset="0"/>
            </a:rPr>
            <a:t>Preaching the Gospel…</a:t>
          </a:r>
          <a:endParaRPr lang="en-US" sz="2400" dirty="0">
            <a:latin typeface="Times New Roman" pitchFamily="18" charset="0"/>
            <a:cs typeface="Times New Roman" pitchFamily="18" charset="0"/>
          </a:endParaRPr>
        </a:p>
      </dgm:t>
    </dgm:pt>
    <dgm:pt modelId="{CBB2FF37-4C86-4457-9A17-26C7F4863601}" type="parTrans" cxnId="{949D3E83-D4B2-4D49-AB04-D76EAC853F1A}">
      <dgm:prSet/>
      <dgm:spPr/>
      <dgm:t>
        <a:bodyPr/>
        <a:lstStyle/>
        <a:p>
          <a:endParaRPr lang="en-US"/>
        </a:p>
      </dgm:t>
    </dgm:pt>
    <dgm:pt modelId="{D909A70A-FF5C-4DB3-BAF6-D37347E67C3A}" type="sibTrans" cxnId="{949D3E83-D4B2-4D49-AB04-D76EAC853F1A}">
      <dgm:prSet/>
      <dgm:spPr/>
      <dgm:t>
        <a:bodyPr/>
        <a:lstStyle/>
        <a:p>
          <a:endParaRPr lang="en-US"/>
        </a:p>
      </dgm:t>
    </dgm:pt>
    <dgm:pt modelId="{B969C3B2-3E7E-4C2F-A19B-87749D25C743}">
      <dgm:prSet custT="1"/>
      <dgm:spPr/>
      <dgm:t>
        <a:bodyPr/>
        <a:lstStyle/>
        <a:p>
          <a:pPr algn="just" rtl="0"/>
          <a:r>
            <a:rPr lang="en-US" sz="1800" b="1" dirty="0" err="1" smtClean="0">
              <a:latin typeface="Ebrima" pitchFamily="2" charset="0"/>
              <a:ea typeface="Ebrima" pitchFamily="2" charset="0"/>
              <a:cs typeface="Ebrima" pitchFamily="2" charset="0"/>
            </a:rPr>
            <a:t>የመጋቢነት</a:t>
          </a:r>
          <a:r>
            <a:rPr lang="en-US" sz="1800" b="1" dirty="0" smtClean="0">
              <a:latin typeface="Ebrima" pitchFamily="2" charset="0"/>
              <a:ea typeface="Ebrima" pitchFamily="2" charset="0"/>
              <a:cs typeface="Ebrima" pitchFamily="2" charset="0"/>
            </a:rPr>
            <a:t> </a:t>
          </a:r>
          <a:r>
            <a:rPr lang="en-US" sz="1800" b="1" dirty="0" err="1" smtClean="0">
              <a:latin typeface="Ebrima" pitchFamily="2" charset="0"/>
              <a:ea typeface="Ebrima" pitchFamily="2" charset="0"/>
              <a:cs typeface="Ebrima" pitchFamily="2" charset="0"/>
            </a:rPr>
            <a:t>ተግባር</a:t>
          </a:r>
          <a:r>
            <a:rPr lang="en-US" sz="1800" b="1"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መመገብ</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ማለት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ደግሞ</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በክርስቶስ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መከራ</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ሞት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ትንሳኤ</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ለሰው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ልጅ</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ሁሉ</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የተሰጠውን</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ልጅነት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ጸጋ</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ክብር</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ለሚገባው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አካል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ማደል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ወይም</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መስጠት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ሲሆን</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ካህናት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በዚህ</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ግብራቸው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ከእግዚአብሔር</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ቀጥለው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መጋቤ</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ዓለማት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ይባላሉ</a:t>
          </a:r>
          <a:r>
            <a:rPr lang="en-US" sz="1800" dirty="0" smtClean="0">
              <a:latin typeface="Ebrima" pitchFamily="2" charset="0"/>
              <a:ea typeface="Ebrima" pitchFamily="2" charset="0"/>
              <a:cs typeface="Ebrima" pitchFamily="2" charset="0"/>
            </a:rPr>
            <a:t> ፡፡</a:t>
          </a:r>
          <a:endParaRPr lang="en-US" sz="1800" dirty="0">
            <a:latin typeface="Ebrima" pitchFamily="2" charset="0"/>
            <a:ea typeface="Ebrima" pitchFamily="2" charset="0"/>
            <a:cs typeface="Ebrima" pitchFamily="2" charset="0"/>
          </a:endParaRPr>
        </a:p>
      </dgm:t>
    </dgm:pt>
    <dgm:pt modelId="{FCBA3149-F35F-436F-A2F1-FA817F19B76B}" type="parTrans" cxnId="{DBDF7DC1-6773-4BD9-9AED-1DF272C07050}">
      <dgm:prSet/>
      <dgm:spPr/>
      <dgm:t>
        <a:bodyPr/>
        <a:lstStyle/>
        <a:p>
          <a:endParaRPr lang="en-US"/>
        </a:p>
      </dgm:t>
    </dgm:pt>
    <dgm:pt modelId="{76BF04C8-3138-4219-837E-900217294441}" type="sibTrans" cxnId="{DBDF7DC1-6773-4BD9-9AED-1DF272C07050}">
      <dgm:prSet/>
      <dgm:spPr/>
      <dgm:t>
        <a:bodyPr/>
        <a:lstStyle/>
        <a:p>
          <a:endParaRPr lang="en-US"/>
        </a:p>
      </dgm:t>
    </dgm:pt>
    <dgm:pt modelId="{5582F90D-6651-4B11-8929-243821C0CDF5}">
      <dgm:prSet custT="1"/>
      <dgm:spPr/>
      <dgm:t>
        <a:bodyPr/>
        <a:lstStyle/>
        <a:p>
          <a:pPr algn="just" rtl="0"/>
          <a:r>
            <a:rPr lang="en-US" sz="1800" b="1" dirty="0" err="1" smtClean="0">
              <a:latin typeface="Ebrima" pitchFamily="2" charset="0"/>
              <a:ea typeface="Ebrima" pitchFamily="2" charset="0"/>
              <a:cs typeface="Ebrima" pitchFamily="2" charset="0"/>
            </a:rPr>
            <a:t>የጠባቂነት</a:t>
          </a:r>
          <a:r>
            <a:rPr lang="en-US" sz="1800" b="1" dirty="0" smtClean="0">
              <a:latin typeface="Ebrima" pitchFamily="2" charset="0"/>
              <a:ea typeface="Ebrima" pitchFamily="2" charset="0"/>
              <a:cs typeface="Ebrima" pitchFamily="2" charset="0"/>
            </a:rPr>
            <a:t> </a:t>
          </a:r>
          <a:r>
            <a:rPr lang="en-US" sz="1800" b="1" dirty="0" err="1" smtClean="0">
              <a:latin typeface="Ebrima" pitchFamily="2" charset="0"/>
              <a:ea typeface="Ebrima" pitchFamily="2" charset="0"/>
              <a:cs typeface="Ebrima" pitchFamily="2" charset="0"/>
            </a:rPr>
            <a:t>ተግባር</a:t>
          </a:r>
          <a:r>
            <a:rPr lang="en-US" sz="1800" b="1"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ጠባቂ</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ማለት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ደግሞ</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ከቀን</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ሰባሪ</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ከሌሊት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ወራሪ</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መታደግ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ወይም</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ማዳን</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ማለት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ሲሆን</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ካህናት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ምዕመናን</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ከተኩላ</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መናፍቅ</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ከክህደት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ትምህርት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ከደዌ</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ኃጢአት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ከርኩሳን</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መናፍስት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ከልዩ</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ልየ</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ፈተናዎች</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ሁሉ</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በየደረጃው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የሚጠብቁ</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በመሆናቸው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በዚህ</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ግብራቸው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ጠባቂ</a:t>
          </a:r>
          <a:r>
            <a:rPr lang="en-US" sz="1800" dirty="0" smtClean="0">
              <a:latin typeface="Ebrima" pitchFamily="2" charset="0"/>
              <a:ea typeface="Ebrima" pitchFamily="2" charset="0"/>
              <a:cs typeface="Ebrima" pitchFamily="2" charset="0"/>
            </a:rPr>
            <a:t>/</a:t>
          </a:r>
          <a:r>
            <a:rPr lang="en-US" sz="1800" dirty="0" err="1" smtClean="0">
              <a:latin typeface="Ebrima" pitchFamily="2" charset="0"/>
              <a:ea typeface="Ebrima" pitchFamily="2" charset="0"/>
              <a:cs typeface="Ebrima" pitchFamily="2" charset="0"/>
            </a:rPr>
            <a:t>ኖላዌ</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ይባላሉ</a:t>
          </a:r>
          <a:r>
            <a:rPr lang="en-US" sz="1800" dirty="0" smtClean="0">
              <a:latin typeface="Ebrima" pitchFamily="2" charset="0"/>
              <a:ea typeface="Ebrima" pitchFamily="2" charset="0"/>
              <a:cs typeface="Ebrima" pitchFamily="2" charset="0"/>
            </a:rPr>
            <a:t> </a:t>
          </a:r>
          <a:r>
            <a:rPr lang="en-US" sz="1800" b="1" dirty="0" smtClean="0">
              <a:latin typeface="Ebrima" pitchFamily="2" charset="0"/>
              <a:ea typeface="Ebrima" pitchFamily="2" charset="0"/>
              <a:cs typeface="Ebrima" pitchFamily="2" charset="0"/>
            </a:rPr>
            <a:t>(</a:t>
          </a:r>
          <a:r>
            <a:rPr lang="en-US" sz="1800" b="1" dirty="0" err="1" smtClean="0">
              <a:latin typeface="Ebrima" pitchFamily="2" charset="0"/>
              <a:ea typeface="Ebrima" pitchFamily="2" charset="0"/>
              <a:cs typeface="Ebrima" pitchFamily="2" charset="0"/>
            </a:rPr>
            <a:t>ዮሐ</a:t>
          </a:r>
          <a:r>
            <a:rPr lang="en-US" sz="1800" b="1" dirty="0" smtClean="0">
              <a:latin typeface="Ebrima" pitchFamily="2" charset="0"/>
              <a:ea typeface="Ebrima" pitchFamily="2" charset="0"/>
              <a:cs typeface="Ebrima" pitchFamily="2" charset="0"/>
            </a:rPr>
            <a:t> 21፡15)</a:t>
          </a:r>
          <a:r>
            <a:rPr lang="en-US" sz="1800" dirty="0" smtClean="0">
              <a:latin typeface="Ebrima" pitchFamily="2" charset="0"/>
              <a:ea typeface="Ebrima" pitchFamily="2" charset="0"/>
              <a:cs typeface="Ebrima" pitchFamily="2" charset="0"/>
            </a:rPr>
            <a:t>፡፡ </a:t>
          </a:r>
          <a:endParaRPr lang="en-US" sz="1800" dirty="0">
            <a:latin typeface="Ebrima" pitchFamily="2" charset="0"/>
            <a:ea typeface="Ebrima" pitchFamily="2" charset="0"/>
            <a:cs typeface="Ebrima" pitchFamily="2" charset="0"/>
          </a:endParaRPr>
        </a:p>
      </dgm:t>
    </dgm:pt>
    <dgm:pt modelId="{6DEDFA8F-ABF7-403F-85BA-50DA9BDF7D3A}" type="parTrans" cxnId="{C1623A95-A5B4-4B4E-A874-AA5B18C33A49}">
      <dgm:prSet/>
      <dgm:spPr/>
      <dgm:t>
        <a:bodyPr/>
        <a:lstStyle/>
        <a:p>
          <a:endParaRPr lang="en-US"/>
        </a:p>
      </dgm:t>
    </dgm:pt>
    <dgm:pt modelId="{AA99CAA4-5C96-4B21-ABE9-8C78A75CC8A6}" type="sibTrans" cxnId="{C1623A95-A5B4-4B4E-A874-AA5B18C33A49}">
      <dgm:prSet/>
      <dgm:spPr/>
      <dgm:t>
        <a:bodyPr/>
        <a:lstStyle/>
        <a:p>
          <a:endParaRPr lang="en-US"/>
        </a:p>
      </dgm:t>
    </dgm:pt>
    <dgm:pt modelId="{75866506-5266-40A9-8241-99F41C4AD6C6}">
      <dgm:prSet custT="1"/>
      <dgm:spPr/>
      <dgm:t>
        <a:bodyPr/>
        <a:lstStyle/>
        <a:p>
          <a:pPr algn="just" rtl="0"/>
          <a:r>
            <a:rPr lang="en-US" sz="1800" b="1" dirty="0" err="1" smtClean="0">
              <a:latin typeface="Ebrima" pitchFamily="2" charset="0"/>
              <a:ea typeface="Ebrima" pitchFamily="2" charset="0"/>
              <a:cs typeface="Ebrima" pitchFamily="2" charset="0"/>
            </a:rPr>
            <a:t>ማቴ</a:t>
          </a:r>
          <a:r>
            <a:rPr lang="en-US" sz="1800" b="1" dirty="0" smtClean="0">
              <a:latin typeface="Ebrima" pitchFamily="2" charset="0"/>
              <a:ea typeface="Ebrima" pitchFamily="2" charset="0"/>
              <a:cs typeface="Ebrima" pitchFamily="2" charset="0"/>
            </a:rPr>
            <a:t> 24፡45- </a:t>
          </a:r>
          <a:r>
            <a:rPr lang="en-US" sz="1800" dirty="0" err="1" smtClean="0">
              <a:latin typeface="Ebrima" pitchFamily="2" charset="0"/>
              <a:ea typeface="Ebrima" pitchFamily="2" charset="0"/>
              <a:cs typeface="Ebrima" pitchFamily="2" charset="0"/>
            </a:rPr>
            <a:t>ጌታው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በቤተሰቦቹ</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ላይ</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የሾመው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ታማኝና</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ልባም</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ባሪያ</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ማን</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ነው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ጌታው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መጥቶ</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እንዲህ</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ሲያደርግ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የሚያገኘው</a:t>
          </a:r>
          <a:r>
            <a:rPr lang="en-US" sz="1800" dirty="0" smtClean="0">
              <a:latin typeface="Ebrima" pitchFamily="2" charset="0"/>
              <a:ea typeface="Ebrima" pitchFamily="2" charset="0"/>
              <a:cs typeface="Ebrima" pitchFamily="2" charset="0"/>
            </a:rPr>
            <a:t> ያ </a:t>
          </a:r>
          <a:r>
            <a:rPr lang="en-US" sz="1800" dirty="0" err="1" smtClean="0">
              <a:latin typeface="Ebrima" pitchFamily="2" charset="0"/>
              <a:ea typeface="Ebrima" pitchFamily="2" charset="0"/>
              <a:cs typeface="Ebrima" pitchFamily="2" charset="0"/>
            </a:rPr>
            <a:t>ባሪያ</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ብፁዕ</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ነው</a:t>
          </a:r>
          <a:r>
            <a:rPr lang="en-US" sz="1800" dirty="0" smtClean="0">
              <a:latin typeface="Ebrima" pitchFamily="2" charset="0"/>
              <a:ea typeface="Ebrima" pitchFamily="2" charset="0"/>
              <a:cs typeface="Ebrima" pitchFamily="2" charset="0"/>
            </a:rPr>
            <a:t>፡፡</a:t>
          </a:r>
          <a:endParaRPr lang="en-US" sz="1800" dirty="0">
            <a:latin typeface="Ebrima" pitchFamily="2" charset="0"/>
            <a:ea typeface="Ebrima" pitchFamily="2" charset="0"/>
            <a:cs typeface="Ebrima" pitchFamily="2" charset="0"/>
          </a:endParaRPr>
        </a:p>
      </dgm:t>
    </dgm:pt>
    <dgm:pt modelId="{F3FDD242-553A-4FF2-83C7-4D7DBB3AA823}" type="parTrans" cxnId="{574DAB82-D47E-4BBE-8907-CFC00B795916}">
      <dgm:prSet/>
      <dgm:spPr/>
      <dgm:t>
        <a:bodyPr/>
        <a:lstStyle/>
        <a:p>
          <a:endParaRPr lang="en-US"/>
        </a:p>
      </dgm:t>
    </dgm:pt>
    <dgm:pt modelId="{23792A64-7EB1-4D78-82F9-3F8B09037FBD}" type="sibTrans" cxnId="{574DAB82-D47E-4BBE-8907-CFC00B795916}">
      <dgm:prSet/>
      <dgm:spPr/>
      <dgm:t>
        <a:bodyPr/>
        <a:lstStyle/>
        <a:p>
          <a:endParaRPr lang="en-US"/>
        </a:p>
      </dgm:t>
    </dgm:pt>
    <dgm:pt modelId="{1F48ECED-6A97-47A6-8A20-94B71AA2862E}">
      <dgm:prSet custT="1"/>
      <dgm:spPr/>
      <dgm:t>
        <a:bodyPr/>
        <a:lstStyle/>
        <a:p>
          <a:pPr algn="just" rtl="0"/>
          <a:r>
            <a:rPr lang="en-US" sz="1800" b="1" dirty="0" err="1" smtClean="0">
              <a:latin typeface="Ebrima" pitchFamily="2" charset="0"/>
              <a:ea typeface="Ebrima" pitchFamily="2" charset="0"/>
              <a:cs typeface="Ebrima" pitchFamily="2" charset="0"/>
            </a:rPr>
            <a:t>የሐስራ</a:t>
          </a:r>
          <a:r>
            <a:rPr lang="en-US" sz="1800" b="1" dirty="0" smtClean="0">
              <a:latin typeface="Ebrima" pitchFamily="2" charset="0"/>
              <a:ea typeface="Ebrima" pitchFamily="2" charset="0"/>
              <a:cs typeface="Ebrima" pitchFamily="2" charset="0"/>
            </a:rPr>
            <a:t> 20፡28- </a:t>
          </a:r>
          <a:r>
            <a:rPr lang="en-US" sz="1800" dirty="0" err="1" smtClean="0">
              <a:latin typeface="Ebrima" pitchFamily="2" charset="0"/>
              <a:ea typeface="Ebrima" pitchFamily="2" charset="0"/>
              <a:cs typeface="Ebrima" pitchFamily="2" charset="0"/>
            </a:rPr>
            <a:t>በገዛ</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ደሙ</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የዋጃትን</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የእግዚአብሔርን</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ቤተ</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ክርስቲያን</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ትጠብቁአት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ዘንድ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መንፈስ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ቅዱስ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እናንተን</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ጳጳሳት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አድርጎ</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ለሾመባት</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ለመንጋው</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ሁሉና</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ለራሳችሁ</a:t>
          </a:r>
          <a:r>
            <a:rPr lang="en-US" sz="1800" dirty="0" smtClean="0">
              <a:latin typeface="Ebrima" pitchFamily="2" charset="0"/>
              <a:ea typeface="Ebrima" pitchFamily="2" charset="0"/>
              <a:cs typeface="Ebrima" pitchFamily="2" charset="0"/>
            </a:rPr>
            <a:t> </a:t>
          </a:r>
          <a:r>
            <a:rPr lang="en-US" sz="1800" dirty="0" err="1" smtClean="0">
              <a:latin typeface="Ebrima" pitchFamily="2" charset="0"/>
              <a:ea typeface="Ebrima" pitchFamily="2" charset="0"/>
              <a:cs typeface="Ebrima" pitchFamily="2" charset="0"/>
            </a:rPr>
            <a:t>ተጠንቀቁ</a:t>
          </a:r>
          <a:r>
            <a:rPr lang="en-US" sz="1800" dirty="0" smtClean="0">
              <a:latin typeface="Ebrima" pitchFamily="2" charset="0"/>
              <a:ea typeface="Ebrima" pitchFamily="2" charset="0"/>
              <a:cs typeface="Ebrima" pitchFamily="2" charset="0"/>
            </a:rPr>
            <a:t>፡፡</a:t>
          </a:r>
          <a:endParaRPr lang="en-US" sz="1800" dirty="0">
            <a:latin typeface="Ebrima" pitchFamily="2" charset="0"/>
            <a:ea typeface="Ebrima" pitchFamily="2" charset="0"/>
            <a:cs typeface="Ebrima" pitchFamily="2" charset="0"/>
          </a:endParaRPr>
        </a:p>
      </dgm:t>
    </dgm:pt>
    <dgm:pt modelId="{CA09D354-5221-4ACD-B274-6D87924EA4C9}" type="parTrans" cxnId="{F5169BD3-8069-416E-A161-C87DE5157816}">
      <dgm:prSet/>
      <dgm:spPr/>
      <dgm:t>
        <a:bodyPr/>
        <a:lstStyle/>
        <a:p>
          <a:endParaRPr lang="en-US"/>
        </a:p>
      </dgm:t>
    </dgm:pt>
    <dgm:pt modelId="{923D4DB6-0250-4CAE-8208-A9642AD111AB}" type="sibTrans" cxnId="{F5169BD3-8069-416E-A161-C87DE5157816}">
      <dgm:prSet/>
      <dgm:spPr/>
      <dgm:t>
        <a:bodyPr/>
        <a:lstStyle/>
        <a:p>
          <a:endParaRPr lang="en-US"/>
        </a:p>
      </dgm:t>
    </dgm:pt>
    <dgm:pt modelId="{AA20CD1E-21E0-4E4B-803E-6AEADBFDDF6F}">
      <dgm:prSet custT="1"/>
      <dgm:spPr/>
      <dgm:t>
        <a:bodyPr/>
        <a:lstStyle/>
        <a:p>
          <a:pPr algn="just" rtl="0"/>
          <a:r>
            <a:rPr lang="en-GB" sz="1800" dirty="0" smtClean="0">
              <a:latin typeface="Ebrima" pitchFamily="2" charset="0"/>
              <a:ea typeface="Ebrima" pitchFamily="2" charset="0"/>
              <a:cs typeface="Ebrima" pitchFamily="2" charset="0"/>
            </a:rPr>
            <a:t>The bishop is expected to preach the gospel in order to make the persons get the kingdom of God. </a:t>
          </a:r>
          <a:endParaRPr lang="en-US" sz="1800" dirty="0">
            <a:latin typeface="Ebrima" pitchFamily="2" charset="0"/>
            <a:ea typeface="Ebrima" pitchFamily="2" charset="0"/>
            <a:cs typeface="Ebrima" pitchFamily="2" charset="0"/>
          </a:endParaRPr>
        </a:p>
      </dgm:t>
    </dgm:pt>
    <dgm:pt modelId="{4EDF3022-C396-43EA-B834-379FE90AEFA0}" type="parTrans" cxnId="{93D2F860-575B-486F-9630-CFF8D98C3230}">
      <dgm:prSet/>
      <dgm:spPr/>
      <dgm:t>
        <a:bodyPr/>
        <a:lstStyle/>
        <a:p>
          <a:endParaRPr lang="en-US"/>
        </a:p>
      </dgm:t>
    </dgm:pt>
    <dgm:pt modelId="{FD05EDAC-E591-42FC-9A37-99EFA9F6CA27}" type="sibTrans" cxnId="{93D2F860-575B-486F-9630-CFF8D98C3230}">
      <dgm:prSet/>
      <dgm:spPr/>
      <dgm:t>
        <a:bodyPr/>
        <a:lstStyle/>
        <a:p>
          <a:endParaRPr lang="en-US"/>
        </a:p>
      </dgm:t>
    </dgm:pt>
    <dgm:pt modelId="{3099F9D3-BC94-42FA-90CA-0C52EA2FC243}">
      <dgm:prSet custT="1"/>
      <dgm:spPr/>
      <dgm:t>
        <a:bodyPr/>
        <a:lstStyle/>
        <a:p>
          <a:pPr algn="just" rtl="0"/>
          <a:r>
            <a:rPr lang="en-GB" sz="1800" dirty="0" smtClean="0">
              <a:latin typeface="Ebrima" pitchFamily="2" charset="0"/>
              <a:ea typeface="Ebrima" pitchFamily="2" charset="0"/>
              <a:cs typeface="Ebrima" pitchFamily="2" charset="0"/>
            </a:rPr>
            <a:t>To fulfil this every bishop is assigned to a place where he is in a position to keep the truth. </a:t>
          </a:r>
          <a:endParaRPr lang="en-US" sz="1800" dirty="0">
            <a:latin typeface="Ebrima" pitchFamily="2" charset="0"/>
            <a:ea typeface="Ebrima" pitchFamily="2" charset="0"/>
            <a:cs typeface="Ebrima" pitchFamily="2" charset="0"/>
          </a:endParaRPr>
        </a:p>
      </dgm:t>
    </dgm:pt>
    <dgm:pt modelId="{54C72826-3451-4C55-B64A-38F7C0BFF3A1}" type="parTrans" cxnId="{D7216692-34F8-4B73-970F-E1DBEDDB7785}">
      <dgm:prSet/>
      <dgm:spPr/>
      <dgm:t>
        <a:bodyPr/>
        <a:lstStyle/>
        <a:p>
          <a:endParaRPr lang="en-US"/>
        </a:p>
      </dgm:t>
    </dgm:pt>
    <dgm:pt modelId="{31D73B90-1D1F-4842-ACD3-9ECB9B75DFDB}" type="sibTrans" cxnId="{D7216692-34F8-4B73-970F-E1DBEDDB7785}">
      <dgm:prSet/>
      <dgm:spPr/>
      <dgm:t>
        <a:bodyPr/>
        <a:lstStyle/>
        <a:p>
          <a:endParaRPr lang="en-US"/>
        </a:p>
      </dgm:t>
    </dgm:pt>
    <dgm:pt modelId="{32508124-33AC-418F-B945-16CBCD21D6A7}">
      <dgm:prSet custT="1"/>
      <dgm:spPr/>
      <dgm:t>
        <a:bodyPr/>
        <a:lstStyle/>
        <a:p>
          <a:pPr algn="just" rtl="0"/>
          <a:r>
            <a:rPr lang="en-GB" sz="1800" dirty="0" smtClean="0">
              <a:latin typeface="Ebrima" pitchFamily="2" charset="0"/>
              <a:ea typeface="Ebrima" pitchFamily="2" charset="0"/>
              <a:cs typeface="Ebrima" pitchFamily="2" charset="0"/>
            </a:rPr>
            <a:t>All bishops are regarded as representative of the apostles on the earth and have the same power and dignity. </a:t>
          </a:r>
          <a:endParaRPr lang="en-US" sz="1800" dirty="0">
            <a:latin typeface="Ebrima" pitchFamily="2" charset="0"/>
            <a:ea typeface="Ebrima" pitchFamily="2" charset="0"/>
            <a:cs typeface="Ebrima" pitchFamily="2" charset="0"/>
          </a:endParaRPr>
        </a:p>
      </dgm:t>
    </dgm:pt>
    <dgm:pt modelId="{C95AB463-218B-40D6-89D3-CE6482F997A8}" type="parTrans" cxnId="{C0BFFB88-35B2-4ADB-8C08-F59933330823}">
      <dgm:prSet/>
      <dgm:spPr/>
      <dgm:t>
        <a:bodyPr/>
        <a:lstStyle/>
        <a:p>
          <a:endParaRPr lang="en-US"/>
        </a:p>
      </dgm:t>
    </dgm:pt>
    <dgm:pt modelId="{ACC5D413-E8DD-47DB-AF8E-9C0B659DEF6B}" type="sibTrans" cxnId="{C0BFFB88-35B2-4ADB-8C08-F59933330823}">
      <dgm:prSet/>
      <dgm:spPr/>
      <dgm:t>
        <a:bodyPr/>
        <a:lstStyle/>
        <a:p>
          <a:endParaRPr lang="en-US"/>
        </a:p>
      </dgm:t>
    </dgm:pt>
    <dgm:pt modelId="{A94EAC7E-F577-4257-B5AD-E84F373CFE66}">
      <dgm:prSet custT="1"/>
      <dgm:spPr/>
      <dgm:t>
        <a:bodyPr/>
        <a:lstStyle/>
        <a:p>
          <a:pPr algn="just" rtl="0"/>
          <a:r>
            <a:rPr lang="en-GB" sz="1800" dirty="0" smtClean="0">
              <a:latin typeface="Ebrima" pitchFamily="2" charset="0"/>
              <a:ea typeface="Ebrima" pitchFamily="2" charset="0"/>
              <a:cs typeface="Ebrima" pitchFamily="2" charset="0"/>
            </a:rPr>
            <a:t>In case, any quarrel is created regarding the faith, which touches all or the unity of the church and threatened purity as well as the integrity of the truth discovered, must listen the voice of the whole bishops.</a:t>
          </a:r>
          <a:endParaRPr lang="en-US" sz="1800" dirty="0">
            <a:latin typeface="Ebrima" pitchFamily="2" charset="0"/>
            <a:ea typeface="Ebrima" pitchFamily="2" charset="0"/>
            <a:cs typeface="Ebrima" pitchFamily="2" charset="0"/>
          </a:endParaRPr>
        </a:p>
      </dgm:t>
    </dgm:pt>
    <dgm:pt modelId="{3EB21117-AB3D-4A1C-B149-26303B5393B4}" type="parTrans" cxnId="{BD25535F-DC76-4124-9455-E3631561D299}">
      <dgm:prSet/>
      <dgm:spPr/>
      <dgm:t>
        <a:bodyPr/>
        <a:lstStyle/>
        <a:p>
          <a:endParaRPr lang="en-US"/>
        </a:p>
      </dgm:t>
    </dgm:pt>
    <dgm:pt modelId="{AD513DE9-2266-4CD5-86D9-10EFCEEF8FC8}" type="sibTrans" cxnId="{BD25535F-DC76-4124-9455-E3631561D299}">
      <dgm:prSet/>
      <dgm:spPr/>
      <dgm:t>
        <a:bodyPr/>
        <a:lstStyle/>
        <a:p>
          <a:endParaRPr lang="en-US"/>
        </a:p>
      </dgm:t>
    </dgm:pt>
    <dgm:pt modelId="{3DDC618C-CCFF-4CB7-8BA3-CABC3B6C3ED1}" type="pres">
      <dgm:prSet presAssocID="{BC9FEC4F-A5C2-4F40-9F4B-FEAE31E11174}" presName="linear" presStyleCnt="0">
        <dgm:presLayoutVars>
          <dgm:animLvl val="lvl"/>
          <dgm:resizeHandles val="exact"/>
        </dgm:presLayoutVars>
      </dgm:prSet>
      <dgm:spPr/>
      <dgm:t>
        <a:bodyPr/>
        <a:lstStyle/>
        <a:p>
          <a:endParaRPr lang="en-US"/>
        </a:p>
      </dgm:t>
    </dgm:pt>
    <dgm:pt modelId="{083BC6E2-AF97-4890-8171-9D2A74186916}" type="pres">
      <dgm:prSet presAssocID="{B0172A33-6FF3-40C8-BE54-987FA7682A85}" presName="parentText" presStyleLbl="node1" presStyleIdx="0" presStyleCnt="1" custLinFactNeighborY="-1141">
        <dgm:presLayoutVars>
          <dgm:chMax val="0"/>
          <dgm:bulletEnabled val="1"/>
        </dgm:presLayoutVars>
      </dgm:prSet>
      <dgm:spPr/>
      <dgm:t>
        <a:bodyPr/>
        <a:lstStyle/>
        <a:p>
          <a:endParaRPr lang="en-US"/>
        </a:p>
      </dgm:t>
    </dgm:pt>
    <dgm:pt modelId="{B80E8866-6CF2-4467-BC6D-F9B136C11F95}" type="pres">
      <dgm:prSet presAssocID="{B0172A33-6FF3-40C8-BE54-987FA7682A85}" presName="childText" presStyleLbl="revTx" presStyleIdx="0" presStyleCnt="1">
        <dgm:presLayoutVars>
          <dgm:bulletEnabled val="1"/>
        </dgm:presLayoutVars>
      </dgm:prSet>
      <dgm:spPr/>
      <dgm:t>
        <a:bodyPr/>
        <a:lstStyle/>
        <a:p>
          <a:endParaRPr lang="en-US"/>
        </a:p>
      </dgm:t>
    </dgm:pt>
  </dgm:ptLst>
  <dgm:cxnLst>
    <dgm:cxn modelId="{60D70E16-C917-48AD-902F-81F8A1827182}" type="presOf" srcId="{32508124-33AC-418F-B945-16CBCD21D6A7}" destId="{B80E8866-6CF2-4467-BC6D-F9B136C11F95}" srcOrd="0" destOrd="6" presId="urn:microsoft.com/office/officeart/2005/8/layout/vList2"/>
    <dgm:cxn modelId="{574DAB82-D47E-4BBE-8907-CFC00B795916}" srcId="{B0172A33-6FF3-40C8-BE54-987FA7682A85}" destId="{75866506-5266-40A9-8241-99F41C4AD6C6}" srcOrd="2" destOrd="0" parTransId="{F3FDD242-553A-4FF2-83C7-4D7DBB3AA823}" sibTransId="{23792A64-7EB1-4D78-82F9-3F8B09037FBD}"/>
    <dgm:cxn modelId="{F5169BD3-8069-416E-A161-C87DE5157816}" srcId="{B0172A33-6FF3-40C8-BE54-987FA7682A85}" destId="{1F48ECED-6A97-47A6-8A20-94B71AA2862E}" srcOrd="3" destOrd="0" parTransId="{CA09D354-5221-4ACD-B274-6D87924EA4C9}" sibTransId="{923D4DB6-0250-4CAE-8208-A9642AD111AB}"/>
    <dgm:cxn modelId="{949D3E83-D4B2-4D49-AB04-D76EAC853F1A}" srcId="{BC9FEC4F-A5C2-4F40-9F4B-FEAE31E11174}" destId="{B0172A33-6FF3-40C8-BE54-987FA7682A85}" srcOrd="0" destOrd="0" parTransId="{CBB2FF37-4C86-4457-9A17-26C7F4863601}" sibTransId="{D909A70A-FF5C-4DB3-BAF6-D37347E67C3A}"/>
    <dgm:cxn modelId="{A2F4CE64-96BF-46D5-89BA-8710E0D98086}" type="presOf" srcId="{BC9FEC4F-A5C2-4F40-9F4B-FEAE31E11174}" destId="{3DDC618C-CCFF-4CB7-8BA3-CABC3B6C3ED1}" srcOrd="0" destOrd="0" presId="urn:microsoft.com/office/officeart/2005/8/layout/vList2"/>
    <dgm:cxn modelId="{EC30E466-4F60-4567-B1CE-663744206C71}" type="presOf" srcId="{A94EAC7E-F577-4257-B5AD-E84F373CFE66}" destId="{B80E8866-6CF2-4467-BC6D-F9B136C11F95}" srcOrd="0" destOrd="7" presId="urn:microsoft.com/office/officeart/2005/8/layout/vList2"/>
    <dgm:cxn modelId="{24AE77EA-ECA3-4787-9D27-712309B1B8FA}" type="presOf" srcId="{75866506-5266-40A9-8241-99F41C4AD6C6}" destId="{B80E8866-6CF2-4467-BC6D-F9B136C11F95}" srcOrd="0" destOrd="2" presId="urn:microsoft.com/office/officeart/2005/8/layout/vList2"/>
    <dgm:cxn modelId="{139FBD2A-B9E2-42F8-BE0B-B23EB0277821}" type="presOf" srcId="{B969C3B2-3E7E-4C2F-A19B-87749D25C743}" destId="{B80E8866-6CF2-4467-BC6D-F9B136C11F95}" srcOrd="0" destOrd="0" presId="urn:microsoft.com/office/officeart/2005/8/layout/vList2"/>
    <dgm:cxn modelId="{9FCB44E5-B03F-4839-A4C5-C3858A2C30A3}" type="presOf" srcId="{AA20CD1E-21E0-4E4B-803E-6AEADBFDDF6F}" destId="{B80E8866-6CF2-4467-BC6D-F9B136C11F95}" srcOrd="0" destOrd="4" presId="urn:microsoft.com/office/officeart/2005/8/layout/vList2"/>
    <dgm:cxn modelId="{C0BFFB88-35B2-4ADB-8C08-F59933330823}" srcId="{B0172A33-6FF3-40C8-BE54-987FA7682A85}" destId="{32508124-33AC-418F-B945-16CBCD21D6A7}" srcOrd="6" destOrd="0" parTransId="{C95AB463-218B-40D6-89D3-CE6482F997A8}" sibTransId="{ACC5D413-E8DD-47DB-AF8E-9C0B659DEF6B}"/>
    <dgm:cxn modelId="{4479C32D-E297-4F79-AC77-7FBE9694036E}" type="presOf" srcId="{B0172A33-6FF3-40C8-BE54-987FA7682A85}" destId="{083BC6E2-AF97-4890-8171-9D2A74186916}" srcOrd="0" destOrd="0" presId="urn:microsoft.com/office/officeart/2005/8/layout/vList2"/>
    <dgm:cxn modelId="{BD25535F-DC76-4124-9455-E3631561D299}" srcId="{B0172A33-6FF3-40C8-BE54-987FA7682A85}" destId="{A94EAC7E-F577-4257-B5AD-E84F373CFE66}" srcOrd="7" destOrd="0" parTransId="{3EB21117-AB3D-4A1C-B149-26303B5393B4}" sibTransId="{AD513DE9-2266-4CD5-86D9-10EFCEEF8FC8}"/>
    <dgm:cxn modelId="{DBDF7DC1-6773-4BD9-9AED-1DF272C07050}" srcId="{B0172A33-6FF3-40C8-BE54-987FA7682A85}" destId="{B969C3B2-3E7E-4C2F-A19B-87749D25C743}" srcOrd="0" destOrd="0" parTransId="{FCBA3149-F35F-436F-A2F1-FA817F19B76B}" sibTransId="{76BF04C8-3138-4219-837E-900217294441}"/>
    <dgm:cxn modelId="{D7216692-34F8-4B73-970F-E1DBEDDB7785}" srcId="{B0172A33-6FF3-40C8-BE54-987FA7682A85}" destId="{3099F9D3-BC94-42FA-90CA-0C52EA2FC243}" srcOrd="5" destOrd="0" parTransId="{54C72826-3451-4C55-B64A-38F7C0BFF3A1}" sibTransId="{31D73B90-1D1F-4842-ACD3-9ECB9B75DFDB}"/>
    <dgm:cxn modelId="{06FE59E9-7051-4E8B-B6EF-12D3EA7A0663}" type="presOf" srcId="{5582F90D-6651-4B11-8929-243821C0CDF5}" destId="{B80E8866-6CF2-4467-BC6D-F9B136C11F95}" srcOrd="0" destOrd="1" presId="urn:microsoft.com/office/officeart/2005/8/layout/vList2"/>
    <dgm:cxn modelId="{B7DA3A62-A7BC-40BD-B193-3CAAEBF25976}" type="presOf" srcId="{1F48ECED-6A97-47A6-8A20-94B71AA2862E}" destId="{B80E8866-6CF2-4467-BC6D-F9B136C11F95}" srcOrd="0" destOrd="3" presId="urn:microsoft.com/office/officeart/2005/8/layout/vList2"/>
    <dgm:cxn modelId="{93D2F860-575B-486F-9630-CFF8D98C3230}" srcId="{B0172A33-6FF3-40C8-BE54-987FA7682A85}" destId="{AA20CD1E-21E0-4E4B-803E-6AEADBFDDF6F}" srcOrd="4" destOrd="0" parTransId="{4EDF3022-C396-43EA-B834-379FE90AEFA0}" sibTransId="{FD05EDAC-E591-42FC-9A37-99EFA9F6CA27}"/>
    <dgm:cxn modelId="{FA12AFD3-1E0B-456F-8F2B-DC3E95A7BA63}" type="presOf" srcId="{3099F9D3-BC94-42FA-90CA-0C52EA2FC243}" destId="{B80E8866-6CF2-4467-BC6D-F9B136C11F95}" srcOrd="0" destOrd="5" presId="urn:microsoft.com/office/officeart/2005/8/layout/vList2"/>
    <dgm:cxn modelId="{C1623A95-A5B4-4B4E-A874-AA5B18C33A49}" srcId="{B0172A33-6FF3-40C8-BE54-987FA7682A85}" destId="{5582F90D-6651-4B11-8929-243821C0CDF5}" srcOrd="1" destOrd="0" parTransId="{6DEDFA8F-ABF7-403F-85BA-50DA9BDF7D3A}" sibTransId="{AA99CAA4-5C96-4B21-ABE9-8C78A75CC8A6}"/>
    <dgm:cxn modelId="{87F52263-F35B-4358-AEBD-E234C7082575}" type="presParOf" srcId="{3DDC618C-CCFF-4CB7-8BA3-CABC3B6C3ED1}" destId="{083BC6E2-AF97-4890-8171-9D2A74186916}" srcOrd="0" destOrd="0" presId="urn:microsoft.com/office/officeart/2005/8/layout/vList2"/>
    <dgm:cxn modelId="{703961EF-5352-42C5-AEC8-123BF2F5769F}" type="presParOf" srcId="{3DDC618C-CCFF-4CB7-8BA3-CABC3B6C3ED1}" destId="{B80E8866-6CF2-4467-BC6D-F9B136C11F95}"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2286AA7A-998B-4136-9116-B390F4D0A47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54739EA-268C-43CD-8366-F63DDFC3F2A9}">
      <dgm:prSet custT="1"/>
      <dgm:spPr/>
      <dgm:t>
        <a:bodyPr/>
        <a:lstStyle/>
        <a:p>
          <a:pPr algn="just" rtl="0"/>
          <a:r>
            <a:rPr lang="en-GB" sz="2800" b="1" dirty="0" smtClean="0">
              <a:latin typeface="Times New Roman" pitchFamily="18" charset="0"/>
              <a:cs typeface="Times New Roman" pitchFamily="18" charset="0"/>
            </a:rPr>
            <a:t>3.3. Spreading Christianity</a:t>
          </a:r>
          <a:endParaRPr lang="en-US" sz="2800" dirty="0">
            <a:latin typeface="Times New Roman" pitchFamily="18" charset="0"/>
            <a:cs typeface="Times New Roman" pitchFamily="18" charset="0"/>
          </a:endParaRPr>
        </a:p>
      </dgm:t>
    </dgm:pt>
    <dgm:pt modelId="{914706DB-0762-41FD-AC92-9974D2E870CE}" type="parTrans" cxnId="{50FDAB09-2E51-4AEE-8ABC-82B2B58594F2}">
      <dgm:prSet/>
      <dgm:spPr/>
      <dgm:t>
        <a:bodyPr/>
        <a:lstStyle/>
        <a:p>
          <a:endParaRPr lang="en-US"/>
        </a:p>
      </dgm:t>
    </dgm:pt>
    <dgm:pt modelId="{E6D3A7CC-D411-473D-A035-3BAF430906A6}" type="sibTrans" cxnId="{50FDAB09-2E51-4AEE-8ABC-82B2B58594F2}">
      <dgm:prSet/>
      <dgm:spPr/>
      <dgm:t>
        <a:bodyPr/>
        <a:lstStyle/>
        <a:p>
          <a:endParaRPr lang="en-US"/>
        </a:p>
      </dgm:t>
    </dgm:pt>
    <dgm:pt modelId="{04D40BE7-0D30-495A-8ECC-331985D22B44}">
      <dgm:prSet custT="1"/>
      <dgm:spPr/>
      <dgm:t>
        <a:bodyPr/>
        <a:lstStyle/>
        <a:p>
          <a:pPr algn="just" rtl="0"/>
          <a:r>
            <a:rPr lang="en-GB" sz="2300" dirty="0" smtClean="0">
              <a:latin typeface="Times New Roman" pitchFamily="18" charset="0"/>
              <a:ea typeface="Ebrima" pitchFamily="2" charset="0"/>
              <a:cs typeface="Times New Roman" pitchFamily="18" charset="0"/>
            </a:rPr>
            <a:t>The spreading of Christian teaching in a sense of respective/ individual is made through missionary service the church sends her teachers to the people who are not enlightened by Christianity in order to convert them to Christianity.</a:t>
          </a:r>
          <a:endParaRPr lang="en-US" sz="2300" dirty="0">
            <a:latin typeface="Times New Roman" pitchFamily="18" charset="0"/>
            <a:ea typeface="Ebrima" pitchFamily="2" charset="0"/>
            <a:cs typeface="Times New Roman" pitchFamily="18" charset="0"/>
          </a:endParaRPr>
        </a:p>
      </dgm:t>
    </dgm:pt>
    <dgm:pt modelId="{3CAD4DE7-429C-408A-B386-C59FB213FB68}" type="parTrans" cxnId="{F296FAA7-A2EF-4104-90AD-F78D59926303}">
      <dgm:prSet/>
      <dgm:spPr/>
      <dgm:t>
        <a:bodyPr/>
        <a:lstStyle/>
        <a:p>
          <a:endParaRPr lang="en-US"/>
        </a:p>
      </dgm:t>
    </dgm:pt>
    <dgm:pt modelId="{EB8E8A64-044D-4A36-B4F0-8B771360B210}" type="sibTrans" cxnId="{F296FAA7-A2EF-4104-90AD-F78D59926303}">
      <dgm:prSet/>
      <dgm:spPr/>
      <dgm:t>
        <a:bodyPr/>
        <a:lstStyle/>
        <a:p>
          <a:endParaRPr lang="en-US"/>
        </a:p>
      </dgm:t>
    </dgm:pt>
    <dgm:pt modelId="{D0D3EBD1-66DF-409C-BF1D-0325A3965256}">
      <dgm:prSet custT="1"/>
      <dgm:spPr/>
      <dgm:t>
        <a:bodyPr/>
        <a:lstStyle/>
        <a:p>
          <a:pPr algn="just" rtl="0"/>
          <a:r>
            <a:rPr lang="en-GB" sz="2300" dirty="0" smtClean="0">
              <a:latin typeface="Times New Roman" pitchFamily="18" charset="0"/>
              <a:ea typeface="Ebrima" pitchFamily="2" charset="0"/>
              <a:cs typeface="Times New Roman" pitchFamily="18" charset="0"/>
            </a:rPr>
            <a:t>The missionary service is a divine order and through the use of it, the church has strived for bringing all human races to Christ.</a:t>
          </a:r>
          <a:endParaRPr lang="en-US" sz="2300" dirty="0">
            <a:latin typeface="Times New Roman" pitchFamily="18" charset="0"/>
            <a:ea typeface="Ebrima" pitchFamily="2" charset="0"/>
            <a:cs typeface="Times New Roman" pitchFamily="18" charset="0"/>
          </a:endParaRPr>
        </a:p>
      </dgm:t>
    </dgm:pt>
    <dgm:pt modelId="{8AEA7484-8D07-4BA5-A811-3B38C169BAE0}" type="parTrans" cxnId="{19A8BA4E-3974-4486-B6AB-BFAB2DF62560}">
      <dgm:prSet/>
      <dgm:spPr/>
      <dgm:t>
        <a:bodyPr/>
        <a:lstStyle/>
        <a:p>
          <a:endParaRPr lang="en-US"/>
        </a:p>
      </dgm:t>
    </dgm:pt>
    <dgm:pt modelId="{07527E85-3674-4701-8C45-B79EFE9ACC24}" type="sibTrans" cxnId="{19A8BA4E-3974-4486-B6AB-BFAB2DF62560}">
      <dgm:prSet/>
      <dgm:spPr/>
      <dgm:t>
        <a:bodyPr/>
        <a:lstStyle/>
        <a:p>
          <a:endParaRPr lang="en-US"/>
        </a:p>
      </dgm:t>
    </dgm:pt>
    <dgm:pt modelId="{DA14E9A8-517E-4530-8B70-CE991C5A00D2}">
      <dgm:prSet custT="1"/>
      <dgm:spPr/>
      <dgm:t>
        <a:bodyPr/>
        <a:lstStyle/>
        <a:p>
          <a:pPr algn="just" rtl="0"/>
          <a:r>
            <a:rPr lang="en-GB" sz="2300" dirty="0" smtClean="0">
              <a:latin typeface="Times New Roman" pitchFamily="18" charset="0"/>
              <a:ea typeface="Ebrima" pitchFamily="2" charset="0"/>
              <a:cs typeface="Times New Roman" pitchFamily="18" charset="0"/>
            </a:rPr>
            <a:t>The missionaries are in any respect dependents of the dioceses bishop and obligated in interval time to present report in detail over their activities.</a:t>
          </a:r>
          <a:endParaRPr lang="en-US" sz="2300" dirty="0">
            <a:latin typeface="Times New Roman" pitchFamily="18" charset="0"/>
            <a:ea typeface="Ebrima" pitchFamily="2" charset="0"/>
            <a:cs typeface="Times New Roman" pitchFamily="18" charset="0"/>
          </a:endParaRPr>
        </a:p>
      </dgm:t>
    </dgm:pt>
    <dgm:pt modelId="{D8A06080-973B-4C59-8E1B-57F1218CE0A4}" type="parTrans" cxnId="{413E4BEA-9175-4516-8F6A-72BAAB022DAD}">
      <dgm:prSet/>
      <dgm:spPr/>
      <dgm:t>
        <a:bodyPr/>
        <a:lstStyle/>
        <a:p>
          <a:endParaRPr lang="en-US"/>
        </a:p>
      </dgm:t>
    </dgm:pt>
    <dgm:pt modelId="{33FC9ECF-85F3-471D-819A-1D3C12052A15}" type="sibTrans" cxnId="{413E4BEA-9175-4516-8F6A-72BAAB022DAD}">
      <dgm:prSet/>
      <dgm:spPr/>
      <dgm:t>
        <a:bodyPr/>
        <a:lstStyle/>
        <a:p>
          <a:endParaRPr lang="en-US"/>
        </a:p>
      </dgm:t>
    </dgm:pt>
    <dgm:pt modelId="{5CB5AD0A-FA51-4C12-9DD1-8D53EB347CAE}">
      <dgm:prSet custT="1"/>
      <dgm:spPr/>
      <dgm:t>
        <a:bodyPr/>
        <a:lstStyle/>
        <a:p>
          <a:pPr algn="just" rtl="0"/>
          <a:r>
            <a:rPr lang="en-GB" sz="2300" b="1" dirty="0" smtClean="0">
              <a:latin typeface="Times New Roman" pitchFamily="18" charset="0"/>
              <a:ea typeface="Ebrima" pitchFamily="2" charset="0"/>
              <a:cs typeface="Times New Roman" pitchFamily="18" charset="0"/>
            </a:rPr>
            <a:t>The laws given by the church authorities for missionary requirements are:</a:t>
          </a:r>
          <a:endParaRPr lang="en-US" sz="2300" dirty="0">
            <a:latin typeface="Times New Roman" pitchFamily="18" charset="0"/>
            <a:ea typeface="Ebrima" pitchFamily="2" charset="0"/>
            <a:cs typeface="Times New Roman" pitchFamily="18" charset="0"/>
          </a:endParaRPr>
        </a:p>
      </dgm:t>
    </dgm:pt>
    <dgm:pt modelId="{32929781-1074-488D-993B-9A071770D09D}" type="parTrans" cxnId="{3EA41039-1755-4613-A2E9-8CEBC6A1A5B6}">
      <dgm:prSet/>
      <dgm:spPr/>
      <dgm:t>
        <a:bodyPr/>
        <a:lstStyle/>
        <a:p>
          <a:endParaRPr lang="en-US"/>
        </a:p>
      </dgm:t>
    </dgm:pt>
    <dgm:pt modelId="{18FF51E2-7A19-41B7-8D59-C54C544DC03D}" type="sibTrans" cxnId="{3EA41039-1755-4613-A2E9-8CEBC6A1A5B6}">
      <dgm:prSet/>
      <dgm:spPr/>
      <dgm:t>
        <a:bodyPr/>
        <a:lstStyle/>
        <a:p>
          <a:endParaRPr lang="en-US"/>
        </a:p>
      </dgm:t>
    </dgm:pt>
    <dgm:pt modelId="{5958BF60-14BE-41EC-827C-82CBB25690C2}">
      <dgm:prSet custT="1"/>
      <dgm:spPr/>
      <dgm:t>
        <a:bodyPr/>
        <a:lstStyle/>
        <a:p>
          <a:pPr algn="just" rtl="0"/>
          <a:r>
            <a:rPr lang="en-GB" sz="2300" dirty="0" smtClean="0">
              <a:latin typeface="Times New Roman" pitchFamily="18" charset="0"/>
              <a:ea typeface="Ebrima" pitchFamily="2" charset="0"/>
              <a:cs typeface="Times New Roman" pitchFamily="18" charset="0"/>
            </a:rPr>
            <a:t>Clear and exact speech of the true Christian belief from which is recommended as a means of foundation of school for the unbelievers,</a:t>
          </a:r>
          <a:endParaRPr lang="en-US" sz="2300" dirty="0">
            <a:latin typeface="Times New Roman" pitchFamily="18" charset="0"/>
            <a:ea typeface="Ebrima" pitchFamily="2" charset="0"/>
            <a:cs typeface="Times New Roman" pitchFamily="18" charset="0"/>
          </a:endParaRPr>
        </a:p>
      </dgm:t>
    </dgm:pt>
    <dgm:pt modelId="{6F2E1B28-AEF8-4241-9162-114F0E8056D5}" type="parTrans" cxnId="{3324CEBD-82EC-403F-A0BD-34FE9F5E73DE}">
      <dgm:prSet/>
      <dgm:spPr/>
      <dgm:t>
        <a:bodyPr/>
        <a:lstStyle/>
        <a:p>
          <a:endParaRPr lang="en-US"/>
        </a:p>
      </dgm:t>
    </dgm:pt>
    <dgm:pt modelId="{8DE5A1CB-0BB8-49D7-B951-9736A1DE6C32}" type="sibTrans" cxnId="{3324CEBD-82EC-403F-A0BD-34FE9F5E73DE}">
      <dgm:prSet/>
      <dgm:spPr/>
      <dgm:t>
        <a:bodyPr/>
        <a:lstStyle/>
        <a:p>
          <a:endParaRPr lang="en-US"/>
        </a:p>
      </dgm:t>
    </dgm:pt>
    <dgm:pt modelId="{672B9657-5CE0-40F5-89DD-16045B9D07C6}">
      <dgm:prSet custT="1"/>
      <dgm:spPr/>
      <dgm:t>
        <a:bodyPr/>
        <a:lstStyle/>
        <a:p>
          <a:pPr algn="just" rtl="0"/>
          <a:r>
            <a:rPr lang="en-GB" sz="2300" dirty="0" smtClean="0">
              <a:latin typeface="Times New Roman" pitchFamily="18" charset="0"/>
              <a:ea typeface="Ebrima" pitchFamily="2" charset="0"/>
              <a:cs typeface="Times New Roman" pitchFamily="18" charset="0"/>
            </a:rPr>
            <a:t>The influence over the heart through a kind advice and love through the justification of the belief and moral of unbelievers</a:t>
          </a:r>
          <a:endParaRPr lang="en-US" sz="2300" dirty="0">
            <a:latin typeface="Times New Roman" pitchFamily="18" charset="0"/>
            <a:ea typeface="Ebrima" pitchFamily="2" charset="0"/>
            <a:cs typeface="Times New Roman" pitchFamily="18" charset="0"/>
          </a:endParaRPr>
        </a:p>
      </dgm:t>
    </dgm:pt>
    <dgm:pt modelId="{B94805A1-1391-41FE-B856-76E7683E66BA}" type="parTrans" cxnId="{F8889383-A249-4946-BB69-6D8ED164783A}">
      <dgm:prSet/>
      <dgm:spPr/>
      <dgm:t>
        <a:bodyPr/>
        <a:lstStyle/>
        <a:p>
          <a:endParaRPr lang="en-US"/>
        </a:p>
      </dgm:t>
    </dgm:pt>
    <dgm:pt modelId="{792A7FD1-6593-4F1E-878A-97A90FFE6DF6}" type="sibTrans" cxnId="{F8889383-A249-4946-BB69-6D8ED164783A}">
      <dgm:prSet/>
      <dgm:spPr/>
      <dgm:t>
        <a:bodyPr/>
        <a:lstStyle/>
        <a:p>
          <a:endParaRPr lang="en-US"/>
        </a:p>
      </dgm:t>
    </dgm:pt>
    <dgm:pt modelId="{B6FB0883-259B-4B73-8828-F1924477F7B6}">
      <dgm:prSet custT="1"/>
      <dgm:spPr/>
      <dgm:t>
        <a:bodyPr/>
        <a:lstStyle/>
        <a:p>
          <a:pPr algn="just" rtl="0"/>
          <a:r>
            <a:rPr lang="en-GB" sz="2300" dirty="0" smtClean="0">
              <a:latin typeface="Times New Roman" pitchFamily="18" charset="0"/>
              <a:ea typeface="Ebrima" pitchFamily="2" charset="0"/>
              <a:cs typeface="Times New Roman" pitchFamily="18" charset="0"/>
            </a:rPr>
            <a:t>Strengthening the relation among the convert, the church and faith relation and so on.</a:t>
          </a:r>
          <a:endParaRPr lang="en-US" sz="2300" dirty="0">
            <a:latin typeface="Times New Roman" pitchFamily="18" charset="0"/>
            <a:ea typeface="Ebrima" pitchFamily="2" charset="0"/>
            <a:cs typeface="Times New Roman" pitchFamily="18" charset="0"/>
          </a:endParaRPr>
        </a:p>
      </dgm:t>
    </dgm:pt>
    <dgm:pt modelId="{B2A122FA-EE7B-48E4-B0AF-A47FED5E601A}" type="parTrans" cxnId="{4744160F-24EC-4505-9D7E-4470F8072823}">
      <dgm:prSet/>
      <dgm:spPr/>
      <dgm:t>
        <a:bodyPr/>
        <a:lstStyle/>
        <a:p>
          <a:endParaRPr lang="en-US"/>
        </a:p>
      </dgm:t>
    </dgm:pt>
    <dgm:pt modelId="{4C3B32EC-18A2-4F33-954D-75C547BA8A69}" type="sibTrans" cxnId="{4744160F-24EC-4505-9D7E-4470F8072823}">
      <dgm:prSet/>
      <dgm:spPr/>
      <dgm:t>
        <a:bodyPr/>
        <a:lstStyle/>
        <a:p>
          <a:endParaRPr lang="en-US"/>
        </a:p>
      </dgm:t>
    </dgm:pt>
    <dgm:pt modelId="{F5CE9127-3BC4-4140-959C-1330CBBB5EE2}" type="pres">
      <dgm:prSet presAssocID="{2286AA7A-998B-4136-9116-B390F4D0A476}" presName="linear" presStyleCnt="0">
        <dgm:presLayoutVars>
          <dgm:animLvl val="lvl"/>
          <dgm:resizeHandles val="exact"/>
        </dgm:presLayoutVars>
      </dgm:prSet>
      <dgm:spPr/>
      <dgm:t>
        <a:bodyPr/>
        <a:lstStyle/>
        <a:p>
          <a:endParaRPr lang="en-US"/>
        </a:p>
      </dgm:t>
    </dgm:pt>
    <dgm:pt modelId="{6D01C85C-2D87-473A-8C9C-092C94755F56}" type="pres">
      <dgm:prSet presAssocID="{054739EA-268C-43CD-8366-F63DDFC3F2A9}" presName="parentText" presStyleLbl="node1" presStyleIdx="0" presStyleCnt="1" custScaleY="50296" custLinFactNeighborY="-21519">
        <dgm:presLayoutVars>
          <dgm:chMax val="0"/>
          <dgm:bulletEnabled val="1"/>
        </dgm:presLayoutVars>
      </dgm:prSet>
      <dgm:spPr/>
      <dgm:t>
        <a:bodyPr/>
        <a:lstStyle/>
        <a:p>
          <a:endParaRPr lang="en-US"/>
        </a:p>
      </dgm:t>
    </dgm:pt>
    <dgm:pt modelId="{87A42D73-7D3A-492F-A8A0-35D869E6A1E3}" type="pres">
      <dgm:prSet presAssocID="{054739EA-268C-43CD-8366-F63DDFC3F2A9}" presName="childText" presStyleLbl="revTx" presStyleIdx="0" presStyleCnt="1" custScaleY="102137">
        <dgm:presLayoutVars>
          <dgm:bulletEnabled val="1"/>
        </dgm:presLayoutVars>
      </dgm:prSet>
      <dgm:spPr/>
      <dgm:t>
        <a:bodyPr/>
        <a:lstStyle/>
        <a:p>
          <a:endParaRPr lang="en-US"/>
        </a:p>
      </dgm:t>
    </dgm:pt>
  </dgm:ptLst>
  <dgm:cxnLst>
    <dgm:cxn modelId="{0F28AF60-81E3-4DC6-A070-3A7CBE930B7B}" type="presOf" srcId="{04D40BE7-0D30-495A-8ECC-331985D22B44}" destId="{87A42D73-7D3A-492F-A8A0-35D869E6A1E3}" srcOrd="0" destOrd="0" presId="urn:microsoft.com/office/officeart/2005/8/layout/vList2"/>
    <dgm:cxn modelId="{91B48110-B4D5-41FC-92A5-7C5F114E5408}" type="presOf" srcId="{5958BF60-14BE-41EC-827C-82CBB25690C2}" destId="{87A42D73-7D3A-492F-A8A0-35D869E6A1E3}" srcOrd="0" destOrd="4" presId="urn:microsoft.com/office/officeart/2005/8/layout/vList2"/>
    <dgm:cxn modelId="{19A8BA4E-3974-4486-B6AB-BFAB2DF62560}" srcId="{054739EA-268C-43CD-8366-F63DDFC3F2A9}" destId="{D0D3EBD1-66DF-409C-BF1D-0325A3965256}" srcOrd="1" destOrd="0" parTransId="{8AEA7484-8D07-4BA5-A811-3B38C169BAE0}" sibTransId="{07527E85-3674-4701-8C45-B79EFE9ACC24}"/>
    <dgm:cxn modelId="{84CB633E-22AE-42A6-9AAF-B3A7C4BF48F6}" type="presOf" srcId="{DA14E9A8-517E-4530-8B70-CE991C5A00D2}" destId="{87A42D73-7D3A-492F-A8A0-35D869E6A1E3}" srcOrd="0" destOrd="2" presId="urn:microsoft.com/office/officeart/2005/8/layout/vList2"/>
    <dgm:cxn modelId="{7290A196-FE48-4586-B2F9-8A528C927021}" type="presOf" srcId="{054739EA-268C-43CD-8366-F63DDFC3F2A9}" destId="{6D01C85C-2D87-473A-8C9C-092C94755F56}" srcOrd="0" destOrd="0" presId="urn:microsoft.com/office/officeart/2005/8/layout/vList2"/>
    <dgm:cxn modelId="{F296FAA7-A2EF-4104-90AD-F78D59926303}" srcId="{054739EA-268C-43CD-8366-F63DDFC3F2A9}" destId="{04D40BE7-0D30-495A-8ECC-331985D22B44}" srcOrd="0" destOrd="0" parTransId="{3CAD4DE7-429C-408A-B386-C59FB213FB68}" sibTransId="{EB8E8A64-044D-4A36-B4F0-8B771360B210}"/>
    <dgm:cxn modelId="{70A329A3-34F9-47B4-9275-48E8B5B1DF93}" type="presOf" srcId="{B6FB0883-259B-4B73-8828-F1924477F7B6}" destId="{87A42D73-7D3A-492F-A8A0-35D869E6A1E3}" srcOrd="0" destOrd="6" presId="urn:microsoft.com/office/officeart/2005/8/layout/vList2"/>
    <dgm:cxn modelId="{B904B245-4EF0-407E-A77B-2C54463D39D0}" type="presOf" srcId="{672B9657-5CE0-40F5-89DD-16045B9D07C6}" destId="{87A42D73-7D3A-492F-A8A0-35D869E6A1E3}" srcOrd="0" destOrd="5" presId="urn:microsoft.com/office/officeart/2005/8/layout/vList2"/>
    <dgm:cxn modelId="{3EA41039-1755-4613-A2E9-8CEBC6A1A5B6}" srcId="{054739EA-268C-43CD-8366-F63DDFC3F2A9}" destId="{5CB5AD0A-FA51-4C12-9DD1-8D53EB347CAE}" srcOrd="3" destOrd="0" parTransId="{32929781-1074-488D-993B-9A071770D09D}" sibTransId="{18FF51E2-7A19-41B7-8D59-C54C544DC03D}"/>
    <dgm:cxn modelId="{1C2D9232-E2BB-4C5F-9757-2BEE4F04F158}" type="presOf" srcId="{2286AA7A-998B-4136-9116-B390F4D0A476}" destId="{F5CE9127-3BC4-4140-959C-1330CBBB5EE2}" srcOrd="0" destOrd="0" presId="urn:microsoft.com/office/officeart/2005/8/layout/vList2"/>
    <dgm:cxn modelId="{4744160F-24EC-4505-9D7E-4470F8072823}" srcId="{054739EA-268C-43CD-8366-F63DDFC3F2A9}" destId="{B6FB0883-259B-4B73-8828-F1924477F7B6}" srcOrd="6" destOrd="0" parTransId="{B2A122FA-EE7B-48E4-B0AF-A47FED5E601A}" sibTransId="{4C3B32EC-18A2-4F33-954D-75C547BA8A69}"/>
    <dgm:cxn modelId="{27DC5E1C-3BA0-4EEC-BE49-86527C407690}" type="presOf" srcId="{5CB5AD0A-FA51-4C12-9DD1-8D53EB347CAE}" destId="{87A42D73-7D3A-492F-A8A0-35D869E6A1E3}" srcOrd="0" destOrd="3" presId="urn:microsoft.com/office/officeart/2005/8/layout/vList2"/>
    <dgm:cxn modelId="{413E4BEA-9175-4516-8F6A-72BAAB022DAD}" srcId="{054739EA-268C-43CD-8366-F63DDFC3F2A9}" destId="{DA14E9A8-517E-4530-8B70-CE991C5A00D2}" srcOrd="2" destOrd="0" parTransId="{D8A06080-973B-4C59-8E1B-57F1218CE0A4}" sibTransId="{33FC9ECF-85F3-471D-819A-1D3C12052A15}"/>
    <dgm:cxn modelId="{3324CEBD-82EC-403F-A0BD-34FE9F5E73DE}" srcId="{054739EA-268C-43CD-8366-F63DDFC3F2A9}" destId="{5958BF60-14BE-41EC-827C-82CBB25690C2}" srcOrd="4" destOrd="0" parTransId="{6F2E1B28-AEF8-4241-9162-114F0E8056D5}" sibTransId="{8DE5A1CB-0BB8-49D7-B951-9736A1DE6C32}"/>
    <dgm:cxn modelId="{F8889383-A249-4946-BB69-6D8ED164783A}" srcId="{054739EA-268C-43CD-8366-F63DDFC3F2A9}" destId="{672B9657-5CE0-40F5-89DD-16045B9D07C6}" srcOrd="5" destOrd="0" parTransId="{B94805A1-1391-41FE-B856-76E7683E66BA}" sibTransId="{792A7FD1-6593-4F1E-878A-97A90FFE6DF6}"/>
    <dgm:cxn modelId="{1530F7F3-DE08-4C3C-9795-FC31DD67453E}" type="presOf" srcId="{D0D3EBD1-66DF-409C-BF1D-0325A3965256}" destId="{87A42D73-7D3A-492F-A8A0-35D869E6A1E3}" srcOrd="0" destOrd="1" presId="urn:microsoft.com/office/officeart/2005/8/layout/vList2"/>
    <dgm:cxn modelId="{50FDAB09-2E51-4AEE-8ABC-82B2B58594F2}" srcId="{2286AA7A-998B-4136-9116-B390F4D0A476}" destId="{054739EA-268C-43CD-8366-F63DDFC3F2A9}" srcOrd="0" destOrd="0" parTransId="{914706DB-0762-41FD-AC92-9974D2E870CE}" sibTransId="{E6D3A7CC-D411-473D-A035-3BAF430906A6}"/>
    <dgm:cxn modelId="{539EA7A4-1A09-4A09-BEFE-3E0A9462A470}" type="presParOf" srcId="{F5CE9127-3BC4-4140-959C-1330CBBB5EE2}" destId="{6D01C85C-2D87-473A-8C9C-092C94755F56}" srcOrd="0" destOrd="0" presId="urn:microsoft.com/office/officeart/2005/8/layout/vList2"/>
    <dgm:cxn modelId="{3E8BC322-F5DF-4518-BA2F-07F801493203}" type="presParOf" srcId="{F5CE9127-3BC4-4140-959C-1330CBBB5EE2}" destId="{87A42D73-7D3A-492F-A8A0-35D869E6A1E3}"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D6E0F2CC-6EDE-4849-BA66-95C55506C9A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BCDC298-FAD3-46DF-84A9-77A4BEE6E20D}">
      <dgm:prSet/>
      <dgm:spPr/>
      <dgm:t>
        <a:bodyPr/>
        <a:lstStyle/>
        <a:p>
          <a:pPr rtl="0"/>
          <a:r>
            <a:rPr lang="en-GB" b="1" dirty="0" smtClean="0">
              <a:latin typeface="Times New Roman" pitchFamily="18" charset="0"/>
              <a:cs typeface="Times New Roman" pitchFamily="18" charset="0"/>
            </a:rPr>
            <a:t>Spreading Christianity…</a:t>
          </a:r>
          <a:endParaRPr lang="en-US" dirty="0">
            <a:latin typeface="Times New Roman" pitchFamily="18" charset="0"/>
            <a:cs typeface="Times New Roman" pitchFamily="18" charset="0"/>
          </a:endParaRPr>
        </a:p>
      </dgm:t>
    </dgm:pt>
    <dgm:pt modelId="{DB6DC530-8F8B-4943-A8AB-98877A820449}" type="parTrans" cxnId="{B3CEE58A-E5E3-4234-BC67-DD2386AF3231}">
      <dgm:prSet/>
      <dgm:spPr/>
      <dgm:t>
        <a:bodyPr/>
        <a:lstStyle/>
        <a:p>
          <a:endParaRPr lang="en-US"/>
        </a:p>
      </dgm:t>
    </dgm:pt>
    <dgm:pt modelId="{D355DB2E-1BD9-4E16-85CF-D6933EFCFA43}" type="sibTrans" cxnId="{B3CEE58A-E5E3-4234-BC67-DD2386AF3231}">
      <dgm:prSet/>
      <dgm:spPr/>
      <dgm:t>
        <a:bodyPr/>
        <a:lstStyle/>
        <a:p>
          <a:endParaRPr lang="en-US"/>
        </a:p>
      </dgm:t>
    </dgm:pt>
    <dgm:pt modelId="{2F11D756-0CFF-41BB-B478-74D18D74D0AC}">
      <dgm:prSet/>
      <dgm:spPr/>
      <dgm:t>
        <a:bodyPr/>
        <a:lstStyle/>
        <a:p>
          <a:pPr algn="just" rtl="0"/>
          <a:r>
            <a:rPr lang="en-GB" dirty="0" smtClean="0">
              <a:latin typeface="Times New Roman" pitchFamily="18" charset="0"/>
              <a:cs typeface="Times New Roman" pitchFamily="18" charset="0"/>
            </a:rPr>
            <a:t>Only the bishops have complete rights in the church for preaching without the permission of the bishop nobody can preach in the church.</a:t>
          </a:r>
          <a:endParaRPr lang="en-US" dirty="0">
            <a:latin typeface="Times New Roman" pitchFamily="18" charset="0"/>
            <a:cs typeface="Times New Roman" pitchFamily="18" charset="0"/>
          </a:endParaRPr>
        </a:p>
      </dgm:t>
    </dgm:pt>
    <dgm:pt modelId="{2E10A9F7-8D2B-4725-B576-C1555817661C}" type="parTrans" cxnId="{7B2B22C7-A66F-403C-8C61-C04C1A1F9017}">
      <dgm:prSet/>
      <dgm:spPr/>
      <dgm:t>
        <a:bodyPr/>
        <a:lstStyle/>
        <a:p>
          <a:endParaRPr lang="en-US"/>
        </a:p>
      </dgm:t>
    </dgm:pt>
    <dgm:pt modelId="{61571313-913A-4B34-B214-9DAE2D517132}" type="sibTrans" cxnId="{7B2B22C7-A66F-403C-8C61-C04C1A1F9017}">
      <dgm:prSet/>
      <dgm:spPr/>
      <dgm:t>
        <a:bodyPr/>
        <a:lstStyle/>
        <a:p>
          <a:endParaRPr lang="en-US"/>
        </a:p>
      </dgm:t>
    </dgm:pt>
    <dgm:pt modelId="{C61BBD1E-E310-4A54-80C2-2D3A93269950}">
      <dgm:prSet/>
      <dgm:spPr/>
      <dgm:t>
        <a:bodyPr/>
        <a:lstStyle/>
        <a:p>
          <a:pPr algn="just" rtl="0"/>
          <a:r>
            <a:rPr lang="en-GB" dirty="0" smtClean="0">
              <a:latin typeface="Times New Roman" pitchFamily="18" charset="0"/>
              <a:cs typeface="Times New Roman" pitchFamily="18" charset="0"/>
            </a:rPr>
            <a:t>Strengthening and spreading pure Christian teaching is used to make a catechumen one of the member of orthodox church.</a:t>
          </a:r>
          <a:endParaRPr lang="en-US" dirty="0">
            <a:latin typeface="Times New Roman" pitchFamily="18" charset="0"/>
            <a:cs typeface="Times New Roman" pitchFamily="18" charset="0"/>
          </a:endParaRPr>
        </a:p>
      </dgm:t>
    </dgm:pt>
    <dgm:pt modelId="{6BEFCA75-FC14-4AF9-B3C9-493BCED72910}" type="parTrans" cxnId="{B9688A2E-373F-4952-8F6D-185600870DB9}">
      <dgm:prSet/>
      <dgm:spPr/>
      <dgm:t>
        <a:bodyPr/>
        <a:lstStyle/>
        <a:p>
          <a:endParaRPr lang="en-US"/>
        </a:p>
      </dgm:t>
    </dgm:pt>
    <dgm:pt modelId="{74B60DF2-1775-4543-84AF-0A50F93E7FD2}" type="sibTrans" cxnId="{B9688A2E-373F-4952-8F6D-185600870DB9}">
      <dgm:prSet/>
      <dgm:spPr/>
      <dgm:t>
        <a:bodyPr/>
        <a:lstStyle/>
        <a:p>
          <a:endParaRPr lang="en-US"/>
        </a:p>
      </dgm:t>
    </dgm:pt>
    <dgm:pt modelId="{06FCA8EE-FA25-424D-82BE-4E2BC5679268}">
      <dgm:prSet/>
      <dgm:spPr/>
      <dgm:t>
        <a:bodyPr/>
        <a:lstStyle/>
        <a:p>
          <a:pPr algn="just" rtl="0"/>
          <a:r>
            <a:rPr lang="en-GB" dirty="0" smtClean="0">
              <a:latin typeface="Times New Roman" pitchFamily="18" charset="0"/>
              <a:cs typeface="Times New Roman" pitchFamily="18" charset="0"/>
            </a:rPr>
            <a:t>In the oldest canons of the Oriental church, it is said that the bishop or the priest who neglects the clergy and the people and does not teach on Sunday in devotion is to be deposed. </a:t>
          </a:r>
          <a:endParaRPr lang="en-US" dirty="0">
            <a:latin typeface="Times New Roman" pitchFamily="18" charset="0"/>
            <a:cs typeface="Times New Roman" pitchFamily="18" charset="0"/>
          </a:endParaRPr>
        </a:p>
      </dgm:t>
    </dgm:pt>
    <dgm:pt modelId="{C5145730-07EC-4311-BF78-4E76CBB60FD5}" type="parTrans" cxnId="{6E78C344-A1A5-4502-8E16-26B16B62404D}">
      <dgm:prSet/>
      <dgm:spPr/>
      <dgm:t>
        <a:bodyPr/>
        <a:lstStyle/>
        <a:p>
          <a:endParaRPr lang="en-US"/>
        </a:p>
      </dgm:t>
    </dgm:pt>
    <dgm:pt modelId="{33395A4D-21E4-4587-814D-CE7B4F1996C8}" type="sibTrans" cxnId="{6E78C344-A1A5-4502-8E16-26B16B62404D}">
      <dgm:prSet/>
      <dgm:spPr/>
      <dgm:t>
        <a:bodyPr/>
        <a:lstStyle/>
        <a:p>
          <a:endParaRPr lang="en-US"/>
        </a:p>
      </dgm:t>
    </dgm:pt>
    <dgm:pt modelId="{B0C71C99-D84E-4826-89BE-0B9962CC4016}">
      <dgm:prSet/>
      <dgm:spPr/>
      <dgm:t>
        <a:bodyPr/>
        <a:lstStyle/>
        <a:p>
          <a:pPr algn="just" rtl="0"/>
          <a:r>
            <a:rPr lang="en-GB" dirty="0" smtClean="0">
              <a:latin typeface="Times New Roman" pitchFamily="18" charset="0"/>
              <a:cs typeface="Times New Roman" pitchFamily="18" charset="0"/>
            </a:rPr>
            <a:t>In the earlier period of the church, baptism was preceded/ headed by the instruction about the fundamental truth of the belief and lasted till when it is proved by the respective priest. </a:t>
          </a:r>
          <a:endParaRPr lang="en-US" dirty="0">
            <a:latin typeface="Times New Roman" pitchFamily="18" charset="0"/>
            <a:cs typeface="Times New Roman" pitchFamily="18" charset="0"/>
          </a:endParaRPr>
        </a:p>
      </dgm:t>
    </dgm:pt>
    <dgm:pt modelId="{4C0998AC-BA04-4AC2-9791-C4656625962C}" type="parTrans" cxnId="{AF2BC41A-2BD0-40C6-A408-A782DDB837D0}">
      <dgm:prSet/>
      <dgm:spPr/>
      <dgm:t>
        <a:bodyPr/>
        <a:lstStyle/>
        <a:p>
          <a:endParaRPr lang="en-US"/>
        </a:p>
      </dgm:t>
    </dgm:pt>
    <dgm:pt modelId="{04C76536-65B7-4B38-8DC9-E402D454055A}" type="sibTrans" cxnId="{AF2BC41A-2BD0-40C6-A408-A782DDB837D0}">
      <dgm:prSet/>
      <dgm:spPr/>
      <dgm:t>
        <a:bodyPr/>
        <a:lstStyle/>
        <a:p>
          <a:endParaRPr lang="en-US"/>
        </a:p>
      </dgm:t>
    </dgm:pt>
    <dgm:pt modelId="{01C363DE-3DF9-46BD-93CD-AC62F7625F1A}">
      <dgm:prSet/>
      <dgm:spPr/>
      <dgm:t>
        <a:bodyPr/>
        <a:lstStyle/>
        <a:p>
          <a:pPr algn="just" rtl="0"/>
          <a:r>
            <a:rPr lang="en-GB" dirty="0" smtClean="0">
              <a:latin typeface="Times New Roman" pitchFamily="18" charset="0"/>
              <a:cs typeface="Times New Roman" pitchFamily="18" charset="0"/>
            </a:rPr>
            <a:t>Later on when baptism is implemented for children the responsibility  is transferred for God-father and Mother. </a:t>
          </a:r>
          <a:endParaRPr lang="en-US" dirty="0">
            <a:latin typeface="Times New Roman" pitchFamily="18" charset="0"/>
            <a:cs typeface="Times New Roman" pitchFamily="18" charset="0"/>
          </a:endParaRPr>
        </a:p>
      </dgm:t>
    </dgm:pt>
    <dgm:pt modelId="{82DE193F-A2EC-45AB-9B7C-13FB92633847}" type="parTrans" cxnId="{29246ADB-1C43-45FE-81D8-67DD2A0DD0A7}">
      <dgm:prSet/>
      <dgm:spPr/>
      <dgm:t>
        <a:bodyPr/>
        <a:lstStyle/>
        <a:p>
          <a:endParaRPr lang="en-US"/>
        </a:p>
      </dgm:t>
    </dgm:pt>
    <dgm:pt modelId="{5F3048C7-5E17-4653-80BC-1B8B22468BF0}" type="sibTrans" cxnId="{29246ADB-1C43-45FE-81D8-67DD2A0DD0A7}">
      <dgm:prSet/>
      <dgm:spPr/>
      <dgm:t>
        <a:bodyPr/>
        <a:lstStyle/>
        <a:p>
          <a:endParaRPr lang="en-US"/>
        </a:p>
      </dgm:t>
    </dgm:pt>
    <dgm:pt modelId="{AE787BC8-DE91-494D-8D44-6E5F36E657A1}">
      <dgm:prSet/>
      <dgm:spPr/>
      <dgm:t>
        <a:bodyPr/>
        <a:lstStyle/>
        <a:p>
          <a:pPr algn="just" rtl="0"/>
          <a:r>
            <a:rPr lang="en-GB" dirty="0" smtClean="0">
              <a:latin typeface="Times New Roman" pitchFamily="18" charset="0"/>
              <a:cs typeface="Times New Roman" pitchFamily="18" charset="0"/>
            </a:rPr>
            <a:t>Nowadays, this system is exercised in a way such that the priest gathers the laities in certain time in his parish and will explain to them fundamental belief.</a:t>
          </a:r>
          <a:endParaRPr lang="en-US" dirty="0">
            <a:latin typeface="Times New Roman" pitchFamily="18" charset="0"/>
            <a:cs typeface="Times New Roman" pitchFamily="18" charset="0"/>
          </a:endParaRPr>
        </a:p>
      </dgm:t>
    </dgm:pt>
    <dgm:pt modelId="{50997F6A-D8F0-4A1D-B2E8-9CBE8550FEEF}" type="parTrans" cxnId="{A21E3C79-9110-4AFE-BE36-0F82B3BB7E5E}">
      <dgm:prSet/>
      <dgm:spPr/>
      <dgm:t>
        <a:bodyPr/>
        <a:lstStyle/>
        <a:p>
          <a:endParaRPr lang="en-US"/>
        </a:p>
      </dgm:t>
    </dgm:pt>
    <dgm:pt modelId="{7AA1BE29-9E74-40A9-B85E-530E679C52D7}" type="sibTrans" cxnId="{A21E3C79-9110-4AFE-BE36-0F82B3BB7E5E}">
      <dgm:prSet/>
      <dgm:spPr/>
      <dgm:t>
        <a:bodyPr/>
        <a:lstStyle/>
        <a:p>
          <a:endParaRPr lang="en-US"/>
        </a:p>
      </dgm:t>
    </dgm:pt>
    <dgm:pt modelId="{DA25D649-0491-4D42-8FC2-6FD6E52D8763}" type="pres">
      <dgm:prSet presAssocID="{D6E0F2CC-6EDE-4849-BA66-95C55506C9A5}" presName="linear" presStyleCnt="0">
        <dgm:presLayoutVars>
          <dgm:animLvl val="lvl"/>
          <dgm:resizeHandles val="exact"/>
        </dgm:presLayoutVars>
      </dgm:prSet>
      <dgm:spPr/>
      <dgm:t>
        <a:bodyPr/>
        <a:lstStyle/>
        <a:p>
          <a:endParaRPr lang="en-US"/>
        </a:p>
      </dgm:t>
    </dgm:pt>
    <dgm:pt modelId="{F3175875-7B46-44ED-A5A6-41DE14CA3E3C}" type="pres">
      <dgm:prSet presAssocID="{7BCDC298-FAD3-46DF-84A9-77A4BEE6E20D}" presName="parentText" presStyleLbl="node1" presStyleIdx="0" presStyleCnt="1" custLinFactNeighborY="-6324">
        <dgm:presLayoutVars>
          <dgm:chMax val="0"/>
          <dgm:bulletEnabled val="1"/>
        </dgm:presLayoutVars>
      </dgm:prSet>
      <dgm:spPr/>
      <dgm:t>
        <a:bodyPr/>
        <a:lstStyle/>
        <a:p>
          <a:endParaRPr lang="en-US"/>
        </a:p>
      </dgm:t>
    </dgm:pt>
    <dgm:pt modelId="{BFEFCD57-58DD-4095-9681-7FED285BB9C4}" type="pres">
      <dgm:prSet presAssocID="{7BCDC298-FAD3-46DF-84A9-77A4BEE6E20D}" presName="childText" presStyleLbl="revTx" presStyleIdx="0" presStyleCnt="1" custScaleY="102841">
        <dgm:presLayoutVars>
          <dgm:bulletEnabled val="1"/>
        </dgm:presLayoutVars>
      </dgm:prSet>
      <dgm:spPr/>
      <dgm:t>
        <a:bodyPr/>
        <a:lstStyle/>
        <a:p>
          <a:endParaRPr lang="en-US"/>
        </a:p>
      </dgm:t>
    </dgm:pt>
  </dgm:ptLst>
  <dgm:cxnLst>
    <dgm:cxn modelId="{6E78C344-A1A5-4502-8E16-26B16B62404D}" srcId="{7BCDC298-FAD3-46DF-84A9-77A4BEE6E20D}" destId="{06FCA8EE-FA25-424D-82BE-4E2BC5679268}" srcOrd="2" destOrd="0" parTransId="{C5145730-07EC-4311-BF78-4E76CBB60FD5}" sibTransId="{33395A4D-21E4-4587-814D-CE7B4F1996C8}"/>
    <dgm:cxn modelId="{B9688A2E-373F-4952-8F6D-185600870DB9}" srcId="{7BCDC298-FAD3-46DF-84A9-77A4BEE6E20D}" destId="{C61BBD1E-E310-4A54-80C2-2D3A93269950}" srcOrd="1" destOrd="0" parTransId="{6BEFCA75-FC14-4AF9-B3C9-493BCED72910}" sibTransId="{74B60DF2-1775-4543-84AF-0A50F93E7FD2}"/>
    <dgm:cxn modelId="{0AF4E7E2-1245-4269-85B2-F6BB09A7DACA}" type="presOf" srcId="{01C363DE-3DF9-46BD-93CD-AC62F7625F1A}" destId="{BFEFCD57-58DD-4095-9681-7FED285BB9C4}" srcOrd="0" destOrd="4" presId="urn:microsoft.com/office/officeart/2005/8/layout/vList2"/>
    <dgm:cxn modelId="{5BBC10EC-3B61-4BD2-933C-DB59947EE413}" type="presOf" srcId="{C61BBD1E-E310-4A54-80C2-2D3A93269950}" destId="{BFEFCD57-58DD-4095-9681-7FED285BB9C4}" srcOrd="0" destOrd="1" presId="urn:microsoft.com/office/officeart/2005/8/layout/vList2"/>
    <dgm:cxn modelId="{B3CEE58A-E5E3-4234-BC67-DD2386AF3231}" srcId="{D6E0F2CC-6EDE-4849-BA66-95C55506C9A5}" destId="{7BCDC298-FAD3-46DF-84A9-77A4BEE6E20D}" srcOrd="0" destOrd="0" parTransId="{DB6DC530-8F8B-4943-A8AB-98877A820449}" sibTransId="{D355DB2E-1BD9-4E16-85CF-D6933EFCFA43}"/>
    <dgm:cxn modelId="{2783AE49-52BA-4B1D-A6E9-423F030017CE}" type="presOf" srcId="{7BCDC298-FAD3-46DF-84A9-77A4BEE6E20D}" destId="{F3175875-7B46-44ED-A5A6-41DE14CA3E3C}" srcOrd="0" destOrd="0" presId="urn:microsoft.com/office/officeart/2005/8/layout/vList2"/>
    <dgm:cxn modelId="{A21E3C79-9110-4AFE-BE36-0F82B3BB7E5E}" srcId="{7BCDC298-FAD3-46DF-84A9-77A4BEE6E20D}" destId="{AE787BC8-DE91-494D-8D44-6E5F36E657A1}" srcOrd="5" destOrd="0" parTransId="{50997F6A-D8F0-4A1D-B2E8-9CBE8550FEEF}" sibTransId="{7AA1BE29-9E74-40A9-B85E-530E679C52D7}"/>
    <dgm:cxn modelId="{29246ADB-1C43-45FE-81D8-67DD2A0DD0A7}" srcId="{7BCDC298-FAD3-46DF-84A9-77A4BEE6E20D}" destId="{01C363DE-3DF9-46BD-93CD-AC62F7625F1A}" srcOrd="4" destOrd="0" parTransId="{82DE193F-A2EC-45AB-9B7C-13FB92633847}" sibTransId="{5F3048C7-5E17-4653-80BC-1B8B22468BF0}"/>
    <dgm:cxn modelId="{05F46CF5-CC6E-4CA4-BFBA-EDC6E254128D}" type="presOf" srcId="{AE787BC8-DE91-494D-8D44-6E5F36E657A1}" destId="{BFEFCD57-58DD-4095-9681-7FED285BB9C4}" srcOrd="0" destOrd="5" presId="urn:microsoft.com/office/officeart/2005/8/layout/vList2"/>
    <dgm:cxn modelId="{401F653F-7C9B-404A-9214-900694A1D1E6}" type="presOf" srcId="{2F11D756-0CFF-41BB-B478-74D18D74D0AC}" destId="{BFEFCD57-58DD-4095-9681-7FED285BB9C4}" srcOrd="0" destOrd="0" presId="urn:microsoft.com/office/officeart/2005/8/layout/vList2"/>
    <dgm:cxn modelId="{9E60B55A-7318-4A93-A675-B939A3603FC4}" type="presOf" srcId="{D6E0F2CC-6EDE-4849-BA66-95C55506C9A5}" destId="{DA25D649-0491-4D42-8FC2-6FD6E52D8763}" srcOrd="0" destOrd="0" presId="urn:microsoft.com/office/officeart/2005/8/layout/vList2"/>
    <dgm:cxn modelId="{58704669-1426-4584-B06E-2BCE562F724C}" type="presOf" srcId="{B0C71C99-D84E-4826-89BE-0B9962CC4016}" destId="{BFEFCD57-58DD-4095-9681-7FED285BB9C4}" srcOrd="0" destOrd="3" presId="urn:microsoft.com/office/officeart/2005/8/layout/vList2"/>
    <dgm:cxn modelId="{8E8663D9-1B4C-4A54-8E7D-944B9AA245AC}" type="presOf" srcId="{06FCA8EE-FA25-424D-82BE-4E2BC5679268}" destId="{BFEFCD57-58DD-4095-9681-7FED285BB9C4}" srcOrd="0" destOrd="2" presId="urn:microsoft.com/office/officeart/2005/8/layout/vList2"/>
    <dgm:cxn modelId="{AF2BC41A-2BD0-40C6-A408-A782DDB837D0}" srcId="{7BCDC298-FAD3-46DF-84A9-77A4BEE6E20D}" destId="{B0C71C99-D84E-4826-89BE-0B9962CC4016}" srcOrd="3" destOrd="0" parTransId="{4C0998AC-BA04-4AC2-9791-C4656625962C}" sibTransId="{04C76536-65B7-4B38-8DC9-E402D454055A}"/>
    <dgm:cxn modelId="{7B2B22C7-A66F-403C-8C61-C04C1A1F9017}" srcId="{7BCDC298-FAD3-46DF-84A9-77A4BEE6E20D}" destId="{2F11D756-0CFF-41BB-B478-74D18D74D0AC}" srcOrd="0" destOrd="0" parTransId="{2E10A9F7-8D2B-4725-B576-C1555817661C}" sibTransId="{61571313-913A-4B34-B214-9DAE2D517132}"/>
    <dgm:cxn modelId="{E8CE6186-3E92-4535-BB80-44515DAF847F}" type="presParOf" srcId="{DA25D649-0491-4D42-8FC2-6FD6E52D8763}" destId="{F3175875-7B46-44ED-A5A6-41DE14CA3E3C}" srcOrd="0" destOrd="0" presId="urn:microsoft.com/office/officeart/2005/8/layout/vList2"/>
    <dgm:cxn modelId="{C4B62F95-91CF-4E24-AD8D-8D29B26368B5}" type="presParOf" srcId="{DA25D649-0491-4D42-8FC2-6FD6E52D8763}" destId="{BFEFCD57-58DD-4095-9681-7FED285BB9C4}"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3851594A-3F30-4DFE-990C-7DA1E166600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9EFFBA2-EF70-4EC5-B852-F07644A6ECCA}">
      <dgm:prSet/>
      <dgm:spPr/>
      <dgm:t>
        <a:bodyPr/>
        <a:lstStyle/>
        <a:p>
          <a:pPr rtl="0"/>
          <a:r>
            <a:rPr lang="en-US" b="1" dirty="0" smtClean="0">
              <a:latin typeface="Times New Roman" pitchFamily="18" charset="0"/>
              <a:cs typeface="Times New Roman" pitchFamily="18" charset="0"/>
            </a:rPr>
            <a:t>3.4. Administering Sacred Things</a:t>
          </a:r>
          <a:endParaRPr lang="en-US" dirty="0">
            <a:latin typeface="Times New Roman" pitchFamily="18" charset="0"/>
            <a:cs typeface="Times New Roman" pitchFamily="18" charset="0"/>
          </a:endParaRPr>
        </a:p>
      </dgm:t>
    </dgm:pt>
    <dgm:pt modelId="{47EFFFDD-DBD1-4419-9B83-66A3BFECEA45}" type="parTrans" cxnId="{4F6DC272-DF04-4003-BBD3-2ABE7D01B6D6}">
      <dgm:prSet/>
      <dgm:spPr/>
      <dgm:t>
        <a:bodyPr/>
        <a:lstStyle/>
        <a:p>
          <a:endParaRPr lang="en-US"/>
        </a:p>
      </dgm:t>
    </dgm:pt>
    <dgm:pt modelId="{FCFDDE3E-8587-44D5-9CFA-04A868985AB5}" type="sibTrans" cxnId="{4F6DC272-DF04-4003-BBD3-2ABE7D01B6D6}">
      <dgm:prSet/>
      <dgm:spPr/>
      <dgm:t>
        <a:bodyPr/>
        <a:lstStyle/>
        <a:p>
          <a:endParaRPr lang="en-US"/>
        </a:p>
      </dgm:t>
    </dgm:pt>
    <dgm:pt modelId="{4160C391-F418-4AC6-BB6E-C933FB159DA7}">
      <dgm:prSet/>
      <dgm:spPr/>
      <dgm:t>
        <a:bodyPr/>
        <a:lstStyle/>
        <a:p>
          <a:pPr algn="just" rtl="0">
            <a:spcAft>
              <a:spcPts val="0"/>
            </a:spcAft>
          </a:pPr>
          <a:r>
            <a:rPr lang="en-US" dirty="0" smtClean="0">
              <a:latin typeface="Times New Roman" pitchFamily="18" charset="0"/>
              <a:cs typeface="Times New Roman" pitchFamily="18" charset="0"/>
            </a:rPr>
            <a:t>Something sacred is Holy, devoted to a religious ceremony or simply worthy of respect like Holy place, Holy Vessels, Hymen, Icons, Cross ….etc. </a:t>
          </a:r>
          <a:endParaRPr lang="en-US" dirty="0">
            <a:latin typeface="Times New Roman" pitchFamily="18" charset="0"/>
            <a:cs typeface="Times New Roman" pitchFamily="18" charset="0"/>
          </a:endParaRPr>
        </a:p>
      </dgm:t>
    </dgm:pt>
    <dgm:pt modelId="{EC724971-583D-406D-BC9C-6BA697AD80E2}" type="parTrans" cxnId="{30C9759C-F711-4105-9756-CD4D423DAABD}">
      <dgm:prSet/>
      <dgm:spPr/>
      <dgm:t>
        <a:bodyPr/>
        <a:lstStyle/>
        <a:p>
          <a:endParaRPr lang="en-US"/>
        </a:p>
      </dgm:t>
    </dgm:pt>
    <dgm:pt modelId="{3AA69163-2750-43E4-9E72-E1D3DAD78C8A}" type="sibTrans" cxnId="{30C9759C-F711-4105-9756-CD4D423DAABD}">
      <dgm:prSet/>
      <dgm:spPr/>
      <dgm:t>
        <a:bodyPr/>
        <a:lstStyle/>
        <a:p>
          <a:endParaRPr lang="en-US"/>
        </a:p>
      </dgm:t>
    </dgm:pt>
    <dgm:pt modelId="{8A8866AA-2A6A-475A-A51C-B4E9A57C7EAE}">
      <dgm:prSet/>
      <dgm:spPr/>
      <dgm:t>
        <a:bodyPr/>
        <a:lstStyle/>
        <a:p>
          <a:pPr algn="just" rtl="0">
            <a:spcAft>
              <a:spcPts val="0"/>
            </a:spcAft>
          </a:pPr>
          <a:r>
            <a:rPr lang="en-GB" dirty="0" smtClean="0">
              <a:latin typeface="Times New Roman" pitchFamily="18" charset="0"/>
              <a:cs typeface="Times New Roman" pitchFamily="18" charset="0"/>
            </a:rPr>
            <a:t>The canons of ecumenical synod give us evidence that the church was very attentive for keeping strictly the old rule of the divine service and condemn any change.</a:t>
          </a:r>
          <a:endParaRPr lang="en-US" dirty="0">
            <a:latin typeface="Times New Roman" pitchFamily="18" charset="0"/>
            <a:cs typeface="Times New Roman" pitchFamily="18" charset="0"/>
          </a:endParaRPr>
        </a:p>
      </dgm:t>
    </dgm:pt>
    <dgm:pt modelId="{77AA8FB6-82CB-4B16-A75F-D4D0B781E64B}" type="parTrans" cxnId="{5D902981-6348-4E66-B35E-F33E1CCE94DA}">
      <dgm:prSet/>
      <dgm:spPr/>
      <dgm:t>
        <a:bodyPr/>
        <a:lstStyle/>
        <a:p>
          <a:endParaRPr lang="en-US"/>
        </a:p>
      </dgm:t>
    </dgm:pt>
    <dgm:pt modelId="{D7F0F13D-630C-41A7-8A8C-C2DA22EB9B75}" type="sibTrans" cxnId="{5D902981-6348-4E66-B35E-F33E1CCE94DA}">
      <dgm:prSet/>
      <dgm:spPr/>
      <dgm:t>
        <a:bodyPr/>
        <a:lstStyle/>
        <a:p>
          <a:endParaRPr lang="en-US"/>
        </a:p>
      </dgm:t>
    </dgm:pt>
    <dgm:pt modelId="{C1984BF4-2935-4746-9093-5E561837E36C}">
      <dgm:prSet/>
      <dgm:spPr/>
      <dgm:t>
        <a:bodyPr/>
        <a:lstStyle/>
        <a:p>
          <a:pPr algn="just" rtl="0">
            <a:spcAft>
              <a:spcPts val="0"/>
            </a:spcAft>
          </a:pPr>
          <a:r>
            <a:rPr lang="en-GB" dirty="0" smtClean="0">
              <a:latin typeface="Times New Roman" pitchFamily="18" charset="0"/>
              <a:cs typeface="Times New Roman" pitchFamily="18" charset="0"/>
            </a:rPr>
            <a:t>Besides the exact observation of the rules mentioned, sacred things must be implemented according to the order of the church with the fear of God; they must be performed publicly in the church and not in particular houses except in the case of jurisdiction.</a:t>
          </a:r>
          <a:endParaRPr lang="en-US" dirty="0">
            <a:latin typeface="Times New Roman" pitchFamily="18" charset="0"/>
            <a:cs typeface="Times New Roman" pitchFamily="18" charset="0"/>
          </a:endParaRPr>
        </a:p>
      </dgm:t>
    </dgm:pt>
    <dgm:pt modelId="{AFAF2821-1E98-474F-963D-DD13B5D44094}" type="parTrans" cxnId="{0A9F2815-E431-408B-B717-5C085E4C7F98}">
      <dgm:prSet/>
      <dgm:spPr/>
      <dgm:t>
        <a:bodyPr/>
        <a:lstStyle/>
        <a:p>
          <a:endParaRPr lang="en-US"/>
        </a:p>
      </dgm:t>
    </dgm:pt>
    <dgm:pt modelId="{9B9BD032-4897-4654-87E5-C9FE5B1C73FF}" type="sibTrans" cxnId="{0A9F2815-E431-408B-B717-5C085E4C7F98}">
      <dgm:prSet/>
      <dgm:spPr/>
      <dgm:t>
        <a:bodyPr/>
        <a:lstStyle/>
        <a:p>
          <a:endParaRPr lang="en-US"/>
        </a:p>
      </dgm:t>
    </dgm:pt>
    <dgm:pt modelId="{F3E4C71B-982B-47B2-9145-775B2C0E7F50}">
      <dgm:prSet/>
      <dgm:spPr/>
      <dgm:t>
        <a:bodyPr/>
        <a:lstStyle/>
        <a:p>
          <a:pPr algn="just" rtl="0">
            <a:spcAft>
              <a:spcPts val="0"/>
            </a:spcAft>
          </a:pPr>
          <a:r>
            <a:rPr lang="en-GB" dirty="0" smtClean="0">
              <a:latin typeface="Times New Roman" pitchFamily="18" charset="0"/>
              <a:cs typeface="Times New Roman" pitchFamily="18" charset="0"/>
            </a:rPr>
            <a:t>Participating public divine service on Sunday and holydays is compulsory to all believers; the church condemns those who neglect it. </a:t>
          </a:r>
          <a:endParaRPr lang="en-US" dirty="0">
            <a:latin typeface="Times New Roman" pitchFamily="18" charset="0"/>
            <a:cs typeface="Times New Roman" pitchFamily="18" charset="0"/>
          </a:endParaRPr>
        </a:p>
      </dgm:t>
    </dgm:pt>
    <dgm:pt modelId="{9A0B163D-4123-4727-B4F4-C9489E87983C}" type="parTrans" cxnId="{E9E23E78-1A1E-4A1A-98A4-378A9DD4E349}">
      <dgm:prSet/>
      <dgm:spPr/>
      <dgm:t>
        <a:bodyPr/>
        <a:lstStyle/>
        <a:p>
          <a:endParaRPr lang="en-US"/>
        </a:p>
      </dgm:t>
    </dgm:pt>
    <dgm:pt modelId="{0C1E9793-9554-4C62-A977-0590C52963D4}" type="sibTrans" cxnId="{E9E23E78-1A1E-4A1A-98A4-378A9DD4E349}">
      <dgm:prSet/>
      <dgm:spPr/>
      <dgm:t>
        <a:bodyPr/>
        <a:lstStyle/>
        <a:p>
          <a:endParaRPr lang="en-US"/>
        </a:p>
      </dgm:t>
    </dgm:pt>
    <dgm:pt modelId="{13D64C69-D673-416A-97A0-A316A3204574}">
      <dgm:prSet/>
      <dgm:spPr/>
      <dgm:t>
        <a:bodyPr/>
        <a:lstStyle/>
        <a:p>
          <a:pPr algn="just" rtl="0">
            <a:spcAft>
              <a:spcPts val="0"/>
            </a:spcAft>
          </a:pPr>
          <a:r>
            <a:rPr lang="en-GB" dirty="0" smtClean="0">
              <a:latin typeface="Times New Roman" pitchFamily="18" charset="0"/>
              <a:cs typeface="Times New Roman" pitchFamily="18" charset="0"/>
            </a:rPr>
            <a:t>The church does not allow the participation of the believers for prayers and sacred rituals with non-Orthodox. </a:t>
          </a:r>
          <a:endParaRPr lang="en-US" dirty="0">
            <a:latin typeface="Times New Roman" pitchFamily="18" charset="0"/>
            <a:cs typeface="Times New Roman" pitchFamily="18" charset="0"/>
          </a:endParaRPr>
        </a:p>
      </dgm:t>
    </dgm:pt>
    <dgm:pt modelId="{14D5D06E-8363-43C1-9713-21F1E0F776C1}" type="parTrans" cxnId="{4E689B21-C50D-4F0B-9686-DE037E85499A}">
      <dgm:prSet/>
      <dgm:spPr/>
      <dgm:t>
        <a:bodyPr/>
        <a:lstStyle/>
        <a:p>
          <a:endParaRPr lang="en-US"/>
        </a:p>
      </dgm:t>
    </dgm:pt>
    <dgm:pt modelId="{087B2885-7C39-460D-BCDD-C4C352CC8CC2}" type="sibTrans" cxnId="{4E689B21-C50D-4F0B-9686-DE037E85499A}">
      <dgm:prSet/>
      <dgm:spPr/>
      <dgm:t>
        <a:bodyPr/>
        <a:lstStyle/>
        <a:p>
          <a:endParaRPr lang="en-US"/>
        </a:p>
      </dgm:t>
    </dgm:pt>
    <dgm:pt modelId="{4934E4A2-94FC-43F5-A15E-15BC6B700BC8}" type="pres">
      <dgm:prSet presAssocID="{3851594A-3F30-4DFE-990C-7DA1E1666001}" presName="linear" presStyleCnt="0">
        <dgm:presLayoutVars>
          <dgm:animLvl val="lvl"/>
          <dgm:resizeHandles val="exact"/>
        </dgm:presLayoutVars>
      </dgm:prSet>
      <dgm:spPr/>
      <dgm:t>
        <a:bodyPr/>
        <a:lstStyle/>
        <a:p>
          <a:endParaRPr lang="en-US"/>
        </a:p>
      </dgm:t>
    </dgm:pt>
    <dgm:pt modelId="{3DC0ECCE-9B4D-4246-B13F-7A050CD82E9F}" type="pres">
      <dgm:prSet presAssocID="{E9EFFBA2-EF70-4EC5-B852-F07644A6ECCA}" presName="parentText" presStyleLbl="node1" presStyleIdx="0" presStyleCnt="1">
        <dgm:presLayoutVars>
          <dgm:chMax val="0"/>
          <dgm:bulletEnabled val="1"/>
        </dgm:presLayoutVars>
      </dgm:prSet>
      <dgm:spPr/>
      <dgm:t>
        <a:bodyPr/>
        <a:lstStyle/>
        <a:p>
          <a:endParaRPr lang="en-US"/>
        </a:p>
      </dgm:t>
    </dgm:pt>
    <dgm:pt modelId="{5160C2B0-AC11-47FD-B5C1-2E6C90AD1BA1}" type="pres">
      <dgm:prSet presAssocID="{E9EFFBA2-EF70-4EC5-B852-F07644A6ECCA}" presName="childText" presStyleLbl="revTx" presStyleIdx="0" presStyleCnt="1">
        <dgm:presLayoutVars>
          <dgm:bulletEnabled val="1"/>
        </dgm:presLayoutVars>
      </dgm:prSet>
      <dgm:spPr/>
      <dgm:t>
        <a:bodyPr/>
        <a:lstStyle/>
        <a:p>
          <a:endParaRPr lang="en-US"/>
        </a:p>
      </dgm:t>
    </dgm:pt>
  </dgm:ptLst>
  <dgm:cxnLst>
    <dgm:cxn modelId="{EA4B0BE9-4879-49D9-BED7-45D8E8333F58}" type="presOf" srcId="{13D64C69-D673-416A-97A0-A316A3204574}" destId="{5160C2B0-AC11-47FD-B5C1-2E6C90AD1BA1}" srcOrd="0" destOrd="4" presId="urn:microsoft.com/office/officeart/2005/8/layout/vList2"/>
    <dgm:cxn modelId="{1D559C52-44E2-452E-A12E-88C17651F8EE}" type="presOf" srcId="{E9EFFBA2-EF70-4EC5-B852-F07644A6ECCA}" destId="{3DC0ECCE-9B4D-4246-B13F-7A050CD82E9F}" srcOrd="0" destOrd="0" presId="urn:microsoft.com/office/officeart/2005/8/layout/vList2"/>
    <dgm:cxn modelId="{99EC1914-2D85-455C-A0FD-7D7165F8F43F}" type="presOf" srcId="{C1984BF4-2935-4746-9093-5E561837E36C}" destId="{5160C2B0-AC11-47FD-B5C1-2E6C90AD1BA1}" srcOrd="0" destOrd="2" presId="urn:microsoft.com/office/officeart/2005/8/layout/vList2"/>
    <dgm:cxn modelId="{6A72F4EE-1C1B-4161-B8FA-95C0A3FAFA36}" type="presOf" srcId="{F3E4C71B-982B-47B2-9145-775B2C0E7F50}" destId="{5160C2B0-AC11-47FD-B5C1-2E6C90AD1BA1}" srcOrd="0" destOrd="3" presId="urn:microsoft.com/office/officeart/2005/8/layout/vList2"/>
    <dgm:cxn modelId="{30C9759C-F711-4105-9756-CD4D423DAABD}" srcId="{E9EFFBA2-EF70-4EC5-B852-F07644A6ECCA}" destId="{4160C391-F418-4AC6-BB6E-C933FB159DA7}" srcOrd="0" destOrd="0" parTransId="{EC724971-583D-406D-BC9C-6BA697AD80E2}" sibTransId="{3AA69163-2750-43E4-9E72-E1D3DAD78C8A}"/>
    <dgm:cxn modelId="{5D902981-6348-4E66-B35E-F33E1CCE94DA}" srcId="{E9EFFBA2-EF70-4EC5-B852-F07644A6ECCA}" destId="{8A8866AA-2A6A-475A-A51C-B4E9A57C7EAE}" srcOrd="1" destOrd="0" parTransId="{77AA8FB6-82CB-4B16-A75F-D4D0B781E64B}" sibTransId="{D7F0F13D-630C-41A7-8A8C-C2DA22EB9B75}"/>
    <dgm:cxn modelId="{26AEBEB4-9EB8-43CB-B2CF-B7F62E28B055}" type="presOf" srcId="{8A8866AA-2A6A-475A-A51C-B4E9A57C7EAE}" destId="{5160C2B0-AC11-47FD-B5C1-2E6C90AD1BA1}" srcOrd="0" destOrd="1" presId="urn:microsoft.com/office/officeart/2005/8/layout/vList2"/>
    <dgm:cxn modelId="{5CC84C73-3849-4FEE-8759-BC373BC8CD26}" type="presOf" srcId="{3851594A-3F30-4DFE-990C-7DA1E1666001}" destId="{4934E4A2-94FC-43F5-A15E-15BC6B700BC8}" srcOrd="0" destOrd="0" presId="urn:microsoft.com/office/officeart/2005/8/layout/vList2"/>
    <dgm:cxn modelId="{0A9F2815-E431-408B-B717-5C085E4C7F98}" srcId="{E9EFFBA2-EF70-4EC5-B852-F07644A6ECCA}" destId="{C1984BF4-2935-4746-9093-5E561837E36C}" srcOrd="2" destOrd="0" parTransId="{AFAF2821-1E98-474F-963D-DD13B5D44094}" sibTransId="{9B9BD032-4897-4654-87E5-C9FE5B1C73FF}"/>
    <dgm:cxn modelId="{4E689B21-C50D-4F0B-9686-DE037E85499A}" srcId="{E9EFFBA2-EF70-4EC5-B852-F07644A6ECCA}" destId="{13D64C69-D673-416A-97A0-A316A3204574}" srcOrd="4" destOrd="0" parTransId="{14D5D06E-8363-43C1-9713-21F1E0F776C1}" sibTransId="{087B2885-7C39-460D-BCDD-C4C352CC8CC2}"/>
    <dgm:cxn modelId="{46BEAC47-A5B2-43FA-9B9B-53BC3104797B}" type="presOf" srcId="{4160C391-F418-4AC6-BB6E-C933FB159DA7}" destId="{5160C2B0-AC11-47FD-B5C1-2E6C90AD1BA1}" srcOrd="0" destOrd="0" presId="urn:microsoft.com/office/officeart/2005/8/layout/vList2"/>
    <dgm:cxn modelId="{4F6DC272-DF04-4003-BBD3-2ABE7D01B6D6}" srcId="{3851594A-3F30-4DFE-990C-7DA1E1666001}" destId="{E9EFFBA2-EF70-4EC5-B852-F07644A6ECCA}" srcOrd="0" destOrd="0" parTransId="{47EFFFDD-DBD1-4419-9B83-66A3BFECEA45}" sibTransId="{FCFDDE3E-8587-44D5-9CFA-04A868985AB5}"/>
    <dgm:cxn modelId="{E9E23E78-1A1E-4A1A-98A4-378A9DD4E349}" srcId="{E9EFFBA2-EF70-4EC5-B852-F07644A6ECCA}" destId="{F3E4C71B-982B-47B2-9145-775B2C0E7F50}" srcOrd="3" destOrd="0" parTransId="{9A0B163D-4123-4727-B4F4-C9489E87983C}" sibTransId="{0C1E9793-9554-4C62-A977-0590C52963D4}"/>
    <dgm:cxn modelId="{AB67E134-A853-46C0-9367-0EAA0E9264A3}" type="presParOf" srcId="{4934E4A2-94FC-43F5-A15E-15BC6B700BC8}" destId="{3DC0ECCE-9B4D-4246-B13F-7A050CD82E9F}" srcOrd="0" destOrd="0" presId="urn:microsoft.com/office/officeart/2005/8/layout/vList2"/>
    <dgm:cxn modelId="{10A02A16-9319-401F-9569-2B0A38BA0E04}" type="presParOf" srcId="{4934E4A2-94FC-43F5-A15E-15BC6B700BC8}" destId="{5160C2B0-AC11-47FD-B5C1-2E6C90AD1BA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D04AE5B7-130F-490F-AAC6-29C595ACBCD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2239DAA-EB68-47FD-8AC0-C73DFBAB66CC}">
      <dgm:prSet/>
      <dgm:spPr/>
      <dgm:t>
        <a:bodyPr/>
        <a:lstStyle/>
        <a:p>
          <a:pPr rtl="0"/>
          <a:r>
            <a:rPr lang="en-US" b="1" dirty="0" smtClean="0">
              <a:latin typeface="Times New Roman" pitchFamily="18" charset="0"/>
              <a:cs typeface="Times New Roman" pitchFamily="18" charset="0"/>
            </a:rPr>
            <a:t>A. By whom the sacred things are Administered</a:t>
          </a:r>
          <a:endParaRPr lang="en-US" dirty="0">
            <a:latin typeface="Times New Roman" pitchFamily="18" charset="0"/>
            <a:cs typeface="Times New Roman" pitchFamily="18" charset="0"/>
          </a:endParaRPr>
        </a:p>
      </dgm:t>
    </dgm:pt>
    <dgm:pt modelId="{D3CE009E-1D3C-49DD-B78F-EDB9D8709C3B}" type="parTrans" cxnId="{3505DA6B-9624-47DF-B36E-A6C98293711F}">
      <dgm:prSet/>
      <dgm:spPr/>
      <dgm:t>
        <a:bodyPr/>
        <a:lstStyle/>
        <a:p>
          <a:endParaRPr lang="en-US"/>
        </a:p>
      </dgm:t>
    </dgm:pt>
    <dgm:pt modelId="{0F17F21F-030C-4452-B091-97B164A1B642}" type="sibTrans" cxnId="{3505DA6B-9624-47DF-B36E-A6C98293711F}">
      <dgm:prSet/>
      <dgm:spPr/>
      <dgm:t>
        <a:bodyPr/>
        <a:lstStyle/>
        <a:p>
          <a:endParaRPr lang="en-US"/>
        </a:p>
      </dgm:t>
    </dgm:pt>
    <dgm:pt modelId="{C8DFE614-ADA6-457C-B3BD-BD50F5C39ED3}">
      <dgm:prSet/>
      <dgm:spPr/>
      <dgm:t>
        <a:bodyPr/>
        <a:lstStyle/>
        <a:p>
          <a:pPr algn="just" rtl="0"/>
          <a:r>
            <a:rPr lang="en-GB" b="0" dirty="0" smtClean="0">
              <a:latin typeface="Times New Roman" pitchFamily="18" charset="0"/>
              <a:cs typeface="Times New Roman" pitchFamily="18" charset="0"/>
            </a:rPr>
            <a:t>The organs for implementation of sacred things are obliged to watch for whom the priest should instruct them first, otherwise it is forbidden to perform the sacraments for these who do not know the fundamental truth of the belief.</a:t>
          </a:r>
          <a:r>
            <a:rPr lang="en-US" b="0" dirty="0" smtClean="0">
              <a:latin typeface="Times New Roman" pitchFamily="18" charset="0"/>
              <a:cs typeface="Times New Roman" pitchFamily="18" charset="0"/>
            </a:rPr>
            <a:t> </a:t>
          </a:r>
          <a:endParaRPr lang="en-US" b="0" dirty="0">
            <a:latin typeface="Times New Roman" pitchFamily="18" charset="0"/>
            <a:cs typeface="Times New Roman" pitchFamily="18" charset="0"/>
          </a:endParaRPr>
        </a:p>
      </dgm:t>
    </dgm:pt>
    <dgm:pt modelId="{228982DE-751D-43BE-A68A-E7807DBC334E}" type="parTrans" cxnId="{A56DA2CD-C5DE-4A1D-8495-17E9C56C2D35}">
      <dgm:prSet/>
      <dgm:spPr/>
      <dgm:t>
        <a:bodyPr/>
        <a:lstStyle/>
        <a:p>
          <a:endParaRPr lang="en-US"/>
        </a:p>
      </dgm:t>
    </dgm:pt>
    <dgm:pt modelId="{A6893F97-F84F-4660-90C7-5332154A59EB}" type="sibTrans" cxnId="{A56DA2CD-C5DE-4A1D-8495-17E9C56C2D35}">
      <dgm:prSet/>
      <dgm:spPr/>
      <dgm:t>
        <a:bodyPr/>
        <a:lstStyle/>
        <a:p>
          <a:endParaRPr lang="en-US"/>
        </a:p>
      </dgm:t>
    </dgm:pt>
    <dgm:pt modelId="{FA039EC1-B574-450A-B7B4-87BC292C6FF7}">
      <dgm:prSet/>
      <dgm:spPr/>
      <dgm:t>
        <a:bodyPr/>
        <a:lstStyle/>
        <a:p>
          <a:pPr algn="just" rtl="0"/>
          <a:r>
            <a:rPr lang="en-GB" b="0" dirty="0" smtClean="0">
              <a:latin typeface="Times New Roman" pitchFamily="18" charset="0"/>
              <a:cs typeface="Times New Roman" pitchFamily="18" charset="0"/>
            </a:rPr>
            <a:t>The priest or the bishop at least convokes (call for a meeting) the Holy Ghost using a certain formula through which the priest performs the sacrament with spiritual power. </a:t>
          </a:r>
          <a:endParaRPr lang="en-US" b="0" dirty="0">
            <a:latin typeface="Times New Roman" pitchFamily="18" charset="0"/>
            <a:cs typeface="Times New Roman" pitchFamily="18" charset="0"/>
          </a:endParaRPr>
        </a:p>
      </dgm:t>
    </dgm:pt>
    <dgm:pt modelId="{8526ED08-CC9D-4BFC-A670-4DBEAB4827C3}" type="parTrans" cxnId="{77150D64-3C77-4ACC-90C2-9938EF2A3DFB}">
      <dgm:prSet/>
      <dgm:spPr/>
      <dgm:t>
        <a:bodyPr/>
        <a:lstStyle/>
        <a:p>
          <a:endParaRPr lang="en-US"/>
        </a:p>
      </dgm:t>
    </dgm:pt>
    <dgm:pt modelId="{8A60D9D8-CB1D-403F-97DC-81539320302C}" type="sibTrans" cxnId="{77150D64-3C77-4ACC-90C2-9938EF2A3DFB}">
      <dgm:prSet/>
      <dgm:spPr/>
      <dgm:t>
        <a:bodyPr/>
        <a:lstStyle/>
        <a:p>
          <a:endParaRPr lang="en-US"/>
        </a:p>
      </dgm:t>
    </dgm:pt>
    <dgm:pt modelId="{718FAC24-063E-4434-9982-C87998167EE7}">
      <dgm:prSet/>
      <dgm:spPr/>
      <dgm:t>
        <a:bodyPr/>
        <a:lstStyle/>
        <a:p>
          <a:pPr algn="just" rtl="0"/>
          <a:r>
            <a:rPr lang="en-US" b="1" dirty="0" smtClean="0">
              <a:latin typeface="Times New Roman" pitchFamily="18" charset="0"/>
              <a:cs typeface="Times New Roman" pitchFamily="18" charset="0"/>
            </a:rPr>
            <a:t>B. How the sacred things are performed:</a:t>
          </a:r>
          <a:endParaRPr lang="en-US" dirty="0">
            <a:latin typeface="Times New Roman" pitchFamily="18" charset="0"/>
            <a:cs typeface="Times New Roman" pitchFamily="18" charset="0"/>
          </a:endParaRPr>
        </a:p>
      </dgm:t>
    </dgm:pt>
    <dgm:pt modelId="{1569DC01-A230-437E-BCF3-4F3FB66B0C35}" type="parTrans" cxnId="{3D3889B8-7B7C-496D-B337-0DFDC1A7BC19}">
      <dgm:prSet/>
      <dgm:spPr/>
      <dgm:t>
        <a:bodyPr/>
        <a:lstStyle/>
        <a:p>
          <a:endParaRPr lang="en-US"/>
        </a:p>
      </dgm:t>
    </dgm:pt>
    <dgm:pt modelId="{D03791D8-CFF2-458C-B829-DC05B115573C}" type="sibTrans" cxnId="{3D3889B8-7B7C-496D-B337-0DFDC1A7BC19}">
      <dgm:prSet/>
      <dgm:spPr/>
      <dgm:t>
        <a:bodyPr/>
        <a:lstStyle/>
        <a:p>
          <a:endParaRPr lang="en-US"/>
        </a:p>
      </dgm:t>
    </dgm:pt>
    <dgm:pt modelId="{3CE0098C-90A2-495E-8F9D-6D97DC0154FB}">
      <dgm:prSet/>
      <dgm:spPr/>
      <dgm:t>
        <a:bodyPr/>
        <a:lstStyle/>
        <a:p>
          <a:pPr algn="just" rtl="0"/>
          <a:r>
            <a:rPr lang="en-US" dirty="0" smtClean="0">
              <a:latin typeface="Times New Roman" pitchFamily="18" charset="0"/>
              <a:cs typeface="Times New Roman" pitchFamily="18" charset="0"/>
            </a:rPr>
            <a:t>The sacred things can be performed:</a:t>
          </a:r>
          <a:endParaRPr lang="en-US" dirty="0">
            <a:latin typeface="Times New Roman" pitchFamily="18" charset="0"/>
            <a:cs typeface="Times New Roman" pitchFamily="18" charset="0"/>
          </a:endParaRPr>
        </a:p>
      </dgm:t>
    </dgm:pt>
    <dgm:pt modelId="{83BC715F-5B2D-48F4-BACC-A14A568D2E98}" type="parTrans" cxnId="{6616778B-D80B-4D93-B19C-FD10A9DC241A}">
      <dgm:prSet/>
      <dgm:spPr/>
      <dgm:t>
        <a:bodyPr/>
        <a:lstStyle/>
        <a:p>
          <a:endParaRPr lang="en-US"/>
        </a:p>
      </dgm:t>
    </dgm:pt>
    <dgm:pt modelId="{A582096C-AD2E-46DA-B321-9C84704D47E5}" type="sibTrans" cxnId="{6616778B-D80B-4D93-B19C-FD10A9DC241A}">
      <dgm:prSet/>
      <dgm:spPr/>
      <dgm:t>
        <a:bodyPr/>
        <a:lstStyle/>
        <a:p>
          <a:endParaRPr lang="en-US"/>
        </a:p>
      </dgm:t>
    </dgm:pt>
    <dgm:pt modelId="{8448DF34-4B2D-4D60-A6C0-6285E131A5A2}">
      <dgm:prSet/>
      <dgm:spPr/>
      <dgm:t>
        <a:bodyPr/>
        <a:lstStyle/>
        <a:p>
          <a:pPr algn="just" rtl="0"/>
          <a:r>
            <a:rPr lang="en-US" dirty="0" smtClean="0">
              <a:latin typeface="Times New Roman" pitchFamily="18" charset="0"/>
              <a:cs typeface="Times New Roman" pitchFamily="18" charset="0"/>
            </a:rPr>
            <a:t>Through praying </a:t>
          </a:r>
          <a:endParaRPr lang="en-US" dirty="0">
            <a:latin typeface="Times New Roman" pitchFamily="18" charset="0"/>
            <a:cs typeface="Times New Roman" pitchFamily="18" charset="0"/>
          </a:endParaRPr>
        </a:p>
      </dgm:t>
    </dgm:pt>
    <dgm:pt modelId="{DF0B0BC4-CB98-424F-80DF-8E7B852B05D1}" type="parTrans" cxnId="{D9D8F8D3-9832-4FBF-9CBC-D4D85731FD04}">
      <dgm:prSet/>
      <dgm:spPr/>
      <dgm:t>
        <a:bodyPr/>
        <a:lstStyle/>
        <a:p>
          <a:endParaRPr lang="en-US"/>
        </a:p>
      </dgm:t>
    </dgm:pt>
    <dgm:pt modelId="{B12B5C78-1672-4A40-A2F1-AC5F9DC8EE9F}" type="sibTrans" cxnId="{D9D8F8D3-9832-4FBF-9CBC-D4D85731FD04}">
      <dgm:prSet/>
      <dgm:spPr/>
      <dgm:t>
        <a:bodyPr/>
        <a:lstStyle/>
        <a:p>
          <a:endParaRPr lang="en-US"/>
        </a:p>
      </dgm:t>
    </dgm:pt>
    <dgm:pt modelId="{79EFF281-51E7-464A-BF2F-39BFFD7C6697}">
      <dgm:prSet/>
      <dgm:spPr/>
      <dgm:t>
        <a:bodyPr/>
        <a:lstStyle/>
        <a:p>
          <a:pPr algn="just" rtl="0"/>
          <a:r>
            <a:rPr lang="en-US" smtClean="0">
              <a:latin typeface="Times New Roman" pitchFamily="18" charset="0"/>
              <a:cs typeface="Times New Roman" pitchFamily="18" charset="0"/>
            </a:rPr>
            <a:t>Through Blessing</a:t>
          </a:r>
          <a:endParaRPr lang="en-US">
            <a:latin typeface="Times New Roman" pitchFamily="18" charset="0"/>
            <a:cs typeface="Times New Roman" pitchFamily="18" charset="0"/>
          </a:endParaRPr>
        </a:p>
      </dgm:t>
    </dgm:pt>
    <dgm:pt modelId="{195735FB-7413-4C90-9D2A-B1500BFBBB05}" type="parTrans" cxnId="{12E00ED6-9085-44DB-AC9B-366840EB22AF}">
      <dgm:prSet/>
      <dgm:spPr/>
      <dgm:t>
        <a:bodyPr/>
        <a:lstStyle/>
        <a:p>
          <a:endParaRPr lang="en-US"/>
        </a:p>
      </dgm:t>
    </dgm:pt>
    <dgm:pt modelId="{C3C77DB0-128E-464D-A19A-22A1D9803564}" type="sibTrans" cxnId="{12E00ED6-9085-44DB-AC9B-366840EB22AF}">
      <dgm:prSet/>
      <dgm:spPr/>
      <dgm:t>
        <a:bodyPr/>
        <a:lstStyle/>
        <a:p>
          <a:endParaRPr lang="en-US"/>
        </a:p>
      </dgm:t>
    </dgm:pt>
    <dgm:pt modelId="{63DD4838-C575-40A9-8040-D20F70BF2EEA}">
      <dgm:prSet/>
      <dgm:spPr/>
      <dgm:t>
        <a:bodyPr/>
        <a:lstStyle/>
        <a:p>
          <a:pPr algn="just" rtl="0"/>
          <a:r>
            <a:rPr lang="en-GB" dirty="0" smtClean="0">
              <a:latin typeface="Times New Roman" pitchFamily="18" charset="0"/>
              <a:cs typeface="Times New Roman" pitchFamily="18" charset="0"/>
            </a:rPr>
            <a:t>Through the use of different prayers conducted by the bishops or priests according to certain ritual.</a:t>
          </a:r>
          <a:endParaRPr lang="en-US" dirty="0">
            <a:latin typeface="Times New Roman" pitchFamily="18" charset="0"/>
            <a:cs typeface="Times New Roman" pitchFamily="18" charset="0"/>
          </a:endParaRPr>
        </a:p>
      </dgm:t>
    </dgm:pt>
    <dgm:pt modelId="{C5B1D38A-15D6-4246-98D0-0EBB2C3B1FF2}" type="parTrans" cxnId="{B2F005DA-4483-41AA-9E19-BCB6277BACF0}">
      <dgm:prSet/>
      <dgm:spPr/>
      <dgm:t>
        <a:bodyPr/>
        <a:lstStyle/>
        <a:p>
          <a:endParaRPr lang="en-US"/>
        </a:p>
      </dgm:t>
    </dgm:pt>
    <dgm:pt modelId="{A93CC566-C209-4C41-9797-B750A3F0472C}" type="sibTrans" cxnId="{B2F005DA-4483-41AA-9E19-BCB6277BACF0}">
      <dgm:prSet/>
      <dgm:spPr/>
      <dgm:t>
        <a:bodyPr/>
        <a:lstStyle/>
        <a:p>
          <a:endParaRPr lang="en-US"/>
        </a:p>
      </dgm:t>
    </dgm:pt>
    <dgm:pt modelId="{7BB565EA-BB5A-4782-B861-1AEA0D163831}">
      <dgm:prSet/>
      <dgm:spPr/>
      <dgm:t>
        <a:bodyPr/>
        <a:lstStyle/>
        <a:p>
          <a:pPr algn="just" rtl="0"/>
          <a:r>
            <a:rPr lang="en-US" b="1" dirty="0" smtClean="0">
              <a:latin typeface="Times New Roman" pitchFamily="18" charset="0"/>
              <a:cs typeface="Times New Roman" pitchFamily="18" charset="0"/>
            </a:rPr>
            <a:t>C. Where the sacred things are performed</a:t>
          </a:r>
          <a:endParaRPr lang="en-US" dirty="0">
            <a:latin typeface="Times New Roman" pitchFamily="18" charset="0"/>
            <a:cs typeface="Times New Roman" pitchFamily="18" charset="0"/>
          </a:endParaRPr>
        </a:p>
      </dgm:t>
    </dgm:pt>
    <dgm:pt modelId="{FE8B9430-43E8-422F-A987-6975FF96C6AD}" type="parTrans" cxnId="{59923A4A-98D9-4282-A236-CFBA26FF3F4C}">
      <dgm:prSet/>
      <dgm:spPr/>
      <dgm:t>
        <a:bodyPr/>
        <a:lstStyle/>
        <a:p>
          <a:endParaRPr lang="en-US"/>
        </a:p>
      </dgm:t>
    </dgm:pt>
    <dgm:pt modelId="{CF929837-A436-4E27-96A4-0AE2FD821BA9}" type="sibTrans" cxnId="{59923A4A-98D9-4282-A236-CFBA26FF3F4C}">
      <dgm:prSet/>
      <dgm:spPr/>
      <dgm:t>
        <a:bodyPr/>
        <a:lstStyle/>
        <a:p>
          <a:endParaRPr lang="en-US"/>
        </a:p>
      </dgm:t>
    </dgm:pt>
    <dgm:pt modelId="{F47A97C4-0661-434A-8DA3-E4F837D0E873}">
      <dgm:prSet/>
      <dgm:spPr/>
      <dgm:t>
        <a:bodyPr/>
        <a:lstStyle/>
        <a:p>
          <a:pPr algn="just" rtl="0"/>
          <a:r>
            <a:rPr lang="en-GB" dirty="0" smtClean="0">
              <a:latin typeface="Times New Roman" pitchFamily="18" charset="0"/>
              <a:cs typeface="Times New Roman" pitchFamily="18" charset="0"/>
            </a:rPr>
            <a:t>The church is a place where the great priest brings sacrifice to God for the salvation of human soul.</a:t>
          </a:r>
          <a:endParaRPr lang="en-US" dirty="0">
            <a:latin typeface="Times New Roman" pitchFamily="18" charset="0"/>
            <a:cs typeface="Times New Roman" pitchFamily="18" charset="0"/>
          </a:endParaRPr>
        </a:p>
      </dgm:t>
    </dgm:pt>
    <dgm:pt modelId="{1173AB25-A87F-4406-89F1-087CC34A30E6}" type="parTrans" cxnId="{0355B9E4-7931-4B73-8710-1A8F2699EAA3}">
      <dgm:prSet/>
      <dgm:spPr/>
      <dgm:t>
        <a:bodyPr/>
        <a:lstStyle/>
        <a:p>
          <a:endParaRPr lang="en-US"/>
        </a:p>
      </dgm:t>
    </dgm:pt>
    <dgm:pt modelId="{3B61F76B-DF9C-455F-9EC1-274F6BC21D41}" type="sibTrans" cxnId="{0355B9E4-7931-4B73-8710-1A8F2699EAA3}">
      <dgm:prSet/>
      <dgm:spPr/>
      <dgm:t>
        <a:bodyPr/>
        <a:lstStyle/>
        <a:p>
          <a:endParaRPr lang="en-US"/>
        </a:p>
      </dgm:t>
    </dgm:pt>
    <dgm:pt modelId="{769ECCCD-69AF-4530-8F94-61F61AE05273}">
      <dgm:prSet/>
      <dgm:spPr/>
      <dgm:t>
        <a:bodyPr/>
        <a:lstStyle/>
        <a:p>
          <a:pPr algn="just" rtl="0"/>
          <a:r>
            <a:rPr lang="en-GB" dirty="0" smtClean="0">
              <a:latin typeface="Times New Roman" pitchFamily="18" charset="0"/>
              <a:cs typeface="Times New Roman" pitchFamily="18" charset="0"/>
            </a:rPr>
            <a:t>The sacrifice is performed then and now at all times in the church. </a:t>
          </a:r>
          <a:endParaRPr lang="en-US" dirty="0">
            <a:latin typeface="Times New Roman" pitchFamily="18" charset="0"/>
            <a:cs typeface="Times New Roman" pitchFamily="18" charset="0"/>
          </a:endParaRPr>
        </a:p>
      </dgm:t>
    </dgm:pt>
    <dgm:pt modelId="{E735CC0C-2AE9-446E-B909-8DC94355A3C9}" type="parTrans" cxnId="{84BCA468-13A0-4870-9A18-05B508F8264B}">
      <dgm:prSet/>
      <dgm:spPr/>
      <dgm:t>
        <a:bodyPr/>
        <a:lstStyle/>
        <a:p>
          <a:endParaRPr lang="en-US"/>
        </a:p>
      </dgm:t>
    </dgm:pt>
    <dgm:pt modelId="{D63148D5-479E-4B07-B657-9191A7C254B4}" type="sibTrans" cxnId="{84BCA468-13A0-4870-9A18-05B508F8264B}">
      <dgm:prSet/>
      <dgm:spPr/>
      <dgm:t>
        <a:bodyPr/>
        <a:lstStyle/>
        <a:p>
          <a:endParaRPr lang="en-US"/>
        </a:p>
      </dgm:t>
    </dgm:pt>
    <dgm:pt modelId="{B21D2AE7-392B-4913-B8DD-A271A12E2549}">
      <dgm:prSet/>
      <dgm:spPr/>
      <dgm:t>
        <a:bodyPr/>
        <a:lstStyle/>
        <a:p>
          <a:pPr algn="just" rtl="0"/>
          <a:r>
            <a:rPr lang="en-US" dirty="0" smtClean="0">
              <a:latin typeface="Times New Roman" pitchFamily="18" charset="0"/>
              <a:cs typeface="Times New Roman" pitchFamily="18" charset="0"/>
            </a:rPr>
            <a:t>Through bringing things in to the Tamable of God </a:t>
          </a:r>
          <a:endParaRPr lang="en-US" dirty="0">
            <a:latin typeface="Times New Roman" pitchFamily="18" charset="0"/>
            <a:cs typeface="Times New Roman" pitchFamily="18" charset="0"/>
          </a:endParaRPr>
        </a:p>
      </dgm:t>
    </dgm:pt>
    <dgm:pt modelId="{F32F7B39-A5B2-4B0D-B920-2059541F8013}" type="parTrans" cxnId="{8D632DBC-849F-4F87-857D-F22C685E01DB}">
      <dgm:prSet/>
      <dgm:spPr/>
    </dgm:pt>
    <dgm:pt modelId="{33068F5B-815D-4034-9A62-985DB17872A3}" type="sibTrans" cxnId="{8D632DBC-849F-4F87-857D-F22C685E01DB}">
      <dgm:prSet/>
      <dgm:spPr/>
    </dgm:pt>
    <dgm:pt modelId="{C3CB2E91-5EFB-4A55-91BE-9BD9A04B05D9}" type="pres">
      <dgm:prSet presAssocID="{D04AE5B7-130F-490F-AAC6-29C595ACBCD7}" presName="linear" presStyleCnt="0">
        <dgm:presLayoutVars>
          <dgm:animLvl val="lvl"/>
          <dgm:resizeHandles val="exact"/>
        </dgm:presLayoutVars>
      </dgm:prSet>
      <dgm:spPr/>
      <dgm:t>
        <a:bodyPr/>
        <a:lstStyle/>
        <a:p>
          <a:endParaRPr lang="en-US"/>
        </a:p>
      </dgm:t>
    </dgm:pt>
    <dgm:pt modelId="{2D8CD4D4-9306-430C-A05E-D04B0B914AE1}" type="pres">
      <dgm:prSet presAssocID="{82239DAA-EB68-47FD-8AC0-C73DFBAB66CC}" presName="parentText" presStyleLbl="node1" presStyleIdx="0" presStyleCnt="3">
        <dgm:presLayoutVars>
          <dgm:chMax val="0"/>
          <dgm:bulletEnabled val="1"/>
        </dgm:presLayoutVars>
      </dgm:prSet>
      <dgm:spPr/>
      <dgm:t>
        <a:bodyPr/>
        <a:lstStyle/>
        <a:p>
          <a:endParaRPr lang="en-US"/>
        </a:p>
      </dgm:t>
    </dgm:pt>
    <dgm:pt modelId="{4EC8AAE1-86F4-497D-83F3-17B8B93246F2}" type="pres">
      <dgm:prSet presAssocID="{82239DAA-EB68-47FD-8AC0-C73DFBAB66CC}" presName="childText" presStyleLbl="revTx" presStyleIdx="0" presStyleCnt="3">
        <dgm:presLayoutVars>
          <dgm:bulletEnabled val="1"/>
        </dgm:presLayoutVars>
      </dgm:prSet>
      <dgm:spPr/>
      <dgm:t>
        <a:bodyPr/>
        <a:lstStyle/>
        <a:p>
          <a:endParaRPr lang="en-US"/>
        </a:p>
      </dgm:t>
    </dgm:pt>
    <dgm:pt modelId="{C98F1B67-AFB4-42FD-BFBE-232EAAF58F58}" type="pres">
      <dgm:prSet presAssocID="{718FAC24-063E-4434-9982-C87998167EE7}" presName="parentText" presStyleLbl="node1" presStyleIdx="1" presStyleCnt="3">
        <dgm:presLayoutVars>
          <dgm:chMax val="0"/>
          <dgm:bulletEnabled val="1"/>
        </dgm:presLayoutVars>
      </dgm:prSet>
      <dgm:spPr/>
      <dgm:t>
        <a:bodyPr/>
        <a:lstStyle/>
        <a:p>
          <a:endParaRPr lang="en-US"/>
        </a:p>
      </dgm:t>
    </dgm:pt>
    <dgm:pt modelId="{E943514B-13F4-4CE4-963F-1B5C5C851F8F}" type="pres">
      <dgm:prSet presAssocID="{718FAC24-063E-4434-9982-C87998167EE7}" presName="childText" presStyleLbl="revTx" presStyleIdx="1" presStyleCnt="3">
        <dgm:presLayoutVars>
          <dgm:bulletEnabled val="1"/>
        </dgm:presLayoutVars>
      </dgm:prSet>
      <dgm:spPr/>
      <dgm:t>
        <a:bodyPr/>
        <a:lstStyle/>
        <a:p>
          <a:endParaRPr lang="en-US"/>
        </a:p>
      </dgm:t>
    </dgm:pt>
    <dgm:pt modelId="{EE2B04C8-A11C-4721-818E-D79A711CC5EA}" type="pres">
      <dgm:prSet presAssocID="{7BB565EA-BB5A-4782-B861-1AEA0D163831}" presName="parentText" presStyleLbl="node1" presStyleIdx="2" presStyleCnt="3">
        <dgm:presLayoutVars>
          <dgm:chMax val="0"/>
          <dgm:bulletEnabled val="1"/>
        </dgm:presLayoutVars>
      </dgm:prSet>
      <dgm:spPr/>
      <dgm:t>
        <a:bodyPr/>
        <a:lstStyle/>
        <a:p>
          <a:endParaRPr lang="en-US"/>
        </a:p>
      </dgm:t>
    </dgm:pt>
    <dgm:pt modelId="{2503B153-A33C-42F6-A88C-62CCCD2DB4B8}" type="pres">
      <dgm:prSet presAssocID="{7BB565EA-BB5A-4782-B861-1AEA0D163831}" presName="childText" presStyleLbl="revTx" presStyleIdx="2" presStyleCnt="3">
        <dgm:presLayoutVars>
          <dgm:bulletEnabled val="1"/>
        </dgm:presLayoutVars>
      </dgm:prSet>
      <dgm:spPr/>
      <dgm:t>
        <a:bodyPr/>
        <a:lstStyle/>
        <a:p>
          <a:endParaRPr lang="en-US"/>
        </a:p>
      </dgm:t>
    </dgm:pt>
  </dgm:ptLst>
  <dgm:cxnLst>
    <dgm:cxn modelId="{6CB4A14F-6A3C-4562-94DA-992E4B7696D1}" type="presOf" srcId="{63DD4838-C575-40A9-8040-D20F70BF2EEA}" destId="{E943514B-13F4-4CE4-963F-1B5C5C851F8F}" srcOrd="0" destOrd="4" presId="urn:microsoft.com/office/officeart/2005/8/layout/vList2"/>
    <dgm:cxn modelId="{B2F005DA-4483-41AA-9E19-BCB6277BACF0}" srcId="{718FAC24-063E-4434-9982-C87998167EE7}" destId="{63DD4838-C575-40A9-8040-D20F70BF2EEA}" srcOrd="4" destOrd="0" parTransId="{C5B1D38A-15D6-4246-98D0-0EBB2C3B1FF2}" sibTransId="{A93CC566-C209-4C41-9797-B750A3F0472C}"/>
    <dgm:cxn modelId="{59923A4A-98D9-4282-A236-CFBA26FF3F4C}" srcId="{D04AE5B7-130F-490F-AAC6-29C595ACBCD7}" destId="{7BB565EA-BB5A-4782-B861-1AEA0D163831}" srcOrd="2" destOrd="0" parTransId="{FE8B9430-43E8-422F-A987-6975FF96C6AD}" sibTransId="{CF929837-A436-4E27-96A4-0AE2FD821BA9}"/>
    <dgm:cxn modelId="{0355B9E4-7931-4B73-8710-1A8F2699EAA3}" srcId="{7BB565EA-BB5A-4782-B861-1AEA0D163831}" destId="{F47A97C4-0661-434A-8DA3-E4F837D0E873}" srcOrd="0" destOrd="0" parTransId="{1173AB25-A87F-4406-89F1-087CC34A30E6}" sibTransId="{3B61F76B-DF9C-455F-9EC1-274F6BC21D41}"/>
    <dgm:cxn modelId="{D9D8F8D3-9832-4FBF-9CBC-D4D85731FD04}" srcId="{718FAC24-063E-4434-9982-C87998167EE7}" destId="{8448DF34-4B2D-4D60-A6C0-6285E131A5A2}" srcOrd="2" destOrd="0" parTransId="{DF0B0BC4-CB98-424F-80DF-8E7B852B05D1}" sibTransId="{B12B5C78-1672-4A40-A2F1-AC5F9DC8EE9F}"/>
    <dgm:cxn modelId="{B2A010B1-87A1-4375-AE74-9B7020FF8A4E}" type="presOf" srcId="{B21D2AE7-392B-4913-B8DD-A271A12E2549}" destId="{E943514B-13F4-4CE4-963F-1B5C5C851F8F}" srcOrd="0" destOrd="1" presId="urn:microsoft.com/office/officeart/2005/8/layout/vList2"/>
    <dgm:cxn modelId="{4CB8667D-870D-4905-BF5C-8EF562D66FF4}" type="presOf" srcId="{769ECCCD-69AF-4530-8F94-61F61AE05273}" destId="{2503B153-A33C-42F6-A88C-62CCCD2DB4B8}" srcOrd="0" destOrd="1" presId="urn:microsoft.com/office/officeart/2005/8/layout/vList2"/>
    <dgm:cxn modelId="{8C085B1F-19FE-490F-8D4A-8A440B03F99C}" type="presOf" srcId="{C8DFE614-ADA6-457C-B3BD-BD50F5C39ED3}" destId="{4EC8AAE1-86F4-497D-83F3-17B8B93246F2}" srcOrd="0" destOrd="0" presId="urn:microsoft.com/office/officeart/2005/8/layout/vList2"/>
    <dgm:cxn modelId="{8D632DBC-849F-4F87-857D-F22C685E01DB}" srcId="{718FAC24-063E-4434-9982-C87998167EE7}" destId="{B21D2AE7-392B-4913-B8DD-A271A12E2549}" srcOrd="1" destOrd="0" parTransId="{F32F7B39-A5B2-4B0D-B920-2059541F8013}" sibTransId="{33068F5B-815D-4034-9A62-985DB17872A3}"/>
    <dgm:cxn modelId="{4A1940A0-1A5C-4D5B-9B0B-36AD45F24440}" type="presOf" srcId="{FA039EC1-B574-450A-B7B4-87BC292C6FF7}" destId="{4EC8AAE1-86F4-497D-83F3-17B8B93246F2}" srcOrd="0" destOrd="1" presId="urn:microsoft.com/office/officeart/2005/8/layout/vList2"/>
    <dgm:cxn modelId="{80268C5F-33B1-4449-9B95-EADFA0EFB206}" type="presOf" srcId="{82239DAA-EB68-47FD-8AC0-C73DFBAB66CC}" destId="{2D8CD4D4-9306-430C-A05E-D04B0B914AE1}" srcOrd="0" destOrd="0" presId="urn:microsoft.com/office/officeart/2005/8/layout/vList2"/>
    <dgm:cxn modelId="{A77C7744-8503-42A1-8FC0-F44E3FA4E3C0}" type="presOf" srcId="{718FAC24-063E-4434-9982-C87998167EE7}" destId="{C98F1B67-AFB4-42FD-BFBE-232EAAF58F58}" srcOrd="0" destOrd="0" presId="urn:microsoft.com/office/officeart/2005/8/layout/vList2"/>
    <dgm:cxn modelId="{77150D64-3C77-4ACC-90C2-9938EF2A3DFB}" srcId="{82239DAA-EB68-47FD-8AC0-C73DFBAB66CC}" destId="{FA039EC1-B574-450A-B7B4-87BC292C6FF7}" srcOrd="1" destOrd="0" parTransId="{8526ED08-CC9D-4BFC-A670-4DBEAB4827C3}" sibTransId="{8A60D9D8-CB1D-403F-97DC-81539320302C}"/>
    <dgm:cxn modelId="{BFD9F769-FFF9-4A0E-BD40-C0935263A394}" type="presOf" srcId="{7BB565EA-BB5A-4782-B861-1AEA0D163831}" destId="{EE2B04C8-A11C-4721-818E-D79A711CC5EA}" srcOrd="0" destOrd="0" presId="urn:microsoft.com/office/officeart/2005/8/layout/vList2"/>
    <dgm:cxn modelId="{1FEDC541-8B1D-42A4-9EF2-D8CC9E13AECF}" type="presOf" srcId="{3CE0098C-90A2-495E-8F9D-6D97DC0154FB}" destId="{E943514B-13F4-4CE4-963F-1B5C5C851F8F}" srcOrd="0" destOrd="0" presId="urn:microsoft.com/office/officeart/2005/8/layout/vList2"/>
    <dgm:cxn modelId="{8A033ED3-624F-440A-A0B8-AD0A2CDF209D}" type="presOf" srcId="{79EFF281-51E7-464A-BF2F-39BFFD7C6697}" destId="{E943514B-13F4-4CE4-963F-1B5C5C851F8F}" srcOrd="0" destOrd="3" presId="urn:microsoft.com/office/officeart/2005/8/layout/vList2"/>
    <dgm:cxn modelId="{4C1EAEB0-2467-4AB1-99EE-2E96734D93D3}" type="presOf" srcId="{D04AE5B7-130F-490F-AAC6-29C595ACBCD7}" destId="{C3CB2E91-5EFB-4A55-91BE-9BD9A04B05D9}" srcOrd="0" destOrd="0" presId="urn:microsoft.com/office/officeart/2005/8/layout/vList2"/>
    <dgm:cxn modelId="{A56DA2CD-C5DE-4A1D-8495-17E9C56C2D35}" srcId="{82239DAA-EB68-47FD-8AC0-C73DFBAB66CC}" destId="{C8DFE614-ADA6-457C-B3BD-BD50F5C39ED3}" srcOrd="0" destOrd="0" parTransId="{228982DE-751D-43BE-A68A-E7807DBC334E}" sibTransId="{A6893F97-F84F-4660-90C7-5332154A59EB}"/>
    <dgm:cxn modelId="{84BCA468-13A0-4870-9A18-05B508F8264B}" srcId="{7BB565EA-BB5A-4782-B861-1AEA0D163831}" destId="{769ECCCD-69AF-4530-8F94-61F61AE05273}" srcOrd="1" destOrd="0" parTransId="{E735CC0C-2AE9-446E-B909-8DC94355A3C9}" sibTransId="{D63148D5-479E-4B07-B657-9191A7C254B4}"/>
    <dgm:cxn modelId="{3D3889B8-7B7C-496D-B337-0DFDC1A7BC19}" srcId="{D04AE5B7-130F-490F-AAC6-29C595ACBCD7}" destId="{718FAC24-063E-4434-9982-C87998167EE7}" srcOrd="1" destOrd="0" parTransId="{1569DC01-A230-437E-BCF3-4F3FB66B0C35}" sibTransId="{D03791D8-CFF2-458C-B829-DC05B115573C}"/>
    <dgm:cxn modelId="{6616778B-D80B-4D93-B19C-FD10A9DC241A}" srcId="{718FAC24-063E-4434-9982-C87998167EE7}" destId="{3CE0098C-90A2-495E-8F9D-6D97DC0154FB}" srcOrd="0" destOrd="0" parTransId="{83BC715F-5B2D-48F4-BACC-A14A568D2E98}" sibTransId="{A582096C-AD2E-46DA-B321-9C84704D47E5}"/>
    <dgm:cxn modelId="{12E00ED6-9085-44DB-AC9B-366840EB22AF}" srcId="{718FAC24-063E-4434-9982-C87998167EE7}" destId="{79EFF281-51E7-464A-BF2F-39BFFD7C6697}" srcOrd="3" destOrd="0" parTransId="{195735FB-7413-4C90-9D2A-B1500BFBBB05}" sibTransId="{C3C77DB0-128E-464D-A19A-22A1D9803564}"/>
    <dgm:cxn modelId="{7C4F3150-185F-4BA3-9A13-6F81804FB246}" type="presOf" srcId="{8448DF34-4B2D-4D60-A6C0-6285E131A5A2}" destId="{E943514B-13F4-4CE4-963F-1B5C5C851F8F}" srcOrd="0" destOrd="2" presId="urn:microsoft.com/office/officeart/2005/8/layout/vList2"/>
    <dgm:cxn modelId="{3505DA6B-9624-47DF-B36E-A6C98293711F}" srcId="{D04AE5B7-130F-490F-AAC6-29C595ACBCD7}" destId="{82239DAA-EB68-47FD-8AC0-C73DFBAB66CC}" srcOrd="0" destOrd="0" parTransId="{D3CE009E-1D3C-49DD-B78F-EDB9D8709C3B}" sibTransId="{0F17F21F-030C-4452-B091-97B164A1B642}"/>
    <dgm:cxn modelId="{B1FCF67C-06C6-44A7-9D38-7859B91CC359}" type="presOf" srcId="{F47A97C4-0661-434A-8DA3-E4F837D0E873}" destId="{2503B153-A33C-42F6-A88C-62CCCD2DB4B8}" srcOrd="0" destOrd="0" presId="urn:microsoft.com/office/officeart/2005/8/layout/vList2"/>
    <dgm:cxn modelId="{CF91A00D-AB50-493B-8E16-0D17D65385BC}" type="presParOf" srcId="{C3CB2E91-5EFB-4A55-91BE-9BD9A04B05D9}" destId="{2D8CD4D4-9306-430C-A05E-D04B0B914AE1}" srcOrd="0" destOrd="0" presId="urn:microsoft.com/office/officeart/2005/8/layout/vList2"/>
    <dgm:cxn modelId="{50F2FA41-F290-4850-BD04-B33EE3584EB3}" type="presParOf" srcId="{C3CB2E91-5EFB-4A55-91BE-9BD9A04B05D9}" destId="{4EC8AAE1-86F4-497D-83F3-17B8B93246F2}" srcOrd="1" destOrd="0" presId="urn:microsoft.com/office/officeart/2005/8/layout/vList2"/>
    <dgm:cxn modelId="{9A3D1F25-B5DC-4924-AD6F-BC52BBE0A728}" type="presParOf" srcId="{C3CB2E91-5EFB-4A55-91BE-9BD9A04B05D9}" destId="{C98F1B67-AFB4-42FD-BFBE-232EAAF58F58}" srcOrd="2" destOrd="0" presId="urn:microsoft.com/office/officeart/2005/8/layout/vList2"/>
    <dgm:cxn modelId="{16276D30-CB47-4795-BCFC-1C4E995797CD}" type="presParOf" srcId="{C3CB2E91-5EFB-4A55-91BE-9BD9A04B05D9}" destId="{E943514B-13F4-4CE4-963F-1B5C5C851F8F}" srcOrd="3" destOrd="0" presId="urn:microsoft.com/office/officeart/2005/8/layout/vList2"/>
    <dgm:cxn modelId="{6E1FA26B-95B8-4355-8C9A-A27DC87BE2D8}" type="presParOf" srcId="{C3CB2E91-5EFB-4A55-91BE-9BD9A04B05D9}" destId="{EE2B04C8-A11C-4721-818E-D79A711CC5EA}" srcOrd="4" destOrd="0" presId="urn:microsoft.com/office/officeart/2005/8/layout/vList2"/>
    <dgm:cxn modelId="{9AA29165-0E06-4316-970D-3D6800687361}" type="presParOf" srcId="{C3CB2E91-5EFB-4A55-91BE-9BD9A04B05D9}" destId="{2503B153-A33C-42F6-A88C-62CCCD2DB4B8}"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696D6715-F002-4C3D-8BE1-3AAE6BA3BCD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DCB49DD-8320-4605-8949-8EA50E6B9D3B}">
      <dgm:prSet/>
      <dgm:spPr/>
      <dgm:t>
        <a:bodyPr/>
        <a:lstStyle/>
        <a:p>
          <a:pPr algn="just" rtl="0"/>
          <a:r>
            <a:rPr lang="en-US" b="1" dirty="0" smtClean="0">
              <a:latin typeface="Times New Roman" pitchFamily="18" charset="0"/>
              <a:cs typeface="Times New Roman" pitchFamily="18" charset="0"/>
            </a:rPr>
            <a:t>D. The Rites of the Seven sacraments </a:t>
          </a:r>
          <a:endParaRPr lang="en-US" dirty="0">
            <a:latin typeface="Times New Roman" pitchFamily="18" charset="0"/>
            <a:cs typeface="Times New Roman" pitchFamily="18" charset="0"/>
          </a:endParaRPr>
        </a:p>
      </dgm:t>
    </dgm:pt>
    <dgm:pt modelId="{B134B5D5-BE40-4D4F-A646-CC11797F36C7}" type="parTrans" cxnId="{2A6F61EA-B167-43B5-BFCC-6209820EF6AC}">
      <dgm:prSet/>
      <dgm:spPr/>
      <dgm:t>
        <a:bodyPr/>
        <a:lstStyle/>
        <a:p>
          <a:endParaRPr lang="en-US"/>
        </a:p>
      </dgm:t>
    </dgm:pt>
    <dgm:pt modelId="{C8EA6E02-7A89-49AD-86CD-F527530F1C7E}" type="sibTrans" cxnId="{2A6F61EA-B167-43B5-BFCC-6209820EF6AC}">
      <dgm:prSet/>
      <dgm:spPr/>
      <dgm:t>
        <a:bodyPr/>
        <a:lstStyle/>
        <a:p>
          <a:endParaRPr lang="en-US"/>
        </a:p>
      </dgm:t>
    </dgm:pt>
    <dgm:pt modelId="{A616E953-0C0C-400A-A4C7-EC8E8AAC8C10}">
      <dgm:prSet/>
      <dgm:spPr/>
      <dgm:t>
        <a:bodyPr/>
        <a:lstStyle/>
        <a:p>
          <a:pPr algn="just" rtl="0"/>
          <a:r>
            <a:rPr lang="en-GB" dirty="0" smtClean="0">
              <a:latin typeface="Times New Roman" pitchFamily="18" charset="0"/>
              <a:cs typeface="Times New Roman" pitchFamily="18" charset="0"/>
            </a:rPr>
            <a:t>It is the great sacrament from which all sacred things which exists today in the Oriental Orthodox Church developed.</a:t>
          </a:r>
          <a:endParaRPr lang="en-US" dirty="0">
            <a:latin typeface="Times New Roman" pitchFamily="18" charset="0"/>
            <a:cs typeface="Times New Roman" pitchFamily="18" charset="0"/>
          </a:endParaRPr>
        </a:p>
      </dgm:t>
    </dgm:pt>
    <dgm:pt modelId="{25091F1F-A6B8-4232-9F5B-D54DA9C40E72}" type="parTrans" cxnId="{B8D48D42-639D-4002-B52C-C4B7C30DFD52}">
      <dgm:prSet/>
      <dgm:spPr/>
      <dgm:t>
        <a:bodyPr/>
        <a:lstStyle/>
        <a:p>
          <a:endParaRPr lang="en-US"/>
        </a:p>
      </dgm:t>
    </dgm:pt>
    <dgm:pt modelId="{B9C82897-01EF-4980-8B02-7FCEA3FED50B}" type="sibTrans" cxnId="{B8D48D42-639D-4002-B52C-C4B7C30DFD52}">
      <dgm:prSet/>
      <dgm:spPr/>
      <dgm:t>
        <a:bodyPr/>
        <a:lstStyle/>
        <a:p>
          <a:endParaRPr lang="en-US"/>
        </a:p>
      </dgm:t>
    </dgm:pt>
    <dgm:pt modelId="{2E0E85F5-2811-433D-834E-F5CDAB61A2E4}">
      <dgm:prSet/>
      <dgm:spPr/>
      <dgm:t>
        <a:bodyPr/>
        <a:lstStyle/>
        <a:p>
          <a:pPr algn="just" rtl="0"/>
          <a:r>
            <a:rPr lang="en-GB" dirty="0" smtClean="0">
              <a:latin typeface="Times New Roman" pitchFamily="18" charset="0"/>
              <a:cs typeface="Times New Roman" pitchFamily="18" charset="0"/>
            </a:rPr>
            <a:t>Some of them were decided even by the founder of the church (Christ) for the transmission of the divine grace, while others were instituted by the church in the course of time on the basis of the power given to her in order to be holy in her and the blessing of God.</a:t>
          </a:r>
          <a:endParaRPr lang="en-US" dirty="0">
            <a:latin typeface="Times New Roman" pitchFamily="18" charset="0"/>
            <a:cs typeface="Times New Roman" pitchFamily="18" charset="0"/>
          </a:endParaRPr>
        </a:p>
      </dgm:t>
    </dgm:pt>
    <dgm:pt modelId="{CFC9FFC4-4343-4291-8BA7-F97B169BB2F1}" type="parTrans" cxnId="{FA226922-B6DC-4BA2-9C17-BEFAD1D71656}">
      <dgm:prSet/>
      <dgm:spPr/>
      <dgm:t>
        <a:bodyPr/>
        <a:lstStyle/>
        <a:p>
          <a:endParaRPr lang="en-US"/>
        </a:p>
      </dgm:t>
    </dgm:pt>
    <dgm:pt modelId="{EEE7FF01-4A9E-47F1-AABB-695CB9A63918}" type="sibTrans" cxnId="{FA226922-B6DC-4BA2-9C17-BEFAD1D71656}">
      <dgm:prSet/>
      <dgm:spPr/>
      <dgm:t>
        <a:bodyPr/>
        <a:lstStyle/>
        <a:p>
          <a:endParaRPr lang="en-US"/>
        </a:p>
      </dgm:t>
    </dgm:pt>
    <dgm:pt modelId="{69ED90E6-ACBB-4DAC-BD0A-548657A3E1E4}">
      <dgm:prSet/>
      <dgm:spPr/>
      <dgm:t>
        <a:bodyPr/>
        <a:lstStyle/>
        <a:p>
          <a:pPr algn="just" rtl="0"/>
          <a:r>
            <a:rPr lang="en-GB" dirty="0" smtClean="0">
              <a:latin typeface="Times New Roman" pitchFamily="18" charset="0"/>
              <a:cs typeface="Times New Roman" pitchFamily="18" charset="0"/>
            </a:rPr>
            <a:t>There are seven sacraments: namely baptism, myrrh (anointing), Eucharist, repentance, ordination, marriage and anointing. For a regular performance of any sacraments, it is necessary to have adequate material. </a:t>
          </a:r>
          <a:endParaRPr lang="en-US" dirty="0">
            <a:latin typeface="Times New Roman" pitchFamily="18" charset="0"/>
            <a:cs typeface="Times New Roman" pitchFamily="18" charset="0"/>
          </a:endParaRPr>
        </a:p>
      </dgm:t>
    </dgm:pt>
    <dgm:pt modelId="{BD392D48-E1B1-4D78-94D6-F2CB3CF6A6BC}" type="parTrans" cxnId="{A2127A7B-A595-4B28-BFFD-8914B36FB52C}">
      <dgm:prSet/>
      <dgm:spPr/>
      <dgm:t>
        <a:bodyPr/>
        <a:lstStyle/>
        <a:p>
          <a:endParaRPr lang="en-US"/>
        </a:p>
      </dgm:t>
    </dgm:pt>
    <dgm:pt modelId="{13DF37D9-CB7E-4262-887A-05F9408C4D0B}" type="sibTrans" cxnId="{A2127A7B-A595-4B28-BFFD-8914B36FB52C}">
      <dgm:prSet/>
      <dgm:spPr/>
      <dgm:t>
        <a:bodyPr/>
        <a:lstStyle/>
        <a:p>
          <a:endParaRPr lang="en-US"/>
        </a:p>
      </dgm:t>
    </dgm:pt>
    <dgm:pt modelId="{357B7BD7-FD21-445C-973F-EF8F4F7A21E9}">
      <dgm:prSet/>
      <dgm:spPr/>
      <dgm:t>
        <a:bodyPr/>
        <a:lstStyle/>
        <a:p>
          <a:pPr algn="just" rtl="0"/>
          <a:r>
            <a:rPr lang="en-GB" smtClean="0">
              <a:latin typeface="Times New Roman" pitchFamily="18" charset="0"/>
              <a:cs typeface="Times New Roman" pitchFamily="18" charset="0"/>
            </a:rPr>
            <a:t>All the sacraments have their origin from divine law and the church legislation.</a:t>
          </a:r>
          <a:endParaRPr lang="en-US">
            <a:latin typeface="Times New Roman" pitchFamily="18" charset="0"/>
            <a:cs typeface="Times New Roman" pitchFamily="18" charset="0"/>
          </a:endParaRPr>
        </a:p>
      </dgm:t>
    </dgm:pt>
    <dgm:pt modelId="{73673647-C025-45B7-97C8-456A683E6E57}" type="parTrans" cxnId="{677D67A7-EE99-4062-A91F-8BEF3CABEB08}">
      <dgm:prSet/>
      <dgm:spPr/>
      <dgm:t>
        <a:bodyPr/>
        <a:lstStyle/>
        <a:p>
          <a:endParaRPr lang="en-US"/>
        </a:p>
      </dgm:t>
    </dgm:pt>
    <dgm:pt modelId="{A095469C-9C51-42A7-9622-30E905D5A7AB}" type="sibTrans" cxnId="{677D67A7-EE99-4062-A91F-8BEF3CABEB08}">
      <dgm:prSet/>
      <dgm:spPr/>
      <dgm:t>
        <a:bodyPr/>
        <a:lstStyle/>
        <a:p>
          <a:endParaRPr lang="en-US"/>
        </a:p>
      </dgm:t>
    </dgm:pt>
    <dgm:pt modelId="{D146AA44-424E-468F-8C57-C68087D51F42}">
      <dgm:prSet/>
      <dgm:spPr/>
      <dgm:t>
        <a:bodyPr/>
        <a:lstStyle/>
        <a:p>
          <a:pPr algn="just" rtl="0"/>
          <a:r>
            <a:rPr lang="en-GB" dirty="0" smtClean="0">
              <a:latin typeface="Times New Roman" pitchFamily="18" charset="0"/>
              <a:cs typeface="Times New Roman" pitchFamily="18" charset="0"/>
            </a:rPr>
            <a:t>There are different prayers which must be performed according to certain ritual. </a:t>
          </a:r>
          <a:endParaRPr lang="en-US" dirty="0">
            <a:latin typeface="Times New Roman" pitchFamily="18" charset="0"/>
            <a:cs typeface="Times New Roman" pitchFamily="18" charset="0"/>
          </a:endParaRPr>
        </a:p>
      </dgm:t>
    </dgm:pt>
    <dgm:pt modelId="{C5A56FFA-7D55-4BFB-B1D1-28EF2299AFA9}" type="parTrans" cxnId="{74737323-4A3D-479D-930B-794CB55357C5}">
      <dgm:prSet/>
      <dgm:spPr/>
      <dgm:t>
        <a:bodyPr/>
        <a:lstStyle/>
        <a:p>
          <a:endParaRPr lang="en-US"/>
        </a:p>
      </dgm:t>
    </dgm:pt>
    <dgm:pt modelId="{16DB2F14-3E9B-42B7-AD5F-7D17C3A4A5A3}" type="sibTrans" cxnId="{74737323-4A3D-479D-930B-794CB55357C5}">
      <dgm:prSet/>
      <dgm:spPr/>
      <dgm:t>
        <a:bodyPr/>
        <a:lstStyle/>
        <a:p>
          <a:endParaRPr lang="en-US"/>
        </a:p>
      </dgm:t>
    </dgm:pt>
    <dgm:pt modelId="{610FB69C-166F-4FE6-BE24-18D71A593B6E}" type="pres">
      <dgm:prSet presAssocID="{696D6715-F002-4C3D-8BE1-3AAE6BA3BCD1}" presName="linear" presStyleCnt="0">
        <dgm:presLayoutVars>
          <dgm:animLvl val="lvl"/>
          <dgm:resizeHandles val="exact"/>
        </dgm:presLayoutVars>
      </dgm:prSet>
      <dgm:spPr/>
      <dgm:t>
        <a:bodyPr/>
        <a:lstStyle/>
        <a:p>
          <a:endParaRPr lang="en-US"/>
        </a:p>
      </dgm:t>
    </dgm:pt>
    <dgm:pt modelId="{42112E8C-0051-4633-87B0-67CDF892252B}" type="pres">
      <dgm:prSet presAssocID="{4DCB49DD-8320-4605-8949-8EA50E6B9D3B}" presName="parentText" presStyleLbl="node1" presStyleIdx="0" presStyleCnt="1">
        <dgm:presLayoutVars>
          <dgm:chMax val="0"/>
          <dgm:bulletEnabled val="1"/>
        </dgm:presLayoutVars>
      </dgm:prSet>
      <dgm:spPr/>
      <dgm:t>
        <a:bodyPr/>
        <a:lstStyle/>
        <a:p>
          <a:endParaRPr lang="en-US"/>
        </a:p>
      </dgm:t>
    </dgm:pt>
    <dgm:pt modelId="{069B5C7F-62D5-4306-96CA-E42FC0AE51B2}" type="pres">
      <dgm:prSet presAssocID="{4DCB49DD-8320-4605-8949-8EA50E6B9D3B}" presName="childText" presStyleLbl="revTx" presStyleIdx="0" presStyleCnt="1">
        <dgm:presLayoutVars>
          <dgm:bulletEnabled val="1"/>
        </dgm:presLayoutVars>
      </dgm:prSet>
      <dgm:spPr/>
      <dgm:t>
        <a:bodyPr/>
        <a:lstStyle/>
        <a:p>
          <a:endParaRPr lang="en-US"/>
        </a:p>
      </dgm:t>
    </dgm:pt>
  </dgm:ptLst>
  <dgm:cxnLst>
    <dgm:cxn modelId="{2A6F61EA-B167-43B5-BFCC-6209820EF6AC}" srcId="{696D6715-F002-4C3D-8BE1-3AAE6BA3BCD1}" destId="{4DCB49DD-8320-4605-8949-8EA50E6B9D3B}" srcOrd="0" destOrd="0" parTransId="{B134B5D5-BE40-4D4F-A646-CC11797F36C7}" sibTransId="{C8EA6E02-7A89-49AD-86CD-F527530F1C7E}"/>
    <dgm:cxn modelId="{D005062D-3BCF-49FB-BB19-DD7AE72DBD0E}" type="presOf" srcId="{696D6715-F002-4C3D-8BE1-3AAE6BA3BCD1}" destId="{610FB69C-166F-4FE6-BE24-18D71A593B6E}" srcOrd="0" destOrd="0" presId="urn:microsoft.com/office/officeart/2005/8/layout/vList2"/>
    <dgm:cxn modelId="{A2127A7B-A595-4B28-BFFD-8914B36FB52C}" srcId="{4DCB49DD-8320-4605-8949-8EA50E6B9D3B}" destId="{69ED90E6-ACBB-4DAC-BD0A-548657A3E1E4}" srcOrd="2" destOrd="0" parTransId="{BD392D48-E1B1-4D78-94D6-F2CB3CF6A6BC}" sibTransId="{13DF37D9-CB7E-4262-887A-05F9408C4D0B}"/>
    <dgm:cxn modelId="{CA3A67AB-31F6-4293-B3D9-940AF5C36E68}" type="presOf" srcId="{4DCB49DD-8320-4605-8949-8EA50E6B9D3B}" destId="{42112E8C-0051-4633-87B0-67CDF892252B}" srcOrd="0" destOrd="0" presId="urn:microsoft.com/office/officeart/2005/8/layout/vList2"/>
    <dgm:cxn modelId="{74737323-4A3D-479D-930B-794CB55357C5}" srcId="{4DCB49DD-8320-4605-8949-8EA50E6B9D3B}" destId="{D146AA44-424E-468F-8C57-C68087D51F42}" srcOrd="4" destOrd="0" parTransId="{C5A56FFA-7D55-4BFB-B1D1-28EF2299AFA9}" sibTransId="{16DB2F14-3E9B-42B7-AD5F-7D17C3A4A5A3}"/>
    <dgm:cxn modelId="{AF015652-5C81-4A45-B6F4-37FBCDF625EB}" type="presOf" srcId="{D146AA44-424E-468F-8C57-C68087D51F42}" destId="{069B5C7F-62D5-4306-96CA-E42FC0AE51B2}" srcOrd="0" destOrd="4" presId="urn:microsoft.com/office/officeart/2005/8/layout/vList2"/>
    <dgm:cxn modelId="{80F07031-2C24-433F-BF3F-747408C49BC4}" type="presOf" srcId="{357B7BD7-FD21-445C-973F-EF8F4F7A21E9}" destId="{069B5C7F-62D5-4306-96CA-E42FC0AE51B2}" srcOrd="0" destOrd="3" presId="urn:microsoft.com/office/officeart/2005/8/layout/vList2"/>
    <dgm:cxn modelId="{2C981178-1971-4465-A078-B897C80B7EAA}" type="presOf" srcId="{A616E953-0C0C-400A-A4C7-EC8E8AAC8C10}" destId="{069B5C7F-62D5-4306-96CA-E42FC0AE51B2}" srcOrd="0" destOrd="0" presId="urn:microsoft.com/office/officeart/2005/8/layout/vList2"/>
    <dgm:cxn modelId="{B8D48D42-639D-4002-B52C-C4B7C30DFD52}" srcId="{4DCB49DD-8320-4605-8949-8EA50E6B9D3B}" destId="{A616E953-0C0C-400A-A4C7-EC8E8AAC8C10}" srcOrd="0" destOrd="0" parTransId="{25091F1F-A6B8-4232-9F5B-D54DA9C40E72}" sibTransId="{B9C82897-01EF-4980-8B02-7FCEA3FED50B}"/>
    <dgm:cxn modelId="{88B63766-13BC-4E15-A333-83FE721D814E}" type="presOf" srcId="{2E0E85F5-2811-433D-834E-F5CDAB61A2E4}" destId="{069B5C7F-62D5-4306-96CA-E42FC0AE51B2}" srcOrd="0" destOrd="1" presId="urn:microsoft.com/office/officeart/2005/8/layout/vList2"/>
    <dgm:cxn modelId="{677D67A7-EE99-4062-A91F-8BEF3CABEB08}" srcId="{4DCB49DD-8320-4605-8949-8EA50E6B9D3B}" destId="{357B7BD7-FD21-445C-973F-EF8F4F7A21E9}" srcOrd="3" destOrd="0" parTransId="{73673647-C025-45B7-97C8-456A683E6E57}" sibTransId="{A095469C-9C51-42A7-9622-30E905D5A7AB}"/>
    <dgm:cxn modelId="{FA226922-B6DC-4BA2-9C17-BEFAD1D71656}" srcId="{4DCB49DD-8320-4605-8949-8EA50E6B9D3B}" destId="{2E0E85F5-2811-433D-834E-F5CDAB61A2E4}" srcOrd="1" destOrd="0" parTransId="{CFC9FFC4-4343-4291-8BA7-F97B169BB2F1}" sibTransId="{EEE7FF01-4A9E-47F1-AABB-695CB9A63918}"/>
    <dgm:cxn modelId="{D64728E7-B818-426E-B30B-708EBB85E389}" type="presOf" srcId="{69ED90E6-ACBB-4DAC-BD0A-548657A3E1E4}" destId="{069B5C7F-62D5-4306-96CA-E42FC0AE51B2}" srcOrd="0" destOrd="2" presId="urn:microsoft.com/office/officeart/2005/8/layout/vList2"/>
    <dgm:cxn modelId="{2F7EB6E6-BC75-456A-978A-B9A66AE64074}" type="presParOf" srcId="{610FB69C-166F-4FE6-BE24-18D71A593B6E}" destId="{42112E8C-0051-4633-87B0-67CDF892252B}" srcOrd="0" destOrd="0" presId="urn:microsoft.com/office/officeart/2005/8/layout/vList2"/>
    <dgm:cxn modelId="{64ECFB88-5480-4A9C-8E63-CB582830780B}" type="presParOf" srcId="{610FB69C-166F-4FE6-BE24-18D71A593B6E}" destId="{069B5C7F-62D5-4306-96CA-E42FC0AE51B2}"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C5728F83-D59B-49A9-9F5B-AB01E30786C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AFFF6D9-200C-4E7C-9530-D033B4432B5A}">
      <dgm:prSet custT="1"/>
      <dgm:spPr/>
      <dgm:t>
        <a:bodyPr/>
        <a:lstStyle/>
        <a:p>
          <a:pPr rtl="0"/>
          <a:r>
            <a:rPr lang="en-US" sz="2400" b="1" dirty="0" smtClean="0">
              <a:latin typeface="Times New Roman" pitchFamily="18" charset="0"/>
              <a:cs typeface="Times New Roman" pitchFamily="18" charset="0"/>
            </a:rPr>
            <a:t>E. Purposes of Holy Sacraments</a:t>
          </a:r>
          <a:endParaRPr lang="en-US" sz="2400" dirty="0">
            <a:latin typeface="Times New Roman" pitchFamily="18" charset="0"/>
            <a:cs typeface="Times New Roman" pitchFamily="18" charset="0"/>
          </a:endParaRPr>
        </a:p>
      </dgm:t>
    </dgm:pt>
    <dgm:pt modelId="{D49F78C2-BA21-4DCC-A2AC-A0CC98186711}" type="parTrans" cxnId="{F7A4C6CB-61B3-470C-B596-9B8342703456}">
      <dgm:prSet/>
      <dgm:spPr/>
      <dgm:t>
        <a:bodyPr/>
        <a:lstStyle/>
        <a:p>
          <a:endParaRPr lang="en-US"/>
        </a:p>
      </dgm:t>
    </dgm:pt>
    <dgm:pt modelId="{0B7E38BD-A4F5-4789-B573-6FEEE321B139}" type="sibTrans" cxnId="{F7A4C6CB-61B3-470C-B596-9B8342703456}">
      <dgm:prSet/>
      <dgm:spPr/>
      <dgm:t>
        <a:bodyPr/>
        <a:lstStyle/>
        <a:p>
          <a:endParaRPr lang="en-US"/>
        </a:p>
      </dgm:t>
    </dgm:pt>
    <dgm:pt modelId="{1F337023-F34C-413D-8172-94E1D6F66054}">
      <dgm:prSet/>
      <dgm:spPr/>
      <dgm:t>
        <a:bodyPr/>
        <a:lstStyle/>
        <a:p>
          <a:pPr algn="just" rtl="0">
            <a:lnSpc>
              <a:spcPct val="100000"/>
            </a:lnSpc>
          </a:pPr>
          <a:r>
            <a:rPr lang="en-US" dirty="0" smtClean="0">
              <a:latin typeface="Times New Roman" pitchFamily="18" charset="0"/>
              <a:cs typeface="Times New Roman" pitchFamily="18" charset="0"/>
            </a:rPr>
            <a:t>The Sacraments were meant to follow a person’s life from beginning to end.</a:t>
          </a:r>
          <a:endParaRPr lang="en-US" dirty="0">
            <a:latin typeface="Times New Roman" pitchFamily="18" charset="0"/>
            <a:cs typeface="Times New Roman" pitchFamily="18" charset="0"/>
          </a:endParaRPr>
        </a:p>
      </dgm:t>
    </dgm:pt>
    <dgm:pt modelId="{530EEDDE-3729-4FF9-90E2-30A99F9FB46C}" type="parTrans" cxnId="{E48415BD-90D9-4414-851C-B8431F7BB291}">
      <dgm:prSet/>
      <dgm:spPr/>
      <dgm:t>
        <a:bodyPr/>
        <a:lstStyle/>
        <a:p>
          <a:endParaRPr lang="en-US"/>
        </a:p>
      </dgm:t>
    </dgm:pt>
    <dgm:pt modelId="{4BB84F39-1277-4904-ADDF-3C885C06FFB5}" type="sibTrans" cxnId="{E48415BD-90D9-4414-851C-B8431F7BB291}">
      <dgm:prSet/>
      <dgm:spPr/>
      <dgm:t>
        <a:bodyPr/>
        <a:lstStyle/>
        <a:p>
          <a:endParaRPr lang="en-US"/>
        </a:p>
      </dgm:t>
    </dgm:pt>
    <dgm:pt modelId="{979E392F-7226-4D73-9954-A555EC6A12B8}">
      <dgm:prSet/>
      <dgm:spPr/>
      <dgm:t>
        <a:bodyPr/>
        <a:lstStyle/>
        <a:p>
          <a:pPr algn="just" rtl="0">
            <a:lnSpc>
              <a:spcPct val="100000"/>
            </a:lnSpc>
          </a:pPr>
          <a:r>
            <a:rPr lang="en-US" b="1" dirty="0" smtClean="0">
              <a:latin typeface="Times New Roman" pitchFamily="18" charset="0"/>
              <a:cs typeface="Times New Roman" pitchFamily="18" charset="0"/>
            </a:rPr>
            <a:t>Baptism: </a:t>
          </a:r>
          <a:r>
            <a:rPr lang="en-US" dirty="0" smtClean="0">
              <a:latin typeface="Times New Roman" pitchFamily="18" charset="0"/>
              <a:cs typeface="Times New Roman" pitchFamily="18" charset="0"/>
            </a:rPr>
            <a:t>initiation rite into the Christian community. </a:t>
          </a:r>
          <a:endParaRPr lang="en-US" dirty="0">
            <a:latin typeface="Times New Roman" pitchFamily="18" charset="0"/>
            <a:cs typeface="Times New Roman" pitchFamily="18" charset="0"/>
          </a:endParaRPr>
        </a:p>
      </dgm:t>
    </dgm:pt>
    <dgm:pt modelId="{8C751305-D618-44AB-A709-E5BFBBFF7305}" type="parTrans" cxnId="{E688EF4A-5E4B-460B-A131-87CB1C730D05}">
      <dgm:prSet/>
      <dgm:spPr/>
      <dgm:t>
        <a:bodyPr/>
        <a:lstStyle/>
        <a:p>
          <a:endParaRPr lang="en-US"/>
        </a:p>
      </dgm:t>
    </dgm:pt>
    <dgm:pt modelId="{361E75BD-A0D4-4E06-AE04-960E197A1683}" type="sibTrans" cxnId="{E688EF4A-5E4B-460B-A131-87CB1C730D05}">
      <dgm:prSet/>
      <dgm:spPr/>
      <dgm:t>
        <a:bodyPr/>
        <a:lstStyle/>
        <a:p>
          <a:endParaRPr lang="en-US"/>
        </a:p>
      </dgm:t>
    </dgm:pt>
    <dgm:pt modelId="{C0481A5B-6682-4DEC-953E-55D7CD1EFE0F}">
      <dgm:prSet/>
      <dgm:spPr/>
      <dgm:t>
        <a:bodyPr/>
        <a:lstStyle/>
        <a:p>
          <a:pPr algn="just" rtl="0">
            <a:lnSpc>
              <a:spcPct val="100000"/>
            </a:lnSpc>
          </a:pPr>
          <a:r>
            <a:rPr lang="en-US" b="1" dirty="0" smtClean="0">
              <a:latin typeface="Times New Roman" pitchFamily="18" charset="0"/>
              <a:cs typeface="Times New Roman" pitchFamily="18" charset="0"/>
            </a:rPr>
            <a:t>Confirmation: </a:t>
          </a:r>
          <a:r>
            <a:rPr lang="en-US" dirty="0" smtClean="0">
              <a:latin typeface="Times New Roman" pitchFamily="18" charset="0"/>
              <a:cs typeface="Times New Roman" pitchFamily="18" charset="0"/>
            </a:rPr>
            <a:t>people of their own will acknowledge their belief. </a:t>
          </a:r>
          <a:endParaRPr lang="en-US" dirty="0">
            <a:latin typeface="Times New Roman" pitchFamily="18" charset="0"/>
            <a:cs typeface="Times New Roman" pitchFamily="18" charset="0"/>
          </a:endParaRPr>
        </a:p>
      </dgm:t>
    </dgm:pt>
    <dgm:pt modelId="{9AE72DD5-D8F4-44D5-B994-975E1EACDF9F}" type="parTrans" cxnId="{1C897830-0874-4FEF-B08C-61F3C2433AEE}">
      <dgm:prSet/>
      <dgm:spPr/>
      <dgm:t>
        <a:bodyPr/>
        <a:lstStyle/>
        <a:p>
          <a:endParaRPr lang="en-US"/>
        </a:p>
      </dgm:t>
    </dgm:pt>
    <dgm:pt modelId="{9612AADB-139E-4695-8308-1C3AA8DC1BB4}" type="sibTrans" cxnId="{1C897830-0874-4FEF-B08C-61F3C2433AEE}">
      <dgm:prSet/>
      <dgm:spPr/>
      <dgm:t>
        <a:bodyPr/>
        <a:lstStyle/>
        <a:p>
          <a:endParaRPr lang="en-US"/>
        </a:p>
      </dgm:t>
    </dgm:pt>
    <dgm:pt modelId="{F9117409-7B0F-408F-B5DA-D93843EFF7E2}">
      <dgm:prSet/>
      <dgm:spPr/>
      <dgm:t>
        <a:bodyPr/>
        <a:lstStyle/>
        <a:p>
          <a:pPr algn="just" rtl="0">
            <a:lnSpc>
              <a:spcPct val="100000"/>
            </a:lnSpc>
          </a:pPr>
          <a:r>
            <a:rPr lang="en-US" b="1" dirty="0" smtClean="0">
              <a:latin typeface="Times New Roman" pitchFamily="18" charset="0"/>
              <a:cs typeface="Times New Roman" pitchFamily="18" charset="0"/>
            </a:rPr>
            <a:t>Holy Communion: </a:t>
          </a:r>
          <a:r>
            <a:rPr lang="en-US" dirty="0" smtClean="0">
              <a:latin typeface="Times New Roman" pitchFamily="18" charset="0"/>
              <a:cs typeface="Times New Roman" pitchFamily="18" charset="0"/>
            </a:rPr>
            <a:t>a meal of bread and wine that (Eucharist) Christians share in remembrance of Jesus’ last meal. </a:t>
          </a:r>
          <a:endParaRPr lang="en-US" dirty="0">
            <a:latin typeface="Times New Roman" pitchFamily="18" charset="0"/>
            <a:cs typeface="Times New Roman" pitchFamily="18" charset="0"/>
          </a:endParaRPr>
        </a:p>
      </dgm:t>
    </dgm:pt>
    <dgm:pt modelId="{2687F177-AF16-4B2F-9BED-9EB566511650}" type="parTrans" cxnId="{BBB2FC74-24AF-46D4-85E7-C4EA57F86B85}">
      <dgm:prSet/>
      <dgm:spPr/>
      <dgm:t>
        <a:bodyPr/>
        <a:lstStyle/>
        <a:p>
          <a:endParaRPr lang="en-US"/>
        </a:p>
      </dgm:t>
    </dgm:pt>
    <dgm:pt modelId="{2EF26825-8872-4FA7-98ED-61F429D4E43A}" type="sibTrans" cxnId="{BBB2FC74-24AF-46D4-85E7-C4EA57F86B85}">
      <dgm:prSet/>
      <dgm:spPr/>
      <dgm:t>
        <a:bodyPr/>
        <a:lstStyle/>
        <a:p>
          <a:endParaRPr lang="en-US"/>
        </a:p>
      </dgm:t>
    </dgm:pt>
    <dgm:pt modelId="{B38ED680-A2D3-4FF8-8CCF-D9A6772D63EA}">
      <dgm:prSet/>
      <dgm:spPr/>
      <dgm:t>
        <a:bodyPr/>
        <a:lstStyle/>
        <a:p>
          <a:pPr algn="just" rtl="0">
            <a:lnSpc>
              <a:spcPct val="100000"/>
            </a:lnSpc>
          </a:pPr>
          <a:r>
            <a:rPr lang="en-US" b="1" dirty="0" smtClean="0">
              <a:latin typeface="Times New Roman" pitchFamily="18" charset="0"/>
              <a:cs typeface="Times New Roman" pitchFamily="18" charset="0"/>
            </a:rPr>
            <a:t>Marriage: </a:t>
          </a:r>
          <a:r>
            <a:rPr lang="en-US" dirty="0" smtClean="0">
              <a:latin typeface="Times New Roman" pitchFamily="18" charset="0"/>
              <a:cs typeface="Times New Roman" pitchFamily="18" charset="0"/>
            </a:rPr>
            <a:t>ceremony blessing the union of a couple </a:t>
          </a:r>
          <a:endParaRPr lang="en-US" dirty="0">
            <a:latin typeface="Times New Roman" pitchFamily="18" charset="0"/>
            <a:cs typeface="Times New Roman" pitchFamily="18" charset="0"/>
          </a:endParaRPr>
        </a:p>
      </dgm:t>
    </dgm:pt>
    <dgm:pt modelId="{48202C96-E5F6-40DA-BA07-750DF656A97A}" type="parTrans" cxnId="{613F0B25-F007-46D7-AE2C-E6F8E102E28C}">
      <dgm:prSet/>
      <dgm:spPr/>
      <dgm:t>
        <a:bodyPr/>
        <a:lstStyle/>
        <a:p>
          <a:endParaRPr lang="en-US"/>
        </a:p>
      </dgm:t>
    </dgm:pt>
    <dgm:pt modelId="{2CAF10C0-8D55-40EB-ACFC-A2446EB36D26}" type="sibTrans" cxnId="{613F0B25-F007-46D7-AE2C-E6F8E102E28C}">
      <dgm:prSet/>
      <dgm:spPr/>
      <dgm:t>
        <a:bodyPr/>
        <a:lstStyle/>
        <a:p>
          <a:endParaRPr lang="en-US"/>
        </a:p>
      </dgm:t>
    </dgm:pt>
    <dgm:pt modelId="{2F2311FB-B215-4B13-A48E-4FFD36577E6B}">
      <dgm:prSet/>
      <dgm:spPr/>
      <dgm:t>
        <a:bodyPr/>
        <a:lstStyle/>
        <a:p>
          <a:pPr algn="just" rtl="0">
            <a:lnSpc>
              <a:spcPct val="100000"/>
            </a:lnSpc>
          </a:pPr>
          <a:r>
            <a:rPr lang="en-US" smtClean="0">
              <a:latin typeface="Times New Roman" pitchFamily="18" charset="0"/>
              <a:cs typeface="Times New Roman" pitchFamily="18" charset="0"/>
            </a:rPr>
            <a:t>Ordination: ceremony to initiate new priests into the priesthood </a:t>
          </a:r>
          <a:endParaRPr lang="en-US">
            <a:latin typeface="Times New Roman" pitchFamily="18" charset="0"/>
            <a:cs typeface="Times New Roman" pitchFamily="18" charset="0"/>
          </a:endParaRPr>
        </a:p>
      </dgm:t>
    </dgm:pt>
    <dgm:pt modelId="{206EA4DA-BE71-40B3-8C03-1595C71F19E9}" type="parTrans" cxnId="{E1071BCE-C9AB-4139-B802-64CF98F8D720}">
      <dgm:prSet/>
      <dgm:spPr/>
      <dgm:t>
        <a:bodyPr/>
        <a:lstStyle/>
        <a:p>
          <a:endParaRPr lang="en-US"/>
        </a:p>
      </dgm:t>
    </dgm:pt>
    <dgm:pt modelId="{0D86E7DC-BDE6-4B11-9673-FFC202C8E7CA}" type="sibTrans" cxnId="{E1071BCE-C9AB-4139-B802-64CF98F8D720}">
      <dgm:prSet/>
      <dgm:spPr/>
      <dgm:t>
        <a:bodyPr/>
        <a:lstStyle/>
        <a:p>
          <a:endParaRPr lang="en-US"/>
        </a:p>
      </dgm:t>
    </dgm:pt>
    <dgm:pt modelId="{57A0D593-CDC8-48CB-BB19-EA3778FB744C}">
      <dgm:prSet/>
      <dgm:spPr/>
      <dgm:t>
        <a:bodyPr/>
        <a:lstStyle/>
        <a:p>
          <a:pPr algn="just" rtl="0">
            <a:lnSpc>
              <a:spcPct val="100000"/>
            </a:lnSpc>
          </a:pPr>
          <a:r>
            <a:rPr lang="en-US" b="1" dirty="0" smtClean="0">
              <a:latin typeface="Times New Roman" pitchFamily="18" charset="0"/>
              <a:cs typeface="Times New Roman" pitchFamily="18" charset="0"/>
            </a:rPr>
            <a:t>Penance/Confession: </a:t>
          </a:r>
          <a:r>
            <a:rPr lang="en-US" dirty="0" smtClean="0">
              <a:latin typeface="Times New Roman" pitchFamily="18" charset="0"/>
              <a:cs typeface="Times New Roman" pitchFamily="18" charset="0"/>
            </a:rPr>
            <a:t>repenting of sins (Reconciliation) asking of forgiveness</a:t>
          </a:r>
          <a:endParaRPr lang="en-US" dirty="0">
            <a:latin typeface="Times New Roman" pitchFamily="18" charset="0"/>
            <a:cs typeface="Times New Roman" pitchFamily="18" charset="0"/>
          </a:endParaRPr>
        </a:p>
      </dgm:t>
    </dgm:pt>
    <dgm:pt modelId="{B4551921-8271-4E66-9A6A-B7C49449F500}" type="parTrans" cxnId="{75EF66C4-E122-4227-ACA0-8338F3651BCD}">
      <dgm:prSet/>
      <dgm:spPr/>
      <dgm:t>
        <a:bodyPr/>
        <a:lstStyle/>
        <a:p>
          <a:endParaRPr lang="en-US"/>
        </a:p>
      </dgm:t>
    </dgm:pt>
    <dgm:pt modelId="{E393DB03-4975-4E69-AD1E-55C735CF7059}" type="sibTrans" cxnId="{75EF66C4-E122-4227-ACA0-8338F3651BCD}">
      <dgm:prSet/>
      <dgm:spPr/>
      <dgm:t>
        <a:bodyPr/>
        <a:lstStyle/>
        <a:p>
          <a:endParaRPr lang="en-US"/>
        </a:p>
      </dgm:t>
    </dgm:pt>
    <dgm:pt modelId="{085A70C2-C840-4373-84E3-0E9C2B40D569}">
      <dgm:prSet/>
      <dgm:spPr/>
      <dgm:t>
        <a:bodyPr/>
        <a:lstStyle/>
        <a:p>
          <a:pPr algn="just" rtl="0">
            <a:lnSpc>
              <a:spcPct val="100000"/>
            </a:lnSpc>
          </a:pPr>
          <a:r>
            <a:rPr lang="en-US" b="1" dirty="0" smtClean="0">
              <a:latin typeface="Times New Roman" pitchFamily="18" charset="0"/>
              <a:cs typeface="Times New Roman" pitchFamily="18" charset="0"/>
            </a:rPr>
            <a:t>Last Rites: </a:t>
          </a:r>
          <a:r>
            <a:rPr lang="en-US" dirty="0" smtClean="0">
              <a:latin typeface="Times New Roman" pitchFamily="18" charset="0"/>
              <a:cs typeface="Times New Roman" pitchFamily="18" charset="0"/>
            </a:rPr>
            <a:t>prayer service priest provides the dying or over the dead.</a:t>
          </a:r>
          <a:endParaRPr lang="en-US" dirty="0">
            <a:latin typeface="Times New Roman" pitchFamily="18" charset="0"/>
            <a:cs typeface="Times New Roman" pitchFamily="18" charset="0"/>
          </a:endParaRPr>
        </a:p>
      </dgm:t>
    </dgm:pt>
    <dgm:pt modelId="{3E40E016-ADE0-426F-B311-F0063764F756}" type="parTrans" cxnId="{311FE6C4-3256-4C3E-BB45-D254DEEBE1BB}">
      <dgm:prSet/>
      <dgm:spPr/>
      <dgm:t>
        <a:bodyPr/>
        <a:lstStyle/>
        <a:p>
          <a:endParaRPr lang="en-US"/>
        </a:p>
      </dgm:t>
    </dgm:pt>
    <dgm:pt modelId="{04364834-202E-4CD3-BC5F-219150705042}" type="sibTrans" cxnId="{311FE6C4-3256-4C3E-BB45-D254DEEBE1BB}">
      <dgm:prSet/>
      <dgm:spPr/>
      <dgm:t>
        <a:bodyPr/>
        <a:lstStyle/>
        <a:p>
          <a:endParaRPr lang="en-US"/>
        </a:p>
      </dgm:t>
    </dgm:pt>
    <dgm:pt modelId="{486C7582-5A2E-4D04-8153-C68088C21ACD}" type="pres">
      <dgm:prSet presAssocID="{C5728F83-D59B-49A9-9F5B-AB01E30786C4}" presName="linear" presStyleCnt="0">
        <dgm:presLayoutVars>
          <dgm:animLvl val="lvl"/>
          <dgm:resizeHandles val="exact"/>
        </dgm:presLayoutVars>
      </dgm:prSet>
      <dgm:spPr/>
      <dgm:t>
        <a:bodyPr/>
        <a:lstStyle/>
        <a:p>
          <a:endParaRPr lang="en-US"/>
        </a:p>
      </dgm:t>
    </dgm:pt>
    <dgm:pt modelId="{2710285C-6781-4B70-BC1B-3AFBD115BE0D}" type="pres">
      <dgm:prSet presAssocID="{EAFFF6D9-200C-4E7C-9530-D033B4432B5A}" presName="parentText" presStyleLbl="node1" presStyleIdx="0" presStyleCnt="1">
        <dgm:presLayoutVars>
          <dgm:chMax val="0"/>
          <dgm:bulletEnabled val="1"/>
        </dgm:presLayoutVars>
      </dgm:prSet>
      <dgm:spPr/>
      <dgm:t>
        <a:bodyPr/>
        <a:lstStyle/>
        <a:p>
          <a:endParaRPr lang="en-US"/>
        </a:p>
      </dgm:t>
    </dgm:pt>
    <dgm:pt modelId="{2D4296AF-EE06-4206-99E4-FD57E01BCE60}" type="pres">
      <dgm:prSet presAssocID="{EAFFF6D9-200C-4E7C-9530-D033B4432B5A}" presName="childText" presStyleLbl="revTx" presStyleIdx="0" presStyleCnt="1" custScaleY="105410">
        <dgm:presLayoutVars>
          <dgm:bulletEnabled val="1"/>
        </dgm:presLayoutVars>
      </dgm:prSet>
      <dgm:spPr/>
      <dgm:t>
        <a:bodyPr/>
        <a:lstStyle/>
        <a:p>
          <a:endParaRPr lang="en-US"/>
        </a:p>
      </dgm:t>
    </dgm:pt>
  </dgm:ptLst>
  <dgm:cxnLst>
    <dgm:cxn modelId="{8B338563-94ED-4377-A07D-A283498A940B}" type="presOf" srcId="{C0481A5B-6682-4DEC-953E-55D7CD1EFE0F}" destId="{2D4296AF-EE06-4206-99E4-FD57E01BCE60}" srcOrd="0" destOrd="2" presId="urn:microsoft.com/office/officeart/2005/8/layout/vList2"/>
    <dgm:cxn modelId="{D52CC1C4-58A9-4D6F-92C9-391271C2E900}" type="presOf" srcId="{F9117409-7B0F-408F-B5DA-D93843EFF7E2}" destId="{2D4296AF-EE06-4206-99E4-FD57E01BCE60}" srcOrd="0" destOrd="3" presId="urn:microsoft.com/office/officeart/2005/8/layout/vList2"/>
    <dgm:cxn modelId="{1C897830-0874-4FEF-B08C-61F3C2433AEE}" srcId="{EAFFF6D9-200C-4E7C-9530-D033B4432B5A}" destId="{C0481A5B-6682-4DEC-953E-55D7CD1EFE0F}" srcOrd="2" destOrd="0" parTransId="{9AE72DD5-D8F4-44D5-B994-975E1EACDF9F}" sibTransId="{9612AADB-139E-4695-8308-1C3AA8DC1BB4}"/>
    <dgm:cxn modelId="{613F0B25-F007-46D7-AE2C-E6F8E102E28C}" srcId="{EAFFF6D9-200C-4E7C-9530-D033B4432B5A}" destId="{B38ED680-A2D3-4FF8-8CCF-D9A6772D63EA}" srcOrd="4" destOrd="0" parTransId="{48202C96-E5F6-40DA-BA07-750DF656A97A}" sibTransId="{2CAF10C0-8D55-40EB-ACFC-A2446EB36D26}"/>
    <dgm:cxn modelId="{61770BF3-655B-4484-9D6E-021721F746E7}" type="presOf" srcId="{57A0D593-CDC8-48CB-BB19-EA3778FB744C}" destId="{2D4296AF-EE06-4206-99E4-FD57E01BCE60}" srcOrd="0" destOrd="6" presId="urn:microsoft.com/office/officeart/2005/8/layout/vList2"/>
    <dgm:cxn modelId="{75EF66C4-E122-4227-ACA0-8338F3651BCD}" srcId="{EAFFF6D9-200C-4E7C-9530-D033B4432B5A}" destId="{57A0D593-CDC8-48CB-BB19-EA3778FB744C}" srcOrd="6" destOrd="0" parTransId="{B4551921-8271-4E66-9A6A-B7C49449F500}" sibTransId="{E393DB03-4975-4E69-AD1E-55C735CF7059}"/>
    <dgm:cxn modelId="{E48415BD-90D9-4414-851C-B8431F7BB291}" srcId="{EAFFF6D9-200C-4E7C-9530-D033B4432B5A}" destId="{1F337023-F34C-413D-8172-94E1D6F66054}" srcOrd="0" destOrd="0" parTransId="{530EEDDE-3729-4FF9-90E2-30A99F9FB46C}" sibTransId="{4BB84F39-1277-4904-ADDF-3C885C06FFB5}"/>
    <dgm:cxn modelId="{453566D6-5CEF-4562-9284-864E8F9B764D}" type="presOf" srcId="{085A70C2-C840-4373-84E3-0E9C2B40D569}" destId="{2D4296AF-EE06-4206-99E4-FD57E01BCE60}" srcOrd="0" destOrd="7" presId="urn:microsoft.com/office/officeart/2005/8/layout/vList2"/>
    <dgm:cxn modelId="{E1071BCE-C9AB-4139-B802-64CF98F8D720}" srcId="{EAFFF6D9-200C-4E7C-9530-D033B4432B5A}" destId="{2F2311FB-B215-4B13-A48E-4FFD36577E6B}" srcOrd="5" destOrd="0" parTransId="{206EA4DA-BE71-40B3-8C03-1595C71F19E9}" sibTransId="{0D86E7DC-BDE6-4B11-9673-FFC202C8E7CA}"/>
    <dgm:cxn modelId="{979D43AA-520A-4489-B976-6A445E7F65FB}" type="presOf" srcId="{B38ED680-A2D3-4FF8-8CCF-D9A6772D63EA}" destId="{2D4296AF-EE06-4206-99E4-FD57E01BCE60}" srcOrd="0" destOrd="4" presId="urn:microsoft.com/office/officeart/2005/8/layout/vList2"/>
    <dgm:cxn modelId="{1CBC2320-CD6E-43FB-A858-822EF46073F6}" type="presOf" srcId="{2F2311FB-B215-4B13-A48E-4FFD36577E6B}" destId="{2D4296AF-EE06-4206-99E4-FD57E01BCE60}" srcOrd="0" destOrd="5" presId="urn:microsoft.com/office/officeart/2005/8/layout/vList2"/>
    <dgm:cxn modelId="{47EBB487-6D81-4C95-80E6-875E4E4A78FB}" type="presOf" srcId="{C5728F83-D59B-49A9-9F5B-AB01E30786C4}" destId="{486C7582-5A2E-4D04-8153-C68088C21ACD}" srcOrd="0" destOrd="0" presId="urn:microsoft.com/office/officeart/2005/8/layout/vList2"/>
    <dgm:cxn modelId="{E688EF4A-5E4B-460B-A131-87CB1C730D05}" srcId="{EAFFF6D9-200C-4E7C-9530-D033B4432B5A}" destId="{979E392F-7226-4D73-9954-A555EC6A12B8}" srcOrd="1" destOrd="0" parTransId="{8C751305-D618-44AB-A709-E5BFBBFF7305}" sibTransId="{361E75BD-A0D4-4E06-AE04-960E197A1683}"/>
    <dgm:cxn modelId="{E4D9BC6D-FA3B-49FA-9CAE-2057386CDB98}" type="presOf" srcId="{979E392F-7226-4D73-9954-A555EC6A12B8}" destId="{2D4296AF-EE06-4206-99E4-FD57E01BCE60}" srcOrd="0" destOrd="1" presId="urn:microsoft.com/office/officeart/2005/8/layout/vList2"/>
    <dgm:cxn modelId="{311FE6C4-3256-4C3E-BB45-D254DEEBE1BB}" srcId="{EAFFF6D9-200C-4E7C-9530-D033B4432B5A}" destId="{085A70C2-C840-4373-84E3-0E9C2B40D569}" srcOrd="7" destOrd="0" parTransId="{3E40E016-ADE0-426F-B311-F0063764F756}" sibTransId="{04364834-202E-4CD3-BC5F-219150705042}"/>
    <dgm:cxn modelId="{65053FD6-429B-4BA1-A124-462AE23AF76C}" type="presOf" srcId="{1F337023-F34C-413D-8172-94E1D6F66054}" destId="{2D4296AF-EE06-4206-99E4-FD57E01BCE60}" srcOrd="0" destOrd="0" presId="urn:microsoft.com/office/officeart/2005/8/layout/vList2"/>
    <dgm:cxn modelId="{BBB2FC74-24AF-46D4-85E7-C4EA57F86B85}" srcId="{EAFFF6D9-200C-4E7C-9530-D033B4432B5A}" destId="{F9117409-7B0F-408F-B5DA-D93843EFF7E2}" srcOrd="3" destOrd="0" parTransId="{2687F177-AF16-4B2F-9BED-9EB566511650}" sibTransId="{2EF26825-8872-4FA7-98ED-61F429D4E43A}"/>
    <dgm:cxn modelId="{F7A4C6CB-61B3-470C-B596-9B8342703456}" srcId="{C5728F83-D59B-49A9-9F5B-AB01E30786C4}" destId="{EAFFF6D9-200C-4E7C-9530-D033B4432B5A}" srcOrd="0" destOrd="0" parTransId="{D49F78C2-BA21-4DCC-A2AC-A0CC98186711}" sibTransId="{0B7E38BD-A4F5-4789-B573-6FEEE321B139}"/>
    <dgm:cxn modelId="{75831741-6691-41DF-B5BC-36A182F96FB8}" type="presOf" srcId="{EAFFF6D9-200C-4E7C-9530-D033B4432B5A}" destId="{2710285C-6781-4B70-BC1B-3AFBD115BE0D}" srcOrd="0" destOrd="0" presId="urn:microsoft.com/office/officeart/2005/8/layout/vList2"/>
    <dgm:cxn modelId="{D73B0A1C-8AFF-467E-A0F4-C5690A5230F4}" type="presParOf" srcId="{486C7582-5A2E-4D04-8153-C68088C21ACD}" destId="{2710285C-6781-4B70-BC1B-3AFBD115BE0D}" srcOrd="0" destOrd="0" presId="urn:microsoft.com/office/officeart/2005/8/layout/vList2"/>
    <dgm:cxn modelId="{283D3BFE-992A-43FF-AE42-288EBCB93445}" type="presParOf" srcId="{486C7582-5A2E-4D04-8153-C68088C21ACD}" destId="{2D4296AF-EE06-4206-99E4-FD57E01BCE60}"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BCD4140C-445F-43DD-A674-EB99C98612F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2A7490A-E3CC-44BF-BB7C-DFBC371CF8D1}">
      <dgm:prSet/>
      <dgm:spPr/>
      <dgm:t>
        <a:bodyPr/>
        <a:lstStyle/>
        <a:p>
          <a:pPr rtl="0"/>
          <a:r>
            <a:rPr lang="en-US" b="1" dirty="0" smtClean="0">
              <a:latin typeface="Times New Roman" pitchFamily="18" charset="0"/>
              <a:cs typeface="Times New Roman" pitchFamily="18" charset="0"/>
            </a:rPr>
            <a:t>F. The Rites of </a:t>
          </a:r>
          <a:r>
            <a:rPr lang="en-GB" b="1" dirty="0" smtClean="0">
              <a:latin typeface="Times New Roman" pitchFamily="18" charset="0"/>
              <a:cs typeface="Times New Roman" pitchFamily="18" charset="0"/>
            </a:rPr>
            <a:t>prayers</a:t>
          </a:r>
          <a:endParaRPr lang="en-US" b="1" dirty="0">
            <a:latin typeface="Times New Roman" pitchFamily="18" charset="0"/>
            <a:cs typeface="Times New Roman" pitchFamily="18" charset="0"/>
          </a:endParaRPr>
        </a:p>
      </dgm:t>
    </dgm:pt>
    <dgm:pt modelId="{8BEDDDEE-3FF7-4355-89F4-70CEBB32787A}" type="parTrans" cxnId="{7447CCE5-85C3-4331-B86C-077D0D801EF8}">
      <dgm:prSet/>
      <dgm:spPr/>
      <dgm:t>
        <a:bodyPr/>
        <a:lstStyle/>
        <a:p>
          <a:endParaRPr lang="en-US"/>
        </a:p>
      </dgm:t>
    </dgm:pt>
    <dgm:pt modelId="{0A47CD8D-0FD6-440B-AB4A-779B0EA9D298}" type="sibTrans" cxnId="{7447CCE5-85C3-4331-B86C-077D0D801EF8}">
      <dgm:prSet/>
      <dgm:spPr/>
      <dgm:t>
        <a:bodyPr/>
        <a:lstStyle/>
        <a:p>
          <a:endParaRPr lang="en-US"/>
        </a:p>
      </dgm:t>
    </dgm:pt>
    <dgm:pt modelId="{3C64B14C-BC65-403D-A135-7C6776AAA849}">
      <dgm:prSet/>
      <dgm:spPr/>
      <dgm:t>
        <a:bodyPr/>
        <a:lstStyle/>
        <a:p>
          <a:pPr algn="just" rtl="0">
            <a:lnSpc>
              <a:spcPct val="100000"/>
            </a:lnSpc>
          </a:pPr>
          <a:r>
            <a:rPr lang="en-GB" dirty="0" smtClean="0">
              <a:latin typeface="Times New Roman" pitchFamily="18" charset="0"/>
              <a:cs typeface="Times New Roman" pitchFamily="18" charset="0"/>
            </a:rPr>
            <a:t>The church has introduced a lot of prayers not only for the distinguished occasion of the church but for all social life of human beings in general. </a:t>
          </a:r>
          <a:endParaRPr lang="en-US" dirty="0">
            <a:latin typeface="Times New Roman" pitchFamily="18" charset="0"/>
            <a:cs typeface="Times New Roman" pitchFamily="18" charset="0"/>
          </a:endParaRPr>
        </a:p>
      </dgm:t>
    </dgm:pt>
    <dgm:pt modelId="{E907D9D2-F9B4-4A05-A1F8-9BB9194E9F05}" type="parTrans" cxnId="{6D002AC6-3D5C-438B-A16B-26C99876B634}">
      <dgm:prSet/>
      <dgm:spPr/>
      <dgm:t>
        <a:bodyPr/>
        <a:lstStyle/>
        <a:p>
          <a:endParaRPr lang="en-US"/>
        </a:p>
      </dgm:t>
    </dgm:pt>
    <dgm:pt modelId="{EDE390B0-BB46-4CAD-883A-9E6D5C49A99E}" type="sibTrans" cxnId="{6D002AC6-3D5C-438B-A16B-26C99876B634}">
      <dgm:prSet/>
      <dgm:spPr/>
      <dgm:t>
        <a:bodyPr/>
        <a:lstStyle/>
        <a:p>
          <a:endParaRPr lang="en-US"/>
        </a:p>
      </dgm:t>
    </dgm:pt>
    <dgm:pt modelId="{DBEB04D0-64D6-49F1-81DD-C4D1ACBE2CE6}">
      <dgm:prSet/>
      <dgm:spPr/>
      <dgm:t>
        <a:bodyPr/>
        <a:lstStyle/>
        <a:p>
          <a:pPr algn="just" rtl="0">
            <a:lnSpc>
              <a:spcPct val="100000"/>
            </a:lnSpc>
          </a:pPr>
          <a:r>
            <a:rPr lang="en-GB" dirty="0" smtClean="0">
              <a:latin typeface="Times New Roman" pitchFamily="18" charset="0"/>
              <a:cs typeface="Times New Roman" pitchFamily="18" charset="0"/>
            </a:rPr>
            <a:t>Among these prayers some refer for the object in connection with church function; others for altar work, water consecration for the baptism, blessing of the oil, incense, the candle, the bell etc. </a:t>
          </a:r>
          <a:endParaRPr lang="en-US" dirty="0">
            <a:latin typeface="Times New Roman" pitchFamily="18" charset="0"/>
            <a:cs typeface="Times New Roman" pitchFamily="18" charset="0"/>
          </a:endParaRPr>
        </a:p>
      </dgm:t>
    </dgm:pt>
    <dgm:pt modelId="{CFCEEE7D-FAAC-4EA0-99F4-8A555EAE4A98}" type="parTrans" cxnId="{9084EF7C-0CFD-408D-9FB5-B86AC993CF4A}">
      <dgm:prSet/>
      <dgm:spPr/>
      <dgm:t>
        <a:bodyPr/>
        <a:lstStyle/>
        <a:p>
          <a:endParaRPr lang="en-US"/>
        </a:p>
      </dgm:t>
    </dgm:pt>
    <dgm:pt modelId="{5519C895-DF74-4A70-8367-B39CAC91BF23}" type="sibTrans" cxnId="{9084EF7C-0CFD-408D-9FB5-B86AC993CF4A}">
      <dgm:prSet/>
      <dgm:spPr/>
      <dgm:t>
        <a:bodyPr/>
        <a:lstStyle/>
        <a:p>
          <a:endParaRPr lang="en-US"/>
        </a:p>
      </dgm:t>
    </dgm:pt>
    <dgm:pt modelId="{03DE6539-5ADF-4D9D-91D2-8D25AC32ACC1}">
      <dgm:prSet/>
      <dgm:spPr/>
      <dgm:t>
        <a:bodyPr/>
        <a:lstStyle/>
        <a:p>
          <a:pPr algn="just" rtl="0">
            <a:lnSpc>
              <a:spcPct val="100000"/>
            </a:lnSpc>
          </a:pPr>
          <a:r>
            <a:rPr lang="en-GB" dirty="0" smtClean="0">
              <a:latin typeface="Times New Roman" pitchFamily="18" charset="0"/>
              <a:cs typeface="Times New Roman" pitchFamily="18" charset="0"/>
            </a:rPr>
            <a:t>consecration of the new church building, cemetery, etc. new houses, flags, tables, etc. prayer for protection from natural disaster, beseech/implore help for the sick etc. </a:t>
          </a:r>
          <a:endParaRPr lang="en-US" dirty="0">
            <a:latin typeface="Times New Roman" pitchFamily="18" charset="0"/>
            <a:cs typeface="Times New Roman" pitchFamily="18" charset="0"/>
          </a:endParaRPr>
        </a:p>
      </dgm:t>
    </dgm:pt>
    <dgm:pt modelId="{03021AAF-F70F-4220-960A-44DA6DB2D64E}" type="parTrans" cxnId="{17D894D9-3FAB-4DEC-8CF0-97FE6A98F9AD}">
      <dgm:prSet/>
      <dgm:spPr/>
      <dgm:t>
        <a:bodyPr/>
        <a:lstStyle/>
        <a:p>
          <a:endParaRPr lang="en-US"/>
        </a:p>
      </dgm:t>
    </dgm:pt>
    <dgm:pt modelId="{24AB7E09-C528-4BEF-9C0C-B0FFBA5749F9}" type="sibTrans" cxnId="{17D894D9-3FAB-4DEC-8CF0-97FE6A98F9AD}">
      <dgm:prSet/>
      <dgm:spPr/>
      <dgm:t>
        <a:bodyPr/>
        <a:lstStyle/>
        <a:p>
          <a:endParaRPr lang="en-US"/>
        </a:p>
      </dgm:t>
    </dgm:pt>
    <dgm:pt modelId="{102919D5-3269-4332-89A3-B3915D7AE87F}">
      <dgm:prSet/>
      <dgm:spPr/>
      <dgm:t>
        <a:bodyPr/>
        <a:lstStyle/>
        <a:p>
          <a:pPr algn="just" rtl="0">
            <a:lnSpc>
              <a:spcPct val="100000"/>
            </a:lnSpc>
          </a:pPr>
          <a:r>
            <a:rPr lang="en-GB" dirty="0" smtClean="0">
              <a:latin typeface="Times New Roman" pitchFamily="18" charset="0"/>
              <a:cs typeface="Times New Roman" pitchFamily="18" charset="0"/>
            </a:rPr>
            <a:t>All these prayers are found with the ritual books. The bishop or priest has to perform these prayers</a:t>
          </a:r>
          <a:r>
            <a:rPr lang="en-GB" dirty="0" smtClean="0"/>
            <a:t>.</a:t>
          </a:r>
          <a:endParaRPr lang="en-US" dirty="0"/>
        </a:p>
      </dgm:t>
    </dgm:pt>
    <dgm:pt modelId="{EA544ABA-E6E7-4104-AAE0-CBBBD5A29904}" type="parTrans" cxnId="{6B85C0F1-D344-4107-9ECB-079C31BD5258}">
      <dgm:prSet/>
      <dgm:spPr/>
      <dgm:t>
        <a:bodyPr/>
        <a:lstStyle/>
        <a:p>
          <a:endParaRPr lang="en-US"/>
        </a:p>
      </dgm:t>
    </dgm:pt>
    <dgm:pt modelId="{F143677E-1716-45E6-B533-B7072D631861}" type="sibTrans" cxnId="{6B85C0F1-D344-4107-9ECB-079C31BD5258}">
      <dgm:prSet/>
      <dgm:spPr/>
      <dgm:t>
        <a:bodyPr/>
        <a:lstStyle/>
        <a:p>
          <a:endParaRPr lang="en-US"/>
        </a:p>
      </dgm:t>
    </dgm:pt>
    <dgm:pt modelId="{43B13341-0E27-445C-9469-DD880563C0E4}" type="pres">
      <dgm:prSet presAssocID="{BCD4140C-445F-43DD-A674-EB99C98612FA}" presName="linear" presStyleCnt="0">
        <dgm:presLayoutVars>
          <dgm:animLvl val="lvl"/>
          <dgm:resizeHandles val="exact"/>
        </dgm:presLayoutVars>
      </dgm:prSet>
      <dgm:spPr/>
      <dgm:t>
        <a:bodyPr/>
        <a:lstStyle/>
        <a:p>
          <a:endParaRPr lang="en-US"/>
        </a:p>
      </dgm:t>
    </dgm:pt>
    <dgm:pt modelId="{D402AA30-BE86-40CF-B78C-1C92ADF7F718}" type="pres">
      <dgm:prSet presAssocID="{E2A7490A-E3CC-44BF-BB7C-DFBC371CF8D1}" presName="parentText" presStyleLbl="node1" presStyleIdx="0" presStyleCnt="1" custLinFactNeighborY="-3529">
        <dgm:presLayoutVars>
          <dgm:chMax val="0"/>
          <dgm:bulletEnabled val="1"/>
        </dgm:presLayoutVars>
      </dgm:prSet>
      <dgm:spPr/>
      <dgm:t>
        <a:bodyPr/>
        <a:lstStyle/>
        <a:p>
          <a:endParaRPr lang="en-US"/>
        </a:p>
      </dgm:t>
    </dgm:pt>
    <dgm:pt modelId="{B9F0109F-DF69-4FB6-8EFB-028305C7BFAC}" type="pres">
      <dgm:prSet presAssocID="{E2A7490A-E3CC-44BF-BB7C-DFBC371CF8D1}" presName="childText" presStyleLbl="revTx" presStyleIdx="0" presStyleCnt="1" custScaleY="107057">
        <dgm:presLayoutVars>
          <dgm:bulletEnabled val="1"/>
        </dgm:presLayoutVars>
      </dgm:prSet>
      <dgm:spPr/>
      <dgm:t>
        <a:bodyPr/>
        <a:lstStyle/>
        <a:p>
          <a:endParaRPr lang="en-US"/>
        </a:p>
      </dgm:t>
    </dgm:pt>
  </dgm:ptLst>
  <dgm:cxnLst>
    <dgm:cxn modelId="{17D894D9-3FAB-4DEC-8CF0-97FE6A98F9AD}" srcId="{E2A7490A-E3CC-44BF-BB7C-DFBC371CF8D1}" destId="{03DE6539-5ADF-4D9D-91D2-8D25AC32ACC1}" srcOrd="2" destOrd="0" parTransId="{03021AAF-F70F-4220-960A-44DA6DB2D64E}" sibTransId="{24AB7E09-C528-4BEF-9C0C-B0FFBA5749F9}"/>
    <dgm:cxn modelId="{BDB0CD9D-0750-4CA4-A1AB-C3EF23B14E84}" type="presOf" srcId="{BCD4140C-445F-43DD-A674-EB99C98612FA}" destId="{43B13341-0E27-445C-9469-DD880563C0E4}" srcOrd="0" destOrd="0" presId="urn:microsoft.com/office/officeart/2005/8/layout/vList2"/>
    <dgm:cxn modelId="{9084EF7C-0CFD-408D-9FB5-B86AC993CF4A}" srcId="{E2A7490A-E3CC-44BF-BB7C-DFBC371CF8D1}" destId="{DBEB04D0-64D6-49F1-81DD-C4D1ACBE2CE6}" srcOrd="1" destOrd="0" parTransId="{CFCEEE7D-FAAC-4EA0-99F4-8A555EAE4A98}" sibTransId="{5519C895-DF74-4A70-8367-B39CAC91BF23}"/>
    <dgm:cxn modelId="{3C75CAC5-BE77-456E-B17B-06DEF71C8E3C}" type="presOf" srcId="{DBEB04D0-64D6-49F1-81DD-C4D1ACBE2CE6}" destId="{B9F0109F-DF69-4FB6-8EFB-028305C7BFAC}" srcOrd="0" destOrd="1" presId="urn:microsoft.com/office/officeart/2005/8/layout/vList2"/>
    <dgm:cxn modelId="{25F71CA3-5C33-48C5-BB5A-845C566F6F4D}" type="presOf" srcId="{102919D5-3269-4332-89A3-B3915D7AE87F}" destId="{B9F0109F-DF69-4FB6-8EFB-028305C7BFAC}" srcOrd="0" destOrd="3" presId="urn:microsoft.com/office/officeart/2005/8/layout/vList2"/>
    <dgm:cxn modelId="{287EBB47-C349-4F32-AF1B-CC99A1D99BB7}" type="presOf" srcId="{E2A7490A-E3CC-44BF-BB7C-DFBC371CF8D1}" destId="{D402AA30-BE86-40CF-B78C-1C92ADF7F718}" srcOrd="0" destOrd="0" presId="urn:microsoft.com/office/officeart/2005/8/layout/vList2"/>
    <dgm:cxn modelId="{6B85C0F1-D344-4107-9ECB-079C31BD5258}" srcId="{E2A7490A-E3CC-44BF-BB7C-DFBC371CF8D1}" destId="{102919D5-3269-4332-89A3-B3915D7AE87F}" srcOrd="3" destOrd="0" parTransId="{EA544ABA-E6E7-4104-AAE0-CBBBD5A29904}" sibTransId="{F143677E-1716-45E6-B533-B7072D631861}"/>
    <dgm:cxn modelId="{6D002AC6-3D5C-438B-A16B-26C99876B634}" srcId="{E2A7490A-E3CC-44BF-BB7C-DFBC371CF8D1}" destId="{3C64B14C-BC65-403D-A135-7C6776AAA849}" srcOrd="0" destOrd="0" parTransId="{E907D9D2-F9B4-4A05-A1F8-9BB9194E9F05}" sibTransId="{EDE390B0-BB46-4CAD-883A-9E6D5C49A99E}"/>
    <dgm:cxn modelId="{F92ACB73-1050-4400-ADEC-E190DDCAF9A1}" type="presOf" srcId="{3C64B14C-BC65-403D-A135-7C6776AAA849}" destId="{B9F0109F-DF69-4FB6-8EFB-028305C7BFAC}" srcOrd="0" destOrd="0" presId="urn:microsoft.com/office/officeart/2005/8/layout/vList2"/>
    <dgm:cxn modelId="{7447CCE5-85C3-4331-B86C-077D0D801EF8}" srcId="{BCD4140C-445F-43DD-A674-EB99C98612FA}" destId="{E2A7490A-E3CC-44BF-BB7C-DFBC371CF8D1}" srcOrd="0" destOrd="0" parTransId="{8BEDDDEE-3FF7-4355-89F4-70CEBB32787A}" sibTransId="{0A47CD8D-0FD6-440B-AB4A-779B0EA9D298}"/>
    <dgm:cxn modelId="{04F6FC4A-369D-4C7E-AB2A-95F0257A86F2}" type="presOf" srcId="{03DE6539-5ADF-4D9D-91D2-8D25AC32ACC1}" destId="{B9F0109F-DF69-4FB6-8EFB-028305C7BFAC}" srcOrd="0" destOrd="2" presId="urn:microsoft.com/office/officeart/2005/8/layout/vList2"/>
    <dgm:cxn modelId="{B19379D1-6B53-4CBF-9B83-2169FA09C035}" type="presParOf" srcId="{43B13341-0E27-445C-9469-DD880563C0E4}" destId="{D402AA30-BE86-40CF-B78C-1C92ADF7F718}" srcOrd="0" destOrd="0" presId="urn:microsoft.com/office/officeart/2005/8/layout/vList2"/>
    <dgm:cxn modelId="{35F5EE8B-5663-4A06-8900-CF85A46D04D2}" type="presParOf" srcId="{43B13341-0E27-445C-9469-DD880563C0E4}" destId="{B9F0109F-DF69-4FB6-8EFB-028305C7BFAC}"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6605FC7E-0D65-44DF-88CE-3E9C696AE63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B37954B-129C-4FDE-B1F3-35D07C8449CC}">
      <dgm:prSet custT="1"/>
      <dgm:spPr/>
      <dgm:t>
        <a:bodyPr/>
        <a:lstStyle/>
        <a:p>
          <a:pPr rtl="0"/>
          <a:r>
            <a:rPr lang="en-US" sz="2800" b="1" dirty="0" smtClean="0">
              <a:latin typeface="Times New Roman" pitchFamily="18" charset="0"/>
              <a:cs typeface="Times New Roman" pitchFamily="18" charset="0"/>
            </a:rPr>
            <a:t>G. The Organs for Administration of Sacred Things</a:t>
          </a:r>
          <a:endParaRPr lang="en-US" sz="2800" dirty="0">
            <a:latin typeface="Times New Roman" pitchFamily="18" charset="0"/>
            <a:cs typeface="Times New Roman" pitchFamily="18" charset="0"/>
          </a:endParaRPr>
        </a:p>
      </dgm:t>
    </dgm:pt>
    <dgm:pt modelId="{D1320094-CBE5-4397-B417-B99C7A987F00}" type="parTrans" cxnId="{70508F32-41E9-4DA1-944C-520D0804B11E}">
      <dgm:prSet/>
      <dgm:spPr/>
      <dgm:t>
        <a:bodyPr/>
        <a:lstStyle/>
        <a:p>
          <a:endParaRPr lang="en-US"/>
        </a:p>
      </dgm:t>
    </dgm:pt>
    <dgm:pt modelId="{1A10C534-BDE7-4AAD-B197-BEB7FEC614F1}" type="sibTrans" cxnId="{70508F32-41E9-4DA1-944C-520D0804B11E}">
      <dgm:prSet/>
      <dgm:spPr/>
      <dgm:t>
        <a:bodyPr/>
        <a:lstStyle/>
        <a:p>
          <a:endParaRPr lang="en-US"/>
        </a:p>
      </dgm:t>
    </dgm:pt>
    <dgm:pt modelId="{FA3079B4-59FF-44D8-893B-8C85C4245E0E}">
      <dgm:prSet/>
      <dgm:spPr/>
      <dgm:t>
        <a:bodyPr/>
        <a:lstStyle/>
        <a:p>
          <a:pPr algn="just" rtl="0"/>
          <a:r>
            <a:rPr lang="en-GB" dirty="0" smtClean="0">
              <a:latin typeface="Times New Roman" pitchFamily="18" charset="0"/>
              <a:cs typeface="Times New Roman" pitchFamily="18" charset="0"/>
            </a:rPr>
            <a:t>Any bishop or priest ordained legally can administer sacred things because God Himself works through them; the priest or the bishop is used as intermediate.</a:t>
          </a:r>
          <a:endParaRPr lang="en-US" dirty="0">
            <a:latin typeface="Times New Roman" pitchFamily="18" charset="0"/>
            <a:cs typeface="Times New Roman" pitchFamily="18" charset="0"/>
          </a:endParaRPr>
        </a:p>
      </dgm:t>
    </dgm:pt>
    <dgm:pt modelId="{B10C7B67-9261-4E6C-881A-1DD80BF8053C}" type="parTrans" cxnId="{199E4AF3-23A9-46DA-9609-79A8F23FF860}">
      <dgm:prSet/>
      <dgm:spPr/>
      <dgm:t>
        <a:bodyPr/>
        <a:lstStyle/>
        <a:p>
          <a:endParaRPr lang="en-US"/>
        </a:p>
      </dgm:t>
    </dgm:pt>
    <dgm:pt modelId="{42A02D20-1189-4580-BC64-7543798F587C}" type="sibTrans" cxnId="{199E4AF3-23A9-46DA-9609-79A8F23FF860}">
      <dgm:prSet/>
      <dgm:spPr/>
      <dgm:t>
        <a:bodyPr/>
        <a:lstStyle/>
        <a:p>
          <a:endParaRPr lang="en-US"/>
        </a:p>
      </dgm:t>
    </dgm:pt>
    <dgm:pt modelId="{569F7E55-B9F7-4730-8AF1-AF6932FC812F}">
      <dgm:prSet/>
      <dgm:spPr/>
      <dgm:t>
        <a:bodyPr/>
        <a:lstStyle/>
        <a:p>
          <a:pPr algn="just" rtl="0"/>
          <a:r>
            <a:rPr lang="en-GB" dirty="0" smtClean="0">
              <a:latin typeface="Times New Roman" pitchFamily="18" charset="0"/>
              <a:cs typeface="Times New Roman" pitchFamily="18" charset="0"/>
            </a:rPr>
            <a:t>The priest does not impart the gift of God to men but God Himself through the priest.</a:t>
          </a:r>
          <a:endParaRPr lang="en-US" dirty="0">
            <a:latin typeface="Times New Roman" pitchFamily="18" charset="0"/>
            <a:cs typeface="Times New Roman" pitchFamily="18" charset="0"/>
          </a:endParaRPr>
        </a:p>
      </dgm:t>
    </dgm:pt>
    <dgm:pt modelId="{EF601165-DA38-4DFB-9BE3-13D8254B1CE4}" type="parTrans" cxnId="{1E19DF67-C3FC-4F89-AC27-30607DDABB30}">
      <dgm:prSet/>
      <dgm:spPr/>
      <dgm:t>
        <a:bodyPr/>
        <a:lstStyle/>
        <a:p>
          <a:endParaRPr lang="en-US"/>
        </a:p>
      </dgm:t>
    </dgm:pt>
    <dgm:pt modelId="{5E845203-0BCC-4F22-95AC-A8CBFB0D9958}" type="sibTrans" cxnId="{1E19DF67-C3FC-4F89-AC27-30607DDABB30}">
      <dgm:prSet/>
      <dgm:spPr/>
      <dgm:t>
        <a:bodyPr/>
        <a:lstStyle/>
        <a:p>
          <a:endParaRPr lang="en-US"/>
        </a:p>
      </dgm:t>
    </dgm:pt>
    <dgm:pt modelId="{8B7470A0-3874-4BEA-B114-E15A007C69DC}">
      <dgm:prSet/>
      <dgm:spPr/>
      <dgm:t>
        <a:bodyPr/>
        <a:lstStyle/>
        <a:p>
          <a:pPr algn="just" rtl="0"/>
          <a:r>
            <a:rPr lang="en-GB" dirty="0" smtClean="0">
              <a:latin typeface="Times New Roman" pitchFamily="18" charset="0"/>
              <a:cs typeface="Times New Roman" pitchFamily="18" charset="0"/>
            </a:rPr>
            <a:t>The bishop has absolute right for the performance of any sacred thing in the church.</a:t>
          </a:r>
          <a:endParaRPr lang="en-US" dirty="0">
            <a:latin typeface="Times New Roman" pitchFamily="18" charset="0"/>
            <a:cs typeface="Times New Roman" pitchFamily="18" charset="0"/>
          </a:endParaRPr>
        </a:p>
      </dgm:t>
    </dgm:pt>
    <dgm:pt modelId="{0D85617D-997C-4B33-B9A2-5623522FA253}" type="parTrans" cxnId="{82E4742C-32BA-422B-B5CD-B8E1523F1EA2}">
      <dgm:prSet/>
      <dgm:spPr/>
      <dgm:t>
        <a:bodyPr/>
        <a:lstStyle/>
        <a:p>
          <a:endParaRPr lang="en-US"/>
        </a:p>
      </dgm:t>
    </dgm:pt>
    <dgm:pt modelId="{DF883F45-98D1-4B2E-BB5F-CC80CFB20595}" type="sibTrans" cxnId="{82E4742C-32BA-422B-B5CD-B8E1523F1EA2}">
      <dgm:prSet/>
      <dgm:spPr/>
      <dgm:t>
        <a:bodyPr/>
        <a:lstStyle/>
        <a:p>
          <a:endParaRPr lang="en-US"/>
        </a:p>
      </dgm:t>
    </dgm:pt>
    <dgm:pt modelId="{8A05A8A5-B2B5-4055-8161-9E621B64DC1A}">
      <dgm:prSet/>
      <dgm:spPr/>
      <dgm:t>
        <a:bodyPr/>
        <a:lstStyle/>
        <a:p>
          <a:pPr algn="just" rtl="0"/>
          <a:r>
            <a:rPr lang="en-GB" dirty="0" smtClean="0">
              <a:latin typeface="Times New Roman" pitchFamily="18" charset="0"/>
              <a:cs typeface="Times New Roman" pitchFamily="18" charset="0"/>
            </a:rPr>
            <a:t>The priest receives an authority from the bishop performing these things. Ordaining a priest or a deacon is the activities exclusively done by a bishop in the virtue/feature of his hierarchical power, while others are performed by priests.</a:t>
          </a:r>
          <a:endParaRPr lang="en-US" dirty="0">
            <a:latin typeface="Times New Roman" pitchFamily="18" charset="0"/>
            <a:cs typeface="Times New Roman" pitchFamily="18" charset="0"/>
          </a:endParaRPr>
        </a:p>
      </dgm:t>
    </dgm:pt>
    <dgm:pt modelId="{73AD4BDE-2CD3-4438-9B5C-EF1639393AD7}" type="parTrans" cxnId="{2E8BDE14-A6B4-4AB4-9066-B1335BF98B28}">
      <dgm:prSet/>
      <dgm:spPr/>
      <dgm:t>
        <a:bodyPr/>
        <a:lstStyle/>
        <a:p>
          <a:endParaRPr lang="en-US"/>
        </a:p>
      </dgm:t>
    </dgm:pt>
    <dgm:pt modelId="{6B599C0C-6F6A-4002-BDBE-A76A3C0E77AF}" type="sibTrans" cxnId="{2E8BDE14-A6B4-4AB4-9066-B1335BF98B28}">
      <dgm:prSet/>
      <dgm:spPr/>
      <dgm:t>
        <a:bodyPr/>
        <a:lstStyle/>
        <a:p>
          <a:endParaRPr lang="en-US"/>
        </a:p>
      </dgm:t>
    </dgm:pt>
    <dgm:pt modelId="{DCD5B1C9-002F-4C50-9449-6C213913D60A}">
      <dgm:prSet/>
      <dgm:spPr/>
      <dgm:t>
        <a:bodyPr/>
        <a:lstStyle/>
        <a:p>
          <a:pPr algn="just" rtl="0"/>
          <a:r>
            <a:rPr lang="en-GB" dirty="0" smtClean="0">
              <a:latin typeface="Times New Roman" pitchFamily="18" charset="0"/>
              <a:cs typeface="Times New Roman" pitchFamily="18" charset="0"/>
            </a:rPr>
            <a:t>The deacons have no right to perform independent sacred things at a normal condition.</a:t>
          </a:r>
          <a:endParaRPr lang="en-US" dirty="0">
            <a:latin typeface="Times New Roman" pitchFamily="18" charset="0"/>
            <a:cs typeface="Times New Roman" pitchFamily="18" charset="0"/>
          </a:endParaRPr>
        </a:p>
      </dgm:t>
    </dgm:pt>
    <dgm:pt modelId="{4FE5B9B9-8C43-494F-B177-7FEFEDD5498A}" type="parTrans" cxnId="{F49D5CF3-FEA7-40B5-897D-28A56840B1D9}">
      <dgm:prSet/>
      <dgm:spPr/>
      <dgm:t>
        <a:bodyPr/>
        <a:lstStyle/>
        <a:p>
          <a:endParaRPr lang="en-US"/>
        </a:p>
      </dgm:t>
    </dgm:pt>
    <dgm:pt modelId="{DA2AE675-CC05-4F87-9BF8-211F5E7201DA}" type="sibTrans" cxnId="{F49D5CF3-FEA7-40B5-897D-28A56840B1D9}">
      <dgm:prSet/>
      <dgm:spPr/>
      <dgm:t>
        <a:bodyPr/>
        <a:lstStyle/>
        <a:p>
          <a:endParaRPr lang="en-US"/>
        </a:p>
      </dgm:t>
    </dgm:pt>
    <dgm:pt modelId="{10CD6A9E-56FB-4449-A0BF-8B673E7CF814}" type="pres">
      <dgm:prSet presAssocID="{6605FC7E-0D65-44DF-88CE-3E9C696AE638}" presName="linear" presStyleCnt="0">
        <dgm:presLayoutVars>
          <dgm:animLvl val="lvl"/>
          <dgm:resizeHandles val="exact"/>
        </dgm:presLayoutVars>
      </dgm:prSet>
      <dgm:spPr/>
      <dgm:t>
        <a:bodyPr/>
        <a:lstStyle/>
        <a:p>
          <a:endParaRPr lang="en-US"/>
        </a:p>
      </dgm:t>
    </dgm:pt>
    <dgm:pt modelId="{FCFA2240-3DC7-472A-BCC8-449D715EDA76}" type="pres">
      <dgm:prSet presAssocID="{7B37954B-129C-4FDE-B1F3-35D07C8449CC}" presName="parentText" presStyleLbl="node1" presStyleIdx="0" presStyleCnt="1" custLinFactNeighborX="862" custLinFactNeighborY="-4622">
        <dgm:presLayoutVars>
          <dgm:chMax val="0"/>
          <dgm:bulletEnabled val="1"/>
        </dgm:presLayoutVars>
      </dgm:prSet>
      <dgm:spPr/>
      <dgm:t>
        <a:bodyPr/>
        <a:lstStyle/>
        <a:p>
          <a:endParaRPr lang="en-US"/>
        </a:p>
      </dgm:t>
    </dgm:pt>
    <dgm:pt modelId="{254B295D-EA44-4FCA-8EBF-90FE3FA943C5}" type="pres">
      <dgm:prSet presAssocID="{7B37954B-129C-4FDE-B1F3-35D07C8449CC}" presName="childText" presStyleLbl="revTx" presStyleIdx="0" presStyleCnt="1" custScaleY="102665">
        <dgm:presLayoutVars>
          <dgm:bulletEnabled val="1"/>
        </dgm:presLayoutVars>
      </dgm:prSet>
      <dgm:spPr/>
      <dgm:t>
        <a:bodyPr/>
        <a:lstStyle/>
        <a:p>
          <a:endParaRPr lang="en-US"/>
        </a:p>
      </dgm:t>
    </dgm:pt>
  </dgm:ptLst>
  <dgm:cxnLst>
    <dgm:cxn modelId="{199E4AF3-23A9-46DA-9609-79A8F23FF860}" srcId="{7B37954B-129C-4FDE-B1F3-35D07C8449CC}" destId="{FA3079B4-59FF-44D8-893B-8C85C4245E0E}" srcOrd="0" destOrd="0" parTransId="{B10C7B67-9261-4E6C-881A-1DD80BF8053C}" sibTransId="{42A02D20-1189-4580-BC64-7543798F587C}"/>
    <dgm:cxn modelId="{F49D5CF3-FEA7-40B5-897D-28A56840B1D9}" srcId="{7B37954B-129C-4FDE-B1F3-35D07C8449CC}" destId="{DCD5B1C9-002F-4C50-9449-6C213913D60A}" srcOrd="4" destOrd="0" parTransId="{4FE5B9B9-8C43-494F-B177-7FEFEDD5498A}" sibTransId="{DA2AE675-CC05-4F87-9BF8-211F5E7201DA}"/>
    <dgm:cxn modelId="{67E3A141-EA70-4A89-A0C1-BDE7750FA636}" type="presOf" srcId="{8B7470A0-3874-4BEA-B114-E15A007C69DC}" destId="{254B295D-EA44-4FCA-8EBF-90FE3FA943C5}" srcOrd="0" destOrd="2" presId="urn:microsoft.com/office/officeart/2005/8/layout/vList2"/>
    <dgm:cxn modelId="{70508F32-41E9-4DA1-944C-520D0804B11E}" srcId="{6605FC7E-0D65-44DF-88CE-3E9C696AE638}" destId="{7B37954B-129C-4FDE-B1F3-35D07C8449CC}" srcOrd="0" destOrd="0" parTransId="{D1320094-CBE5-4397-B417-B99C7A987F00}" sibTransId="{1A10C534-BDE7-4AAD-B197-BEB7FEC614F1}"/>
    <dgm:cxn modelId="{1E19DF67-C3FC-4F89-AC27-30607DDABB30}" srcId="{7B37954B-129C-4FDE-B1F3-35D07C8449CC}" destId="{569F7E55-B9F7-4730-8AF1-AF6932FC812F}" srcOrd="1" destOrd="0" parTransId="{EF601165-DA38-4DFB-9BE3-13D8254B1CE4}" sibTransId="{5E845203-0BCC-4F22-95AC-A8CBFB0D9958}"/>
    <dgm:cxn modelId="{807A463B-94C5-4C92-B0F1-3A9759B5E013}" type="presOf" srcId="{569F7E55-B9F7-4730-8AF1-AF6932FC812F}" destId="{254B295D-EA44-4FCA-8EBF-90FE3FA943C5}" srcOrd="0" destOrd="1" presId="urn:microsoft.com/office/officeart/2005/8/layout/vList2"/>
    <dgm:cxn modelId="{37196393-2E78-4423-92A5-E6CF3486BB82}" type="presOf" srcId="{FA3079B4-59FF-44D8-893B-8C85C4245E0E}" destId="{254B295D-EA44-4FCA-8EBF-90FE3FA943C5}" srcOrd="0" destOrd="0" presId="urn:microsoft.com/office/officeart/2005/8/layout/vList2"/>
    <dgm:cxn modelId="{F9D13EF3-0EF1-419F-BFFE-25F7C02C7898}" type="presOf" srcId="{8A05A8A5-B2B5-4055-8161-9E621B64DC1A}" destId="{254B295D-EA44-4FCA-8EBF-90FE3FA943C5}" srcOrd="0" destOrd="3" presId="urn:microsoft.com/office/officeart/2005/8/layout/vList2"/>
    <dgm:cxn modelId="{EF97FE81-6734-4149-B9FC-58699DCFF9E2}" type="presOf" srcId="{DCD5B1C9-002F-4C50-9449-6C213913D60A}" destId="{254B295D-EA44-4FCA-8EBF-90FE3FA943C5}" srcOrd="0" destOrd="4" presId="urn:microsoft.com/office/officeart/2005/8/layout/vList2"/>
    <dgm:cxn modelId="{82E4742C-32BA-422B-B5CD-B8E1523F1EA2}" srcId="{7B37954B-129C-4FDE-B1F3-35D07C8449CC}" destId="{8B7470A0-3874-4BEA-B114-E15A007C69DC}" srcOrd="2" destOrd="0" parTransId="{0D85617D-997C-4B33-B9A2-5623522FA253}" sibTransId="{DF883F45-98D1-4B2E-BB5F-CC80CFB20595}"/>
    <dgm:cxn modelId="{BC0C27C1-3258-46A4-9FA9-908E1A8D9D18}" type="presOf" srcId="{7B37954B-129C-4FDE-B1F3-35D07C8449CC}" destId="{FCFA2240-3DC7-472A-BCC8-449D715EDA76}" srcOrd="0" destOrd="0" presId="urn:microsoft.com/office/officeart/2005/8/layout/vList2"/>
    <dgm:cxn modelId="{2E8BDE14-A6B4-4AB4-9066-B1335BF98B28}" srcId="{7B37954B-129C-4FDE-B1F3-35D07C8449CC}" destId="{8A05A8A5-B2B5-4055-8161-9E621B64DC1A}" srcOrd="3" destOrd="0" parTransId="{73AD4BDE-2CD3-4438-9B5C-EF1639393AD7}" sibTransId="{6B599C0C-6F6A-4002-BDBE-A76A3C0E77AF}"/>
    <dgm:cxn modelId="{F998A221-F182-4262-AF31-6CE830F464C5}" type="presOf" srcId="{6605FC7E-0D65-44DF-88CE-3E9C696AE638}" destId="{10CD6A9E-56FB-4449-A0BF-8B673E7CF814}" srcOrd="0" destOrd="0" presId="urn:microsoft.com/office/officeart/2005/8/layout/vList2"/>
    <dgm:cxn modelId="{52047413-9484-45ED-A684-6D89F520A55C}" type="presParOf" srcId="{10CD6A9E-56FB-4449-A0BF-8B673E7CF814}" destId="{FCFA2240-3DC7-472A-BCC8-449D715EDA76}" srcOrd="0" destOrd="0" presId="urn:microsoft.com/office/officeart/2005/8/layout/vList2"/>
    <dgm:cxn modelId="{71DE67AA-72E5-4AD4-9A94-1031BC461482}" type="presParOf" srcId="{10CD6A9E-56FB-4449-A0BF-8B673E7CF814}" destId="{254B295D-EA44-4FCA-8EBF-90FE3FA943C5}"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913D30A4-C5BB-4E24-BE58-037C530944E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824B426-B071-470D-AC22-D2B829E71E56}">
      <dgm:prSet/>
      <dgm:spPr/>
      <dgm:t>
        <a:bodyPr/>
        <a:lstStyle/>
        <a:p>
          <a:pPr rtl="0"/>
          <a:r>
            <a:rPr lang="en-US" b="1" dirty="0" smtClean="0">
              <a:latin typeface="Times New Roman" pitchFamily="18" charset="0"/>
              <a:cs typeface="Times New Roman" pitchFamily="18" charset="0"/>
            </a:rPr>
            <a:t>CHAPTER FOUR: CHURCH LEGISLATIONS </a:t>
          </a:r>
          <a:endParaRPr lang="en-US" dirty="0">
            <a:latin typeface="Times New Roman" pitchFamily="18" charset="0"/>
            <a:cs typeface="Times New Roman" pitchFamily="18" charset="0"/>
          </a:endParaRPr>
        </a:p>
      </dgm:t>
    </dgm:pt>
    <dgm:pt modelId="{CDFF4E1E-6694-4A2D-9F7D-694534898556}" type="parTrans" cxnId="{B73BE8B9-0418-4B9C-AF6D-963B545F5939}">
      <dgm:prSet/>
      <dgm:spPr/>
      <dgm:t>
        <a:bodyPr/>
        <a:lstStyle/>
        <a:p>
          <a:endParaRPr lang="en-US"/>
        </a:p>
      </dgm:t>
    </dgm:pt>
    <dgm:pt modelId="{17F828DD-A843-4F11-A7DF-D9D7FD11FAAA}" type="sibTrans" cxnId="{B73BE8B9-0418-4B9C-AF6D-963B545F5939}">
      <dgm:prSet/>
      <dgm:spPr/>
      <dgm:t>
        <a:bodyPr/>
        <a:lstStyle/>
        <a:p>
          <a:endParaRPr lang="en-US"/>
        </a:p>
      </dgm:t>
    </dgm:pt>
    <dgm:pt modelId="{4EC924BE-3F83-48CF-9DE8-C68E317B2370}">
      <dgm:prSet/>
      <dgm:spPr/>
      <dgm:t>
        <a:bodyPr/>
        <a:lstStyle/>
        <a:p>
          <a:pPr rtl="0"/>
          <a:r>
            <a:rPr lang="en-US" b="1" dirty="0" smtClean="0">
              <a:latin typeface="Times New Roman" pitchFamily="18" charset="0"/>
              <a:cs typeface="Times New Roman" pitchFamily="18" charset="0"/>
            </a:rPr>
            <a:t>4.1. </a:t>
          </a:r>
          <a:r>
            <a:rPr lang="en-GB" b="1" dirty="0" smtClean="0">
              <a:latin typeface="Times New Roman" pitchFamily="18" charset="0"/>
              <a:cs typeface="Times New Roman" pitchFamily="18" charset="0"/>
            </a:rPr>
            <a:t>Church Legislation: Definition </a:t>
          </a:r>
          <a:endParaRPr lang="en-US" dirty="0">
            <a:latin typeface="Times New Roman" pitchFamily="18" charset="0"/>
            <a:cs typeface="Times New Roman" pitchFamily="18" charset="0"/>
          </a:endParaRPr>
        </a:p>
      </dgm:t>
    </dgm:pt>
    <dgm:pt modelId="{0FDA1E57-58E3-472E-80CF-E02D5D8857E7}" type="parTrans" cxnId="{39ADF23E-A623-424B-85E2-DC9E3DBCEBD9}">
      <dgm:prSet/>
      <dgm:spPr/>
      <dgm:t>
        <a:bodyPr/>
        <a:lstStyle/>
        <a:p>
          <a:endParaRPr lang="en-US"/>
        </a:p>
      </dgm:t>
    </dgm:pt>
    <dgm:pt modelId="{AAF3D3B5-83C5-49E2-A8F4-ADE070DC3C49}" type="sibTrans" cxnId="{39ADF23E-A623-424B-85E2-DC9E3DBCEBD9}">
      <dgm:prSet/>
      <dgm:spPr/>
      <dgm:t>
        <a:bodyPr/>
        <a:lstStyle/>
        <a:p>
          <a:endParaRPr lang="en-US"/>
        </a:p>
      </dgm:t>
    </dgm:pt>
    <dgm:pt modelId="{3F1D7CA3-BCAE-4B98-9182-8E02C5203E7B}">
      <dgm:prSet/>
      <dgm:spPr/>
      <dgm:t>
        <a:bodyPr/>
        <a:lstStyle/>
        <a:p>
          <a:pPr algn="just" rtl="0"/>
          <a:r>
            <a:rPr lang="en-US" dirty="0" smtClean="0">
              <a:latin typeface="Times New Roman" pitchFamily="18" charset="0"/>
              <a:cs typeface="Times New Roman" pitchFamily="18" charset="0"/>
            </a:rPr>
            <a:t>It is a set of rules and regulations that govern the practices and beliefs of a particular religious tradition.</a:t>
          </a:r>
          <a:endParaRPr lang="en-US" dirty="0">
            <a:latin typeface="Times New Roman" pitchFamily="18" charset="0"/>
            <a:cs typeface="Times New Roman" pitchFamily="18" charset="0"/>
          </a:endParaRPr>
        </a:p>
      </dgm:t>
    </dgm:pt>
    <dgm:pt modelId="{E1A3C430-EEBD-42A7-AACC-FAB64A604121}" type="parTrans" cxnId="{51576695-ABF4-4C67-A2D4-570FD33431AD}">
      <dgm:prSet/>
      <dgm:spPr/>
      <dgm:t>
        <a:bodyPr/>
        <a:lstStyle/>
        <a:p>
          <a:endParaRPr lang="en-US"/>
        </a:p>
      </dgm:t>
    </dgm:pt>
    <dgm:pt modelId="{AA02444B-916B-42F4-8C3D-000EE122F661}" type="sibTrans" cxnId="{51576695-ABF4-4C67-A2D4-570FD33431AD}">
      <dgm:prSet/>
      <dgm:spPr/>
      <dgm:t>
        <a:bodyPr/>
        <a:lstStyle/>
        <a:p>
          <a:endParaRPr lang="en-US"/>
        </a:p>
      </dgm:t>
    </dgm:pt>
    <dgm:pt modelId="{EE52ADB2-12CE-4F82-8307-35E303C7EF33}">
      <dgm:prSet/>
      <dgm:spPr/>
      <dgm:t>
        <a:bodyPr/>
        <a:lstStyle/>
        <a:p>
          <a:pPr algn="just" rtl="0"/>
          <a:r>
            <a:rPr lang="en-GB" dirty="0" smtClean="0">
              <a:latin typeface="Times New Roman" pitchFamily="18" charset="0"/>
              <a:cs typeface="Times New Roman" pitchFamily="18" charset="0"/>
            </a:rPr>
            <a:t>The founder of the church had given to his apostles the power of legislation that transferred it to their followers (bishops) episcopes. </a:t>
          </a:r>
          <a:endParaRPr lang="en-US" dirty="0">
            <a:latin typeface="Times New Roman" pitchFamily="18" charset="0"/>
            <a:cs typeface="Times New Roman" pitchFamily="18" charset="0"/>
          </a:endParaRPr>
        </a:p>
      </dgm:t>
    </dgm:pt>
    <dgm:pt modelId="{7C64234C-2C4C-476E-902D-E9B0EDAFA99B}" type="parTrans" cxnId="{3CC8CD77-BA30-47B9-BBC1-CA49F59BE49C}">
      <dgm:prSet/>
      <dgm:spPr/>
      <dgm:t>
        <a:bodyPr/>
        <a:lstStyle/>
        <a:p>
          <a:endParaRPr lang="en-US"/>
        </a:p>
      </dgm:t>
    </dgm:pt>
    <dgm:pt modelId="{6ED30FB8-DCFC-4E70-86F8-62C87D1E8E5E}" type="sibTrans" cxnId="{3CC8CD77-BA30-47B9-BBC1-CA49F59BE49C}">
      <dgm:prSet/>
      <dgm:spPr/>
      <dgm:t>
        <a:bodyPr/>
        <a:lstStyle/>
        <a:p>
          <a:endParaRPr lang="en-US"/>
        </a:p>
      </dgm:t>
    </dgm:pt>
    <dgm:pt modelId="{6435C70C-5957-4529-B1E1-3C3BAD87058E}">
      <dgm:prSet/>
      <dgm:spPr/>
      <dgm:t>
        <a:bodyPr/>
        <a:lstStyle/>
        <a:p>
          <a:pPr algn="just" rtl="0"/>
          <a:r>
            <a:rPr lang="en-GB" dirty="0" smtClean="0">
              <a:latin typeface="Times New Roman" pitchFamily="18" charset="0"/>
              <a:cs typeface="Times New Roman" pitchFamily="18" charset="0"/>
            </a:rPr>
            <a:t>The legislation power of the church assisted by absolute divine power is developed in certain direction. </a:t>
          </a:r>
          <a:endParaRPr lang="en-US" dirty="0">
            <a:latin typeface="Times New Roman" pitchFamily="18" charset="0"/>
            <a:cs typeface="Times New Roman" pitchFamily="18" charset="0"/>
          </a:endParaRPr>
        </a:p>
      </dgm:t>
    </dgm:pt>
    <dgm:pt modelId="{FFD557BC-EBEA-4AD2-9486-4F6E8AC39FB5}" type="parTrans" cxnId="{F0D5E783-F844-499D-B343-447A429BE6E2}">
      <dgm:prSet/>
      <dgm:spPr/>
      <dgm:t>
        <a:bodyPr/>
        <a:lstStyle/>
        <a:p>
          <a:endParaRPr lang="en-US"/>
        </a:p>
      </dgm:t>
    </dgm:pt>
    <dgm:pt modelId="{6FBCD584-D703-4BC6-BA2A-851274F09F77}" type="sibTrans" cxnId="{F0D5E783-F844-499D-B343-447A429BE6E2}">
      <dgm:prSet/>
      <dgm:spPr/>
      <dgm:t>
        <a:bodyPr/>
        <a:lstStyle/>
        <a:p>
          <a:endParaRPr lang="en-US"/>
        </a:p>
      </dgm:t>
    </dgm:pt>
    <dgm:pt modelId="{32B0C685-9BE6-4AFD-9BA3-69A4A5DF8F7D}">
      <dgm:prSet/>
      <dgm:spPr/>
      <dgm:t>
        <a:bodyPr/>
        <a:lstStyle/>
        <a:p>
          <a:pPr algn="just" rtl="0"/>
          <a:r>
            <a:rPr lang="en-GB" dirty="0" smtClean="0">
              <a:latin typeface="Times New Roman" pitchFamily="18" charset="0"/>
              <a:cs typeface="Times New Roman" pitchFamily="18" charset="0"/>
            </a:rPr>
            <a:t>The organs of the legislation power, do not declare in their own names but in the name of the Holy Spirit who lives in the church. </a:t>
          </a:r>
          <a:endParaRPr lang="en-US" dirty="0">
            <a:latin typeface="Times New Roman" pitchFamily="18" charset="0"/>
            <a:cs typeface="Times New Roman" pitchFamily="18" charset="0"/>
          </a:endParaRPr>
        </a:p>
      </dgm:t>
    </dgm:pt>
    <dgm:pt modelId="{4955EC87-2B73-466F-82CF-07A86F23361A}" type="parTrans" cxnId="{90AE5C1E-6C34-4BC8-9C79-39A8909AA288}">
      <dgm:prSet/>
      <dgm:spPr/>
      <dgm:t>
        <a:bodyPr/>
        <a:lstStyle/>
        <a:p>
          <a:endParaRPr lang="en-US"/>
        </a:p>
      </dgm:t>
    </dgm:pt>
    <dgm:pt modelId="{62EE0A98-C8BC-4E66-AA74-9EA5BDD68024}" type="sibTrans" cxnId="{90AE5C1E-6C34-4BC8-9C79-39A8909AA288}">
      <dgm:prSet/>
      <dgm:spPr/>
      <dgm:t>
        <a:bodyPr/>
        <a:lstStyle/>
        <a:p>
          <a:endParaRPr lang="en-US"/>
        </a:p>
      </dgm:t>
    </dgm:pt>
    <dgm:pt modelId="{D6EC557D-1D7F-4719-95F4-B1D641E2D1EA}">
      <dgm:prSet/>
      <dgm:spPr/>
      <dgm:t>
        <a:bodyPr/>
        <a:lstStyle/>
        <a:p>
          <a:pPr algn="just" rtl="0"/>
          <a:r>
            <a:rPr lang="en-GB" dirty="0" smtClean="0">
              <a:latin typeface="Times New Roman" pitchFamily="18" charset="0"/>
              <a:cs typeface="Times New Roman" pitchFamily="18" charset="0"/>
            </a:rPr>
            <a:t>Anybody is not allowed to issue the rule in his proper name but in the name of the Holy Spirit who works through him. </a:t>
          </a:r>
          <a:endParaRPr lang="en-US" dirty="0">
            <a:latin typeface="Times New Roman" pitchFamily="18" charset="0"/>
            <a:cs typeface="Times New Roman" pitchFamily="18" charset="0"/>
          </a:endParaRPr>
        </a:p>
      </dgm:t>
    </dgm:pt>
    <dgm:pt modelId="{CDDB1CD8-5E6E-4EF7-9515-022D478D4D71}" type="parTrans" cxnId="{96B10F4B-2795-4A87-A3A7-F32DDF77C8C4}">
      <dgm:prSet/>
      <dgm:spPr/>
      <dgm:t>
        <a:bodyPr/>
        <a:lstStyle/>
        <a:p>
          <a:endParaRPr lang="en-US"/>
        </a:p>
      </dgm:t>
    </dgm:pt>
    <dgm:pt modelId="{FF3F854A-83E1-4CE6-A233-D52A2EA5CE07}" type="sibTrans" cxnId="{96B10F4B-2795-4A87-A3A7-F32DDF77C8C4}">
      <dgm:prSet/>
      <dgm:spPr/>
      <dgm:t>
        <a:bodyPr/>
        <a:lstStyle/>
        <a:p>
          <a:endParaRPr lang="en-US"/>
        </a:p>
      </dgm:t>
    </dgm:pt>
    <dgm:pt modelId="{A8BC2002-B52E-4748-B652-DEBA03C66FC1}">
      <dgm:prSet/>
      <dgm:spPr/>
      <dgm:t>
        <a:bodyPr/>
        <a:lstStyle/>
        <a:p>
          <a:pPr algn="just" rtl="0"/>
          <a:r>
            <a:rPr lang="en-GB" smtClean="0">
              <a:latin typeface="Times New Roman" pitchFamily="18" charset="0"/>
              <a:cs typeface="Times New Roman" pitchFamily="18" charset="0"/>
            </a:rPr>
            <a:t>The legislation power works in the name of the whole church as a body which is inspired by the Holy Spirit. </a:t>
          </a:r>
          <a:endParaRPr lang="en-US">
            <a:latin typeface="Times New Roman" pitchFamily="18" charset="0"/>
            <a:cs typeface="Times New Roman" pitchFamily="18" charset="0"/>
          </a:endParaRPr>
        </a:p>
      </dgm:t>
    </dgm:pt>
    <dgm:pt modelId="{F7FC2B5A-045E-4BED-9A17-E5D19E0CE956}" type="parTrans" cxnId="{CD813DA0-83BA-477B-9739-866B30941FBC}">
      <dgm:prSet/>
      <dgm:spPr/>
      <dgm:t>
        <a:bodyPr/>
        <a:lstStyle/>
        <a:p>
          <a:endParaRPr lang="en-US"/>
        </a:p>
      </dgm:t>
    </dgm:pt>
    <dgm:pt modelId="{B7135DEE-73A7-4717-887B-BAB004E81360}" type="sibTrans" cxnId="{CD813DA0-83BA-477B-9739-866B30941FBC}">
      <dgm:prSet/>
      <dgm:spPr/>
      <dgm:t>
        <a:bodyPr/>
        <a:lstStyle/>
        <a:p>
          <a:endParaRPr lang="en-US"/>
        </a:p>
      </dgm:t>
    </dgm:pt>
    <dgm:pt modelId="{63E8D1B0-4107-43BA-9497-D16FB8A7EBE6}">
      <dgm:prSet/>
      <dgm:spPr/>
      <dgm:t>
        <a:bodyPr/>
        <a:lstStyle/>
        <a:p>
          <a:pPr algn="just" rtl="0"/>
          <a:r>
            <a:rPr lang="en-GB" smtClean="0">
              <a:latin typeface="Times New Roman" pitchFamily="18" charset="0"/>
              <a:cs typeface="Times New Roman" pitchFamily="18" charset="0"/>
            </a:rPr>
            <a:t>The organs of these powers have permitted the sacrament of priesthood with which a special grace of God is attached. </a:t>
          </a:r>
          <a:endParaRPr lang="en-US">
            <a:latin typeface="Times New Roman" pitchFamily="18" charset="0"/>
            <a:cs typeface="Times New Roman" pitchFamily="18" charset="0"/>
          </a:endParaRPr>
        </a:p>
      </dgm:t>
    </dgm:pt>
    <dgm:pt modelId="{648FB015-3404-458C-A6BA-2E00DFD517CE}" type="parTrans" cxnId="{57C1B400-0F97-4A84-902B-3A7E7664ACEC}">
      <dgm:prSet/>
      <dgm:spPr/>
      <dgm:t>
        <a:bodyPr/>
        <a:lstStyle/>
        <a:p>
          <a:endParaRPr lang="en-US"/>
        </a:p>
      </dgm:t>
    </dgm:pt>
    <dgm:pt modelId="{C3407641-9F66-4255-B9A4-92E35DC39B99}" type="sibTrans" cxnId="{57C1B400-0F97-4A84-902B-3A7E7664ACEC}">
      <dgm:prSet/>
      <dgm:spPr/>
      <dgm:t>
        <a:bodyPr/>
        <a:lstStyle/>
        <a:p>
          <a:endParaRPr lang="en-US"/>
        </a:p>
      </dgm:t>
    </dgm:pt>
    <dgm:pt modelId="{D62DAA30-B495-4BAC-B91A-B780E4A3C702}">
      <dgm:prSet/>
      <dgm:spPr/>
      <dgm:t>
        <a:bodyPr/>
        <a:lstStyle/>
        <a:p>
          <a:pPr algn="just" rtl="0"/>
          <a:r>
            <a:rPr lang="en-GB" dirty="0" smtClean="0">
              <a:latin typeface="Times New Roman" pitchFamily="18" charset="0"/>
              <a:cs typeface="Times New Roman" pitchFamily="18" charset="0"/>
            </a:rPr>
            <a:t>Having this view in the character of the church laws, the legislation power of the whole church is impossible to be possessed by a single person except the holy synod of ecumenical or local one.</a:t>
          </a:r>
          <a:endParaRPr lang="en-US" dirty="0">
            <a:latin typeface="Times New Roman" pitchFamily="18" charset="0"/>
            <a:cs typeface="Times New Roman" pitchFamily="18" charset="0"/>
          </a:endParaRPr>
        </a:p>
      </dgm:t>
    </dgm:pt>
    <dgm:pt modelId="{95F6C9B3-91C9-48CC-84B8-9751F1DCA498}" type="parTrans" cxnId="{26B807BA-0DBB-4D46-97AD-A364984A6495}">
      <dgm:prSet/>
      <dgm:spPr/>
      <dgm:t>
        <a:bodyPr/>
        <a:lstStyle/>
        <a:p>
          <a:endParaRPr lang="en-US"/>
        </a:p>
      </dgm:t>
    </dgm:pt>
    <dgm:pt modelId="{0837A3F6-0535-488E-9974-42DCAE6EDE7F}" type="sibTrans" cxnId="{26B807BA-0DBB-4D46-97AD-A364984A6495}">
      <dgm:prSet/>
      <dgm:spPr/>
      <dgm:t>
        <a:bodyPr/>
        <a:lstStyle/>
        <a:p>
          <a:endParaRPr lang="en-US"/>
        </a:p>
      </dgm:t>
    </dgm:pt>
    <dgm:pt modelId="{B0B5D238-DAF3-4A75-A802-91ACBE6442AC}" type="pres">
      <dgm:prSet presAssocID="{913D30A4-C5BB-4E24-BE58-037C530944E4}" presName="linear" presStyleCnt="0">
        <dgm:presLayoutVars>
          <dgm:animLvl val="lvl"/>
          <dgm:resizeHandles val="exact"/>
        </dgm:presLayoutVars>
      </dgm:prSet>
      <dgm:spPr/>
      <dgm:t>
        <a:bodyPr/>
        <a:lstStyle/>
        <a:p>
          <a:endParaRPr lang="en-US"/>
        </a:p>
      </dgm:t>
    </dgm:pt>
    <dgm:pt modelId="{54FE0C97-701F-46C4-B6EE-24BB65C1DD8C}" type="pres">
      <dgm:prSet presAssocID="{C824B426-B071-470D-AC22-D2B829E71E56}" presName="parentText" presStyleLbl="node1" presStyleIdx="0" presStyleCnt="2" custScaleY="138441">
        <dgm:presLayoutVars>
          <dgm:chMax val="0"/>
          <dgm:bulletEnabled val="1"/>
        </dgm:presLayoutVars>
      </dgm:prSet>
      <dgm:spPr/>
      <dgm:t>
        <a:bodyPr/>
        <a:lstStyle/>
        <a:p>
          <a:endParaRPr lang="en-US"/>
        </a:p>
      </dgm:t>
    </dgm:pt>
    <dgm:pt modelId="{60A7EF6E-B669-40D6-AA00-2CC0AD2EFCD5}" type="pres">
      <dgm:prSet presAssocID="{17F828DD-A843-4F11-A7DF-D9D7FD11FAAA}" presName="spacer" presStyleCnt="0"/>
      <dgm:spPr/>
    </dgm:pt>
    <dgm:pt modelId="{31493AB8-6A29-4C4C-8ABD-5827F87E8659}" type="pres">
      <dgm:prSet presAssocID="{4EC924BE-3F83-48CF-9DE8-C68E317B2370}" presName="parentText" presStyleLbl="node1" presStyleIdx="1" presStyleCnt="2">
        <dgm:presLayoutVars>
          <dgm:chMax val="0"/>
          <dgm:bulletEnabled val="1"/>
        </dgm:presLayoutVars>
      </dgm:prSet>
      <dgm:spPr/>
      <dgm:t>
        <a:bodyPr/>
        <a:lstStyle/>
        <a:p>
          <a:endParaRPr lang="en-US"/>
        </a:p>
      </dgm:t>
    </dgm:pt>
    <dgm:pt modelId="{0DDA3781-64D8-4ADA-B937-89B43F0CA26B}" type="pres">
      <dgm:prSet presAssocID="{4EC924BE-3F83-48CF-9DE8-C68E317B2370}" presName="childText" presStyleLbl="revTx" presStyleIdx="0" presStyleCnt="1">
        <dgm:presLayoutVars>
          <dgm:bulletEnabled val="1"/>
        </dgm:presLayoutVars>
      </dgm:prSet>
      <dgm:spPr/>
      <dgm:t>
        <a:bodyPr/>
        <a:lstStyle/>
        <a:p>
          <a:endParaRPr lang="en-US"/>
        </a:p>
      </dgm:t>
    </dgm:pt>
  </dgm:ptLst>
  <dgm:cxnLst>
    <dgm:cxn modelId="{26B807BA-0DBB-4D46-97AD-A364984A6495}" srcId="{4EC924BE-3F83-48CF-9DE8-C68E317B2370}" destId="{D62DAA30-B495-4BAC-B91A-B780E4A3C702}" srcOrd="7" destOrd="0" parTransId="{95F6C9B3-91C9-48CC-84B8-9751F1DCA498}" sibTransId="{0837A3F6-0535-488E-9974-42DCAE6EDE7F}"/>
    <dgm:cxn modelId="{9D608292-15AE-4D84-A4AB-89B5DDB67026}" type="presOf" srcId="{6435C70C-5957-4529-B1E1-3C3BAD87058E}" destId="{0DDA3781-64D8-4ADA-B937-89B43F0CA26B}" srcOrd="0" destOrd="2" presId="urn:microsoft.com/office/officeart/2005/8/layout/vList2"/>
    <dgm:cxn modelId="{2AAD0507-BA78-4B94-A4E3-392B46256269}" type="presOf" srcId="{D62DAA30-B495-4BAC-B91A-B780E4A3C702}" destId="{0DDA3781-64D8-4ADA-B937-89B43F0CA26B}" srcOrd="0" destOrd="7" presId="urn:microsoft.com/office/officeart/2005/8/layout/vList2"/>
    <dgm:cxn modelId="{8F68086C-C2F5-4F1D-BF5E-096C0D95D892}" type="presOf" srcId="{63E8D1B0-4107-43BA-9497-D16FB8A7EBE6}" destId="{0DDA3781-64D8-4ADA-B937-89B43F0CA26B}" srcOrd="0" destOrd="6" presId="urn:microsoft.com/office/officeart/2005/8/layout/vList2"/>
    <dgm:cxn modelId="{FA494406-56EB-4455-9DFA-27407316CBAE}" type="presOf" srcId="{4EC924BE-3F83-48CF-9DE8-C68E317B2370}" destId="{31493AB8-6A29-4C4C-8ABD-5827F87E8659}" srcOrd="0" destOrd="0" presId="urn:microsoft.com/office/officeart/2005/8/layout/vList2"/>
    <dgm:cxn modelId="{57C1B400-0F97-4A84-902B-3A7E7664ACEC}" srcId="{4EC924BE-3F83-48CF-9DE8-C68E317B2370}" destId="{63E8D1B0-4107-43BA-9497-D16FB8A7EBE6}" srcOrd="6" destOrd="0" parTransId="{648FB015-3404-458C-A6BA-2E00DFD517CE}" sibTransId="{C3407641-9F66-4255-B9A4-92E35DC39B99}"/>
    <dgm:cxn modelId="{F0D5E783-F844-499D-B343-447A429BE6E2}" srcId="{4EC924BE-3F83-48CF-9DE8-C68E317B2370}" destId="{6435C70C-5957-4529-B1E1-3C3BAD87058E}" srcOrd="2" destOrd="0" parTransId="{FFD557BC-EBEA-4AD2-9486-4F6E8AC39FB5}" sibTransId="{6FBCD584-D703-4BC6-BA2A-851274F09F77}"/>
    <dgm:cxn modelId="{96B10F4B-2795-4A87-A3A7-F32DDF77C8C4}" srcId="{4EC924BE-3F83-48CF-9DE8-C68E317B2370}" destId="{D6EC557D-1D7F-4719-95F4-B1D641E2D1EA}" srcOrd="4" destOrd="0" parTransId="{CDDB1CD8-5E6E-4EF7-9515-022D478D4D71}" sibTransId="{FF3F854A-83E1-4CE6-A233-D52A2EA5CE07}"/>
    <dgm:cxn modelId="{3CC8CD77-BA30-47B9-BBC1-CA49F59BE49C}" srcId="{4EC924BE-3F83-48CF-9DE8-C68E317B2370}" destId="{EE52ADB2-12CE-4F82-8307-35E303C7EF33}" srcOrd="1" destOrd="0" parTransId="{7C64234C-2C4C-476E-902D-E9B0EDAFA99B}" sibTransId="{6ED30FB8-DCFC-4E70-86F8-62C87D1E8E5E}"/>
    <dgm:cxn modelId="{39ADF23E-A623-424B-85E2-DC9E3DBCEBD9}" srcId="{913D30A4-C5BB-4E24-BE58-037C530944E4}" destId="{4EC924BE-3F83-48CF-9DE8-C68E317B2370}" srcOrd="1" destOrd="0" parTransId="{0FDA1E57-58E3-472E-80CF-E02D5D8857E7}" sibTransId="{AAF3D3B5-83C5-49E2-A8F4-ADE070DC3C49}"/>
    <dgm:cxn modelId="{EDD03782-D448-46AD-8414-E6F6E2F55F2D}" type="presOf" srcId="{32B0C685-9BE6-4AFD-9BA3-69A4A5DF8F7D}" destId="{0DDA3781-64D8-4ADA-B937-89B43F0CA26B}" srcOrd="0" destOrd="3" presId="urn:microsoft.com/office/officeart/2005/8/layout/vList2"/>
    <dgm:cxn modelId="{51576695-ABF4-4C67-A2D4-570FD33431AD}" srcId="{4EC924BE-3F83-48CF-9DE8-C68E317B2370}" destId="{3F1D7CA3-BCAE-4B98-9182-8E02C5203E7B}" srcOrd="0" destOrd="0" parTransId="{E1A3C430-EEBD-42A7-AACC-FAB64A604121}" sibTransId="{AA02444B-916B-42F4-8C3D-000EE122F661}"/>
    <dgm:cxn modelId="{BAE30E7C-2792-4986-B07F-30DF7ACF5928}" type="presOf" srcId="{A8BC2002-B52E-4748-B652-DEBA03C66FC1}" destId="{0DDA3781-64D8-4ADA-B937-89B43F0CA26B}" srcOrd="0" destOrd="5" presId="urn:microsoft.com/office/officeart/2005/8/layout/vList2"/>
    <dgm:cxn modelId="{CD813DA0-83BA-477B-9739-866B30941FBC}" srcId="{4EC924BE-3F83-48CF-9DE8-C68E317B2370}" destId="{A8BC2002-B52E-4748-B652-DEBA03C66FC1}" srcOrd="5" destOrd="0" parTransId="{F7FC2B5A-045E-4BED-9A17-E5D19E0CE956}" sibTransId="{B7135DEE-73A7-4717-887B-BAB004E81360}"/>
    <dgm:cxn modelId="{5A8E3B58-3AA5-47BC-A907-54D5BBF8B0E9}" type="presOf" srcId="{EE52ADB2-12CE-4F82-8307-35E303C7EF33}" destId="{0DDA3781-64D8-4ADA-B937-89B43F0CA26B}" srcOrd="0" destOrd="1" presId="urn:microsoft.com/office/officeart/2005/8/layout/vList2"/>
    <dgm:cxn modelId="{07E7F3FE-48F8-47C3-902C-C17D24EF5B58}" type="presOf" srcId="{3F1D7CA3-BCAE-4B98-9182-8E02C5203E7B}" destId="{0DDA3781-64D8-4ADA-B937-89B43F0CA26B}" srcOrd="0" destOrd="0" presId="urn:microsoft.com/office/officeart/2005/8/layout/vList2"/>
    <dgm:cxn modelId="{90AE5C1E-6C34-4BC8-9C79-39A8909AA288}" srcId="{4EC924BE-3F83-48CF-9DE8-C68E317B2370}" destId="{32B0C685-9BE6-4AFD-9BA3-69A4A5DF8F7D}" srcOrd="3" destOrd="0" parTransId="{4955EC87-2B73-466F-82CF-07A86F23361A}" sibTransId="{62EE0A98-C8BC-4E66-AA74-9EA5BDD68024}"/>
    <dgm:cxn modelId="{3003E8B9-E101-4782-8FB8-8F81561112DB}" type="presOf" srcId="{913D30A4-C5BB-4E24-BE58-037C530944E4}" destId="{B0B5D238-DAF3-4A75-A802-91ACBE6442AC}" srcOrd="0" destOrd="0" presId="urn:microsoft.com/office/officeart/2005/8/layout/vList2"/>
    <dgm:cxn modelId="{338151B4-ADE8-4634-A345-3C4FFD44B632}" type="presOf" srcId="{C824B426-B071-470D-AC22-D2B829E71E56}" destId="{54FE0C97-701F-46C4-B6EE-24BB65C1DD8C}" srcOrd="0" destOrd="0" presId="urn:microsoft.com/office/officeart/2005/8/layout/vList2"/>
    <dgm:cxn modelId="{B73BE8B9-0418-4B9C-AF6D-963B545F5939}" srcId="{913D30A4-C5BB-4E24-BE58-037C530944E4}" destId="{C824B426-B071-470D-AC22-D2B829E71E56}" srcOrd="0" destOrd="0" parTransId="{CDFF4E1E-6694-4A2D-9F7D-694534898556}" sibTransId="{17F828DD-A843-4F11-A7DF-D9D7FD11FAAA}"/>
    <dgm:cxn modelId="{0CB09118-4529-4676-810D-92FBE1714B92}" type="presOf" srcId="{D6EC557D-1D7F-4719-95F4-B1D641E2D1EA}" destId="{0DDA3781-64D8-4ADA-B937-89B43F0CA26B}" srcOrd="0" destOrd="4" presId="urn:microsoft.com/office/officeart/2005/8/layout/vList2"/>
    <dgm:cxn modelId="{D91DF2A2-F315-44C2-9F2D-2921D186D981}" type="presParOf" srcId="{B0B5D238-DAF3-4A75-A802-91ACBE6442AC}" destId="{54FE0C97-701F-46C4-B6EE-24BB65C1DD8C}" srcOrd="0" destOrd="0" presId="urn:microsoft.com/office/officeart/2005/8/layout/vList2"/>
    <dgm:cxn modelId="{81A8935C-8506-4BC1-AEE4-823CF4D39BF6}" type="presParOf" srcId="{B0B5D238-DAF3-4A75-A802-91ACBE6442AC}" destId="{60A7EF6E-B669-40D6-AA00-2CC0AD2EFCD5}" srcOrd="1" destOrd="0" presId="urn:microsoft.com/office/officeart/2005/8/layout/vList2"/>
    <dgm:cxn modelId="{7C012147-D234-4A52-BCD8-C29967BA8632}" type="presParOf" srcId="{B0B5D238-DAF3-4A75-A802-91ACBE6442AC}" destId="{31493AB8-6A29-4C4C-8ABD-5827F87E8659}" srcOrd="2" destOrd="0" presId="urn:microsoft.com/office/officeart/2005/8/layout/vList2"/>
    <dgm:cxn modelId="{0DEC16C1-6E32-4284-A037-43CBEA4576E9}" type="presParOf" srcId="{B0B5D238-DAF3-4A75-A802-91ACBE6442AC}" destId="{0DDA3781-64D8-4ADA-B937-89B43F0CA26B}"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4FB28A7B-8C57-4BD0-B035-CCDBF97F2C6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5840E06-3F32-459B-82CC-B52AEDC2EA4D}">
      <dgm:prSet custT="1"/>
      <dgm:spPr/>
      <dgm:t>
        <a:bodyPr/>
        <a:lstStyle/>
        <a:p>
          <a:pPr algn="just" rtl="0"/>
          <a:r>
            <a:rPr lang="en-US" sz="2400" b="1" dirty="0" smtClean="0">
              <a:latin typeface="Times New Roman" pitchFamily="18" charset="0"/>
              <a:cs typeface="Times New Roman" pitchFamily="18" charset="0"/>
            </a:rPr>
            <a:t>4.2. Types  of Church Legislations</a:t>
          </a:r>
          <a:endParaRPr lang="en-US" sz="2400" dirty="0">
            <a:latin typeface="Times New Roman" pitchFamily="18" charset="0"/>
            <a:cs typeface="Times New Roman" pitchFamily="18" charset="0"/>
          </a:endParaRPr>
        </a:p>
      </dgm:t>
    </dgm:pt>
    <dgm:pt modelId="{7F99A0DC-A2B1-413C-81E9-31D949EDEC11}" type="parTrans" cxnId="{A5644283-7043-4CAA-933A-734BC0ED0EC8}">
      <dgm:prSet/>
      <dgm:spPr/>
      <dgm:t>
        <a:bodyPr/>
        <a:lstStyle/>
        <a:p>
          <a:endParaRPr lang="en-US"/>
        </a:p>
      </dgm:t>
    </dgm:pt>
    <dgm:pt modelId="{2E966199-5AEA-45A4-8136-9F5A37784F1C}" type="sibTrans" cxnId="{A5644283-7043-4CAA-933A-734BC0ED0EC8}">
      <dgm:prSet/>
      <dgm:spPr/>
      <dgm:t>
        <a:bodyPr/>
        <a:lstStyle/>
        <a:p>
          <a:endParaRPr lang="en-US"/>
        </a:p>
      </dgm:t>
    </dgm:pt>
    <dgm:pt modelId="{9ABE72F6-250B-422D-BAA2-B01C743C545D}">
      <dgm:prSet/>
      <dgm:spPr/>
      <dgm:t>
        <a:bodyPr/>
        <a:lstStyle/>
        <a:p>
          <a:pPr rtl="0"/>
          <a:r>
            <a:rPr lang="en-US" b="1" dirty="0" smtClean="0">
              <a:latin typeface="Times New Roman" pitchFamily="18" charset="0"/>
              <a:cs typeface="Times New Roman" pitchFamily="18" charset="0"/>
            </a:rPr>
            <a:t>A. General Church Legislations</a:t>
          </a:r>
          <a:endParaRPr lang="en-US" dirty="0">
            <a:latin typeface="Times New Roman" pitchFamily="18" charset="0"/>
            <a:cs typeface="Times New Roman" pitchFamily="18" charset="0"/>
          </a:endParaRPr>
        </a:p>
      </dgm:t>
    </dgm:pt>
    <dgm:pt modelId="{DAE8B219-668E-4F98-B92F-9D2BEEDDE876}" type="parTrans" cxnId="{3E5B75A0-787D-48D5-9BA9-E6033CBA2219}">
      <dgm:prSet/>
      <dgm:spPr/>
      <dgm:t>
        <a:bodyPr/>
        <a:lstStyle/>
        <a:p>
          <a:endParaRPr lang="en-US"/>
        </a:p>
      </dgm:t>
    </dgm:pt>
    <dgm:pt modelId="{FFBE8AEC-0321-4C01-9828-10B0328A231C}" type="sibTrans" cxnId="{3E5B75A0-787D-48D5-9BA9-E6033CBA2219}">
      <dgm:prSet/>
      <dgm:spPr/>
      <dgm:t>
        <a:bodyPr/>
        <a:lstStyle/>
        <a:p>
          <a:endParaRPr lang="en-US"/>
        </a:p>
      </dgm:t>
    </dgm:pt>
    <dgm:pt modelId="{7D308150-030A-4751-AF24-B01845A1CFD3}">
      <dgm:prSet/>
      <dgm:spPr/>
      <dgm:t>
        <a:bodyPr/>
        <a:lstStyle/>
        <a:p>
          <a:pPr algn="just" rtl="0"/>
          <a:r>
            <a:rPr lang="en-GB" dirty="0" smtClean="0">
              <a:latin typeface="Times New Roman" pitchFamily="18" charset="0"/>
              <a:cs typeface="Times New Roman" pitchFamily="18" charset="0"/>
            </a:rPr>
            <a:t>It is understood that the laws given by the superior church legislation power are compulsory</a:t>
          </a:r>
          <a:endParaRPr lang="en-US" dirty="0">
            <a:latin typeface="Times New Roman" pitchFamily="18" charset="0"/>
            <a:cs typeface="Times New Roman" pitchFamily="18" charset="0"/>
          </a:endParaRPr>
        </a:p>
      </dgm:t>
    </dgm:pt>
    <dgm:pt modelId="{84309811-25C5-4C83-B545-B37782996938}" type="parTrans" cxnId="{BB490949-B0C8-499D-82B3-605B21A2237C}">
      <dgm:prSet/>
      <dgm:spPr/>
      <dgm:t>
        <a:bodyPr/>
        <a:lstStyle/>
        <a:p>
          <a:endParaRPr lang="en-US"/>
        </a:p>
      </dgm:t>
    </dgm:pt>
    <dgm:pt modelId="{002601C9-4980-4EF8-B1B3-D6F2A6363117}" type="sibTrans" cxnId="{BB490949-B0C8-499D-82B3-605B21A2237C}">
      <dgm:prSet/>
      <dgm:spPr/>
      <dgm:t>
        <a:bodyPr/>
        <a:lstStyle/>
        <a:p>
          <a:endParaRPr lang="en-US"/>
        </a:p>
      </dgm:t>
    </dgm:pt>
    <dgm:pt modelId="{4B77ABCE-BD61-4D3B-A0F9-E4622F98E078}">
      <dgm:prSet/>
      <dgm:spPr/>
      <dgm:t>
        <a:bodyPr/>
        <a:lstStyle/>
        <a:p>
          <a:pPr algn="just" rtl="0"/>
          <a:r>
            <a:rPr lang="en-GB" dirty="0" smtClean="0">
              <a:latin typeface="Times New Roman" pitchFamily="18" charset="0"/>
              <a:cs typeface="Times New Roman" pitchFamily="18" charset="0"/>
            </a:rPr>
            <a:t>It should be unconditional accepted by any church member. </a:t>
          </a:r>
          <a:endParaRPr lang="en-US" dirty="0">
            <a:latin typeface="Times New Roman" pitchFamily="18" charset="0"/>
            <a:cs typeface="Times New Roman" pitchFamily="18" charset="0"/>
          </a:endParaRPr>
        </a:p>
      </dgm:t>
    </dgm:pt>
    <dgm:pt modelId="{9AC11B0B-28C4-4B92-8E31-5E3DE16957A2}" type="parTrans" cxnId="{4AD5247B-291D-4CB1-A87A-324A62E28F38}">
      <dgm:prSet/>
      <dgm:spPr/>
      <dgm:t>
        <a:bodyPr/>
        <a:lstStyle/>
        <a:p>
          <a:endParaRPr lang="en-US"/>
        </a:p>
      </dgm:t>
    </dgm:pt>
    <dgm:pt modelId="{2B683460-9B7C-4E04-A9D0-874C172C3589}" type="sibTrans" cxnId="{4AD5247B-291D-4CB1-A87A-324A62E28F38}">
      <dgm:prSet/>
      <dgm:spPr/>
      <dgm:t>
        <a:bodyPr/>
        <a:lstStyle/>
        <a:p>
          <a:endParaRPr lang="en-US"/>
        </a:p>
      </dgm:t>
    </dgm:pt>
    <dgm:pt modelId="{B0C32CE4-9341-4538-B708-3B4AF022B6D0}">
      <dgm:prSet/>
      <dgm:spPr/>
      <dgm:t>
        <a:bodyPr/>
        <a:lstStyle/>
        <a:p>
          <a:pPr algn="just" rtl="0"/>
          <a:r>
            <a:rPr lang="en-GB" dirty="0" smtClean="0">
              <a:latin typeface="Times New Roman" pitchFamily="18" charset="0"/>
              <a:cs typeface="Times New Roman" pitchFamily="18" charset="0"/>
            </a:rPr>
            <a:t>The fundamental rules which refer to the teaching of faith, sacraments and internal church administration were elaborated to know the bases put by Jesus Christ that are first made by the apostles and later by the ecumenical synods. </a:t>
          </a:r>
          <a:endParaRPr lang="en-US" dirty="0">
            <a:latin typeface="Times New Roman" pitchFamily="18" charset="0"/>
            <a:cs typeface="Times New Roman" pitchFamily="18" charset="0"/>
          </a:endParaRPr>
        </a:p>
      </dgm:t>
    </dgm:pt>
    <dgm:pt modelId="{358A5EE7-6239-4895-984A-D058E7753D54}" type="parTrans" cxnId="{8B72177D-F95D-4FA1-B1FC-9979CD04BA28}">
      <dgm:prSet/>
      <dgm:spPr/>
      <dgm:t>
        <a:bodyPr/>
        <a:lstStyle/>
        <a:p>
          <a:endParaRPr lang="en-US"/>
        </a:p>
      </dgm:t>
    </dgm:pt>
    <dgm:pt modelId="{8B8CC9DA-3FF1-4707-A78B-36E166D80955}" type="sibTrans" cxnId="{8B72177D-F95D-4FA1-B1FC-9979CD04BA28}">
      <dgm:prSet/>
      <dgm:spPr/>
      <dgm:t>
        <a:bodyPr/>
        <a:lstStyle/>
        <a:p>
          <a:endParaRPr lang="en-US"/>
        </a:p>
      </dgm:t>
    </dgm:pt>
    <dgm:pt modelId="{6007CB5F-7E05-47BB-A39A-1697FDE827D3}">
      <dgm:prSet/>
      <dgm:spPr/>
      <dgm:t>
        <a:bodyPr/>
        <a:lstStyle/>
        <a:p>
          <a:pPr algn="just" rtl="0"/>
          <a:r>
            <a:rPr lang="en-GB" dirty="0" smtClean="0">
              <a:latin typeface="Times New Roman" pitchFamily="18" charset="0"/>
              <a:cs typeface="Times New Roman" pitchFamily="18" charset="0"/>
            </a:rPr>
            <a:t>The general church legislation is developed in the ecumenical synod through the discussion of the heads of the autocephaly churches.</a:t>
          </a:r>
          <a:endParaRPr lang="en-US" dirty="0">
            <a:latin typeface="Times New Roman" pitchFamily="18" charset="0"/>
            <a:cs typeface="Times New Roman" pitchFamily="18" charset="0"/>
          </a:endParaRPr>
        </a:p>
      </dgm:t>
    </dgm:pt>
    <dgm:pt modelId="{798A5275-142D-43B3-BFFF-6088500F453E}" type="parTrans" cxnId="{479FDFC2-1B60-4ED4-9836-3CFC0CBE5EBE}">
      <dgm:prSet/>
      <dgm:spPr/>
      <dgm:t>
        <a:bodyPr/>
        <a:lstStyle/>
        <a:p>
          <a:endParaRPr lang="en-US"/>
        </a:p>
      </dgm:t>
    </dgm:pt>
    <dgm:pt modelId="{6937336F-FE5F-4B13-9A48-7C7B58BE3D43}" type="sibTrans" cxnId="{479FDFC2-1B60-4ED4-9836-3CFC0CBE5EBE}">
      <dgm:prSet/>
      <dgm:spPr/>
      <dgm:t>
        <a:bodyPr/>
        <a:lstStyle/>
        <a:p>
          <a:endParaRPr lang="en-US"/>
        </a:p>
      </dgm:t>
    </dgm:pt>
    <dgm:pt modelId="{7D5882AF-173D-48B0-90D3-D0E9932E9153}">
      <dgm:prSet/>
      <dgm:spPr/>
      <dgm:t>
        <a:bodyPr/>
        <a:lstStyle/>
        <a:p>
          <a:pPr rtl="0"/>
          <a:r>
            <a:rPr lang="en-US" b="1" dirty="0" smtClean="0">
              <a:latin typeface="Times New Roman" pitchFamily="18" charset="0"/>
              <a:cs typeface="Times New Roman" pitchFamily="18" charset="0"/>
            </a:rPr>
            <a:t>B. Special Church Legislations</a:t>
          </a:r>
          <a:endParaRPr lang="en-US" dirty="0">
            <a:latin typeface="Times New Roman" pitchFamily="18" charset="0"/>
            <a:cs typeface="Times New Roman" pitchFamily="18" charset="0"/>
          </a:endParaRPr>
        </a:p>
      </dgm:t>
    </dgm:pt>
    <dgm:pt modelId="{EF2AD964-227A-4FFF-B66A-660776279AB6}" type="parTrans" cxnId="{9ABC6BAA-F720-4F20-B341-8ABF098AA1E1}">
      <dgm:prSet/>
      <dgm:spPr/>
      <dgm:t>
        <a:bodyPr/>
        <a:lstStyle/>
        <a:p>
          <a:endParaRPr lang="en-US"/>
        </a:p>
      </dgm:t>
    </dgm:pt>
    <dgm:pt modelId="{68BCDFC9-D907-492D-A825-F6A5457D397D}" type="sibTrans" cxnId="{9ABC6BAA-F720-4F20-B341-8ABF098AA1E1}">
      <dgm:prSet/>
      <dgm:spPr/>
      <dgm:t>
        <a:bodyPr/>
        <a:lstStyle/>
        <a:p>
          <a:endParaRPr lang="en-US"/>
        </a:p>
      </dgm:t>
    </dgm:pt>
    <dgm:pt modelId="{21CED189-AAA1-4B03-ADA9-A23CEC271D4B}">
      <dgm:prSet/>
      <dgm:spPr/>
      <dgm:t>
        <a:bodyPr/>
        <a:lstStyle/>
        <a:p>
          <a:pPr algn="just" rtl="0"/>
          <a:r>
            <a:rPr lang="en-GB" dirty="0" smtClean="0">
              <a:latin typeface="Times New Roman" pitchFamily="18" charset="0"/>
              <a:cs typeface="Times New Roman" pitchFamily="18" charset="0"/>
            </a:rPr>
            <a:t>Besides the general church legislation, the canons permit any particular church to be organized. </a:t>
          </a:r>
          <a:endParaRPr lang="en-US" dirty="0">
            <a:latin typeface="Times New Roman" pitchFamily="18" charset="0"/>
            <a:cs typeface="Times New Roman" pitchFamily="18" charset="0"/>
          </a:endParaRPr>
        </a:p>
      </dgm:t>
    </dgm:pt>
    <dgm:pt modelId="{3751C0B7-0BA9-4D79-A30C-3EB17150C53F}" type="parTrans" cxnId="{04E201E8-380E-4597-B86F-A9AE1BB35FB7}">
      <dgm:prSet/>
      <dgm:spPr/>
      <dgm:t>
        <a:bodyPr/>
        <a:lstStyle/>
        <a:p>
          <a:endParaRPr lang="en-US"/>
        </a:p>
      </dgm:t>
    </dgm:pt>
    <dgm:pt modelId="{68270910-1AE4-40C2-8F97-D51A67D12A23}" type="sibTrans" cxnId="{04E201E8-380E-4597-B86F-A9AE1BB35FB7}">
      <dgm:prSet/>
      <dgm:spPr/>
      <dgm:t>
        <a:bodyPr/>
        <a:lstStyle/>
        <a:p>
          <a:endParaRPr lang="en-US"/>
        </a:p>
      </dgm:t>
    </dgm:pt>
    <dgm:pt modelId="{3CA46EEF-4708-47F3-AACB-FE915CF6DA71}">
      <dgm:prSet/>
      <dgm:spPr/>
      <dgm:t>
        <a:bodyPr/>
        <a:lstStyle/>
        <a:p>
          <a:pPr algn="just" rtl="0"/>
          <a:r>
            <a:rPr lang="en-GB" dirty="0" smtClean="0">
              <a:latin typeface="Times New Roman" pitchFamily="18" charset="0"/>
              <a:cs typeface="Times New Roman" pitchFamily="18" charset="0"/>
            </a:rPr>
            <a:t>The second ecumenical synod, in its second canon had fixed jurisdiction on some significant episcopal throne and decided that every church looking after the respective synod.</a:t>
          </a:r>
          <a:endParaRPr lang="en-US" dirty="0">
            <a:latin typeface="Times New Roman" pitchFamily="18" charset="0"/>
            <a:cs typeface="Times New Roman" pitchFamily="18" charset="0"/>
          </a:endParaRPr>
        </a:p>
      </dgm:t>
    </dgm:pt>
    <dgm:pt modelId="{821930EA-BD72-49D1-A2E4-D33A6A9A0E64}" type="parTrans" cxnId="{3964DE92-8573-4DE3-9ADA-1CC319446148}">
      <dgm:prSet/>
      <dgm:spPr/>
      <dgm:t>
        <a:bodyPr/>
        <a:lstStyle/>
        <a:p>
          <a:endParaRPr lang="en-US"/>
        </a:p>
      </dgm:t>
    </dgm:pt>
    <dgm:pt modelId="{C6766254-496D-48A6-90E6-E9EF94278DF6}" type="sibTrans" cxnId="{3964DE92-8573-4DE3-9ADA-1CC319446148}">
      <dgm:prSet/>
      <dgm:spPr/>
      <dgm:t>
        <a:bodyPr/>
        <a:lstStyle/>
        <a:p>
          <a:endParaRPr lang="en-US"/>
        </a:p>
      </dgm:t>
    </dgm:pt>
    <dgm:pt modelId="{4F0AFFDA-DB4B-41D6-8065-6E69E7EECEF0}">
      <dgm:prSet/>
      <dgm:spPr/>
      <dgm:t>
        <a:bodyPr/>
        <a:lstStyle/>
        <a:p>
          <a:pPr algn="just" rtl="0"/>
          <a:r>
            <a:rPr lang="en-GB" smtClean="0">
              <a:latin typeface="Times New Roman" pitchFamily="18" charset="0"/>
              <a:cs typeface="Times New Roman" pitchFamily="18" charset="0"/>
            </a:rPr>
            <a:t>All the canons give the right of legislation to the bishop in the assigned diocese. </a:t>
          </a:r>
          <a:endParaRPr lang="en-US">
            <a:latin typeface="Times New Roman" pitchFamily="18" charset="0"/>
            <a:cs typeface="Times New Roman" pitchFamily="18" charset="0"/>
          </a:endParaRPr>
        </a:p>
      </dgm:t>
    </dgm:pt>
    <dgm:pt modelId="{04034AC0-C82F-49F0-81F8-8CCA84C046E3}" type="parTrans" cxnId="{1135A717-0DEA-4EC0-A5DB-AC65C226FB59}">
      <dgm:prSet/>
      <dgm:spPr/>
      <dgm:t>
        <a:bodyPr/>
        <a:lstStyle/>
        <a:p>
          <a:endParaRPr lang="en-US"/>
        </a:p>
      </dgm:t>
    </dgm:pt>
    <dgm:pt modelId="{DC07A1F4-E551-4FBF-A9D3-4E212885CDA9}" type="sibTrans" cxnId="{1135A717-0DEA-4EC0-A5DB-AC65C226FB59}">
      <dgm:prSet/>
      <dgm:spPr/>
      <dgm:t>
        <a:bodyPr/>
        <a:lstStyle/>
        <a:p>
          <a:endParaRPr lang="en-US"/>
        </a:p>
      </dgm:t>
    </dgm:pt>
    <dgm:pt modelId="{BEDF8F9A-A62C-4EC4-B4F0-0244997CBEA8}">
      <dgm:prSet/>
      <dgm:spPr/>
      <dgm:t>
        <a:bodyPr/>
        <a:lstStyle/>
        <a:p>
          <a:pPr algn="just" rtl="0"/>
          <a:r>
            <a:rPr lang="en-GB" dirty="0" smtClean="0">
              <a:latin typeface="Times New Roman" pitchFamily="18" charset="0"/>
              <a:cs typeface="Times New Roman" pitchFamily="18" charset="0"/>
            </a:rPr>
            <a:t>The deviation with his own power of one bishop or any particular church, from these fundamental canons are received by all churches, to be a schismatic society, but if the bishop to be blamed must be deposed.</a:t>
          </a:r>
          <a:endParaRPr lang="en-US" dirty="0">
            <a:latin typeface="Times New Roman" pitchFamily="18" charset="0"/>
            <a:cs typeface="Times New Roman" pitchFamily="18" charset="0"/>
          </a:endParaRPr>
        </a:p>
      </dgm:t>
    </dgm:pt>
    <dgm:pt modelId="{D2723741-2E10-41B1-AEA6-E9DB4DCDBE93}" type="parTrans" cxnId="{4DF3F391-5DBA-4DD1-8A11-9F348A30751E}">
      <dgm:prSet/>
      <dgm:spPr/>
      <dgm:t>
        <a:bodyPr/>
        <a:lstStyle/>
        <a:p>
          <a:endParaRPr lang="en-US"/>
        </a:p>
      </dgm:t>
    </dgm:pt>
    <dgm:pt modelId="{4AA144A5-0BED-4502-B504-03DEF890101F}" type="sibTrans" cxnId="{4DF3F391-5DBA-4DD1-8A11-9F348A30751E}">
      <dgm:prSet/>
      <dgm:spPr/>
      <dgm:t>
        <a:bodyPr/>
        <a:lstStyle/>
        <a:p>
          <a:endParaRPr lang="en-US"/>
        </a:p>
      </dgm:t>
    </dgm:pt>
    <dgm:pt modelId="{811F17A1-8331-41F9-836B-1D56B629D186}" type="pres">
      <dgm:prSet presAssocID="{4FB28A7B-8C57-4BD0-B035-CCDBF97F2C62}" presName="linear" presStyleCnt="0">
        <dgm:presLayoutVars>
          <dgm:animLvl val="lvl"/>
          <dgm:resizeHandles val="exact"/>
        </dgm:presLayoutVars>
      </dgm:prSet>
      <dgm:spPr/>
      <dgm:t>
        <a:bodyPr/>
        <a:lstStyle/>
        <a:p>
          <a:endParaRPr lang="en-US"/>
        </a:p>
      </dgm:t>
    </dgm:pt>
    <dgm:pt modelId="{9BC3909D-1BE7-4738-80A7-FCB71A2AD27C}" type="pres">
      <dgm:prSet presAssocID="{05840E06-3F32-459B-82CC-B52AEDC2EA4D}" presName="parentText" presStyleLbl="node1" presStyleIdx="0" presStyleCnt="3" custLinFactY="-13371" custLinFactNeighborY="-100000">
        <dgm:presLayoutVars>
          <dgm:chMax val="0"/>
          <dgm:bulletEnabled val="1"/>
        </dgm:presLayoutVars>
      </dgm:prSet>
      <dgm:spPr/>
      <dgm:t>
        <a:bodyPr/>
        <a:lstStyle/>
        <a:p>
          <a:endParaRPr lang="en-US"/>
        </a:p>
      </dgm:t>
    </dgm:pt>
    <dgm:pt modelId="{0CB215F3-616B-47D7-9634-2E3312F1CFAA}" type="pres">
      <dgm:prSet presAssocID="{2E966199-5AEA-45A4-8136-9F5A37784F1C}" presName="spacer" presStyleCnt="0"/>
      <dgm:spPr/>
    </dgm:pt>
    <dgm:pt modelId="{E7E01C73-24CC-41ED-86F6-65B9A763BD02}" type="pres">
      <dgm:prSet presAssocID="{9ABE72F6-250B-422D-BAA2-B01C743C545D}" presName="parentText" presStyleLbl="node1" presStyleIdx="1" presStyleCnt="3" custLinFactNeighborY="-3334">
        <dgm:presLayoutVars>
          <dgm:chMax val="0"/>
          <dgm:bulletEnabled val="1"/>
        </dgm:presLayoutVars>
      </dgm:prSet>
      <dgm:spPr/>
      <dgm:t>
        <a:bodyPr/>
        <a:lstStyle/>
        <a:p>
          <a:endParaRPr lang="en-US"/>
        </a:p>
      </dgm:t>
    </dgm:pt>
    <dgm:pt modelId="{E89FE973-26C8-43C2-BC62-7CF7730B999E}" type="pres">
      <dgm:prSet presAssocID="{9ABE72F6-250B-422D-BAA2-B01C743C545D}" presName="childText" presStyleLbl="revTx" presStyleIdx="0" presStyleCnt="2">
        <dgm:presLayoutVars>
          <dgm:bulletEnabled val="1"/>
        </dgm:presLayoutVars>
      </dgm:prSet>
      <dgm:spPr/>
      <dgm:t>
        <a:bodyPr/>
        <a:lstStyle/>
        <a:p>
          <a:endParaRPr lang="en-US"/>
        </a:p>
      </dgm:t>
    </dgm:pt>
    <dgm:pt modelId="{08DD6E90-DA1B-4A4C-9690-2AFC6813E091}" type="pres">
      <dgm:prSet presAssocID="{7D5882AF-173D-48B0-90D3-D0E9932E9153}" presName="parentText" presStyleLbl="node1" presStyleIdx="2" presStyleCnt="3">
        <dgm:presLayoutVars>
          <dgm:chMax val="0"/>
          <dgm:bulletEnabled val="1"/>
        </dgm:presLayoutVars>
      </dgm:prSet>
      <dgm:spPr/>
      <dgm:t>
        <a:bodyPr/>
        <a:lstStyle/>
        <a:p>
          <a:endParaRPr lang="en-US"/>
        </a:p>
      </dgm:t>
    </dgm:pt>
    <dgm:pt modelId="{140B4332-1B96-4B8F-AF3B-459CAA81F9CF}" type="pres">
      <dgm:prSet presAssocID="{7D5882AF-173D-48B0-90D3-D0E9932E9153}" presName="childText" presStyleLbl="revTx" presStyleIdx="1" presStyleCnt="2">
        <dgm:presLayoutVars>
          <dgm:bulletEnabled val="1"/>
        </dgm:presLayoutVars>
      </dgm:prSet>
      <dgm:spPr/>
      <dgm:t>
        <a:bodyPr/>
        <a:lstStyle/>
        <a:p>
          <a:endParaRPr lang="en-US"/>
        </a:p>
      </dgm:t>
    </dgm:pt>
  </dgm:ptLst>
  <dgm:cxnLst>
    <dgm:cxn modelId="{2E453BA7-0041-44D7-93C0-4C906B10C620}" type="presOf" srcId="{BEDF8F9A-A62C-4EC4-B4F0-0244997CBEA8}" destId="{140B4332-1B96-4B8F-AF3B-459CAA81F9CF}" srcOrd="0" destOrd="3" presId="urn:microsoft.com/office/officeart/2005/8/layout/vList2"/>
    <dgm:cxn modelId="{E0168982-C476-41F6-AA05-59A2DD667B11}" type="presOf" srcId="{9ABE72F6-250B-422D-BAA2-B01C743C545D}" destId="{E7E01C73-24CC-41ED-86F6-65B9A763BD02}" srcOrd="0" destOrd="0" presId="urn:microsoft.com/office/officeart/2005/8/layout/vList2"/>
    <dgm:cxn modelId="{59DC0ECE-8AFF-4C16-BB87-05A9AACBF832}" type="presOf" srcId="{21CED189-AAA1-4B03-ADA9-A23CEC271D4B}" destId="{140B4332-1B96-4B8F-AF3B-459CAA81F9CF}" srcOrd="0" destOrd="0" presId="urn:microsoft.com/office/officeart/2005/8/layout/vList2"/>
    <dgm:cxn modelId="{3E5B75A0-787D-48D5-9BA9-E6033CBA2219}" srcId="{4FB28A7B-8C57-4BD0-B035-CCDBF97F2C62}" destId="{9ABE72F6-250B-422D-BAA2-B01C743C545D}" srcOrd="1" destOrd="0" parTransId="{DAE8B219-668E-4F98-B92F-9D2BEEDDE876}" sibTransId="{FFBE8AEC-0321-4C01-9828-10B0328A231C}"/>
    <dgm:cxn modelId="{4AD5247B-291D-4CB1-A87A-324A62E28F38}" srcId="{9ABE72F6-250B-422D-BAA2-B01C743C545D}" destId="{4B77ABCE-BD61-4D3B-A0F9-E4622F98E078}" srcOrd="1" destOrd="0" parTransId="{9AC11B0B-28C4-4B92-8E31-5E3DE16957A2}" sibTransId="{2B683460-9B7C-4E04-A9D0-874C172C3589}"/>
    <dgm:cxn modelId="{FD821BC2-2D8B-4611-9563-DA12C15F89BE}" type="presOf" srcId="{6007CB5F-7E05-47BB-A39A-1697FDE827D3}" destId="{E89FE973-26C8-43C2-BC62-7CF7730B999E}" srcOrd="0" destOrd="3" presId="urn:microsoft.com/office/officeart/2005/8/layout/vList2"/>
    <dgm:cxn modelId="{BB490949-B0C8-499D-82B3-605B21A2237C}" srcId="{9ABE72F6-250B-422D-BAA2-B01C743C545D}" destId="{7D308150-030A-4751-AF24-B01845A1CFD3}" srcOrd="0" destOrd="0" parTransId="{84309811-25C5-4C83-B545-B37782996938}" sibTransId="{002601C9-4980-4EF8-B1B3-D6F2A6363117}"/>
    <dgm:cxn modelId="{4DF3F391-5DBA-4DD1-8A11-9F348A30751E}" srcId="{7D5882AF-173D-48B0-90D3-D0E9932E9153}" destId="{BEDF8F9A-A62C-4EC4-B4F0-0244997CBEA8}" srcOrd="3" destOrd="0" parTransId="{D2723741-2E10-41B1-AEA6-E9DB4DCDBE93}" sibTransId="{4AA144A5-0BED-4502-B504-03DEF890101F}"/>
    <dgm:cxn modelId="{347FB61D-78B4-4A17-972D-AA8E5FA82A0A}" type="presOf" srcId="{4FB28A7B-8C57-4BD0-B035-CCDBF97F2C62}" destId="{811F17A1-8331-41F9-836B-1D56B629D186}" srcOrd="0" destOrd="0" presId="urn:microsoft.com/office/officeart/2005/8/layout/vList2"/>
    <dgm:cxn modelId="{7144165E-56F5-438B-8CC2-68CAE3DF02D6}" type="presOf" srcId="{4F0AFFDA-DB4B-41D6-8065-6E69E7EECEF0}" destId="{140B4332-1B96-4B8F-AF3B-459CAA81F9CF}" srcOrd="0" destOrd="2" presId="urn:microsoft.com/office/officeart/2005/8/layout/vList2"/>
    <dgm:cxn modelId="{1135A717-0DEA-4EC0-A5DB-AC65C226FB59}" srcId="{7D5882AF-173D-48B0-90D3-D0E9932E9153}" destId="{4F0AFFDA-DB4B-41D6-8065-6E69E7EECEF0}" srcOrd="2" destOrd="0" parTransId="{04034AC0-C82F-49F0-81F8-8CCA84C046E3}" sibTransId="{DC07A1F4-E551-4FBF-A9D3-4E212885CDA9}"/>
    <dgm:cxn modelId="{A5644283-7043-4CAA-933A-734BC0ED0EC8}" srcId="{4FB28A7B-8C57-4BD0-B035-CCDBF97F2C62}" destId="{05840E06-3F32-459B-82CC-B52AEDC2EA4D}" srcOrd="0" destOrd="0" parTransId="{7F99A0DC-A2B1-413C-81E9-31D949EDEC11}" sibTransId="{2E966199-5AEA-45A4-8136-9F5A37784F1C}"/>
    <dgm:cxn modelId="{8B72177D-F95D-4FA1-B1FC-9979CD04BA28}" srcId="{9ABE72F6-250B-422D-BAA2-B01C743C545D}" destId="{B0C32CE4-9341-4538-B708-3B4AF022B6D0}" srcOrd="2" destOrd="0" parTransId="{358A5EE7-6239-4895-984A-D058E7753D54}" sibTransId="{8B8CC9DA-3FF1-4707-A78B-36E166D80955}"/>
    <dgm:cxn modelId="{04E201E8-380E-4597-B86F-A9AE1BB35FB7}" srcId="{7D5882AF-173D-48B0-90D3-D0E9932E9153}" destId="{21CED189-AAA1-4B03-ADA9-A23CEC271D4B}" srcOrd="0" destOrd="0" parTransId="{3751C0B7-0BA9-4D79-A30C-3EB17150C53F}" sibTransId="{68270910-1AE4-40C2-8F97-D51A67D12A23}"/>
    <dgm:cxn modelId="{00AFF017-ABE1-43BB-B64A-2E3EF3506C59}" type="presOf" srcId="{7D308150-030A-4751-AF24-B01845A1CFD3}" destId="{E89FE973-26C8-43C2-BC62-7CF7730B999E}" srcOrd="0" destOrd="0" presId="urn:microsoft.com/office/officeart/2005/8/layout/vList2"/>
    <dgm:cxn modelId="{95907A48-C52A-47A6-AB26-ADE88747B0BB}" type="presOf" srcId="{B0C32CE4-9341-4538-B708-3B4AF022B6D0}" destId="{E89FE973-26C8-43C2-BC62-7CF7730B999E}" srcOrd="0" destOrd="2" presId="urn:microsoft.com/office/officeart/2005/8/layout/vList2"/>
    <dgm:cxn modelId="{479FDFC2-1B60-4ED4-9836-3CFC0CBE5EBE}" srcId="{9ABE72F6-250B-422D-BAA2-B01C743C545D}" destId="{6007CB5F-7E05-47BB-A39A-1697FDE827D3}" srcOrd="3" destOrd="0" parTransId="{798A5275-142D-43B3-BFFF-6088500F453E}" sibTransId="{6937336F-FE5F-4B13-9A48-7C7B58BE3D43}"/>
    <dgm:cxn modelId="{41AA743E-BFC0-4E3E-BD97-00CB6E0D98E5}" type="presOf" srcId="{05840E06-3F32-459B-82CC-B52AEDC2EA4D}" destId="{9BC3909D-1BE7-4738-80A7-FCB71A2AD27C}" srcOrd="0" destOrd="0" presId="urn:microsoft.com/office/officeart/2005/8/layout/vList2"/>
    <dgm:cxn modelId="{3964DE92-8573-4DE3-9ADA-1CC319446148}" srcId="{7D5882AF-173D-48B0-90D3-D0E9932E9153}" destId="{3CA46EEF-4708-47F3-AACB-FE915CF6DA71}" srcOrd="1" destOrd="0" parTransId="{821930EA-BD72-49D1-A2E4-D33A6A9A0E64}" sibTransId="{C6766254-496D-48A6-90E6-E9EF94278DF6}"/>
    <dgm:cxn modelId="{9718E25E-8586-4309-9EFB-B32F8948F4A0}" type="presOf" srcId="{7D5882AF-173D-48B0-90D3-D0E9932E9153}" destId="{08DD6E90-DA1B-4A4C-9690-2AFC6813E091}" srcOrd="0" destOrd="0" presId="urn:microsoft.com/office/officeart/2005/8/layout/vList2"/>
    <dgm:cxn modelId="{9ABC6BAA-F720-4F20-B341-8ABF098AA1E1}" srcId="{4FB28A7B-8C57-4BD0-B035-CCDBF97F2C62}" destId="{7D5882AF-173D-48B0-90D3-D0E9932E9153}" srcOrd="2" destOrd="0" parTransId="{EF2AD964-227A-4FFF-B66A-660776279AB6}" sibTransId="{68BCDFC9-D907-492D-A825-F6A5457D397D}"/>
    <dgm:cxn modelId="{309BD464-5DCF-4ECC-AB1C-3512A32D5F41}" type="presOf" srcId="{4B77ABCE-BD61-4D3B-A0F9-E4622F98E078}" destId="{E89FE973-26C8-43C2-BC62-7CF7730B999E}" srcOrd="0" destOrd="1" presId="urn:microsoft.com/office/officeart/2005/8/layout/vList2"/>
    <dgm:cxn modelId="{C2892B0D-6B08-4B3C-8EC7-B83FF4E0622E}" type="presOf" srcId="{3CA46EEF-4708-47F3-AACB-FE915CF6DA71}" destId="{140B4332-1B96-4B8F-AF3B-459CAA81F9CF}" srcOrd="0" destOrd="1" presId="urn:microsoft.com/office/officeart/2005/8/layout/vList2"/>
    <dgm:cxn modelId="{128F7DE0-7DA8-491A-BE05-3F905ADC190D}" type="presParOf" srcId="{811F17A1-8331-41F9-836B-1D56B629D186}" destId="{9BC3909D-1BE7-4738-80A7-FCB71A2AD27C}" srcOrd="0" destOrd="0" presId="urn:microsoft.com/office/officeart/2005/8/layout/vList2"/>
    <dgm:cxn modelId="{E8B3BC7B-B73C-4348-8B10-5BA4D9E75735}" type="presParOf" srcId="{811F17A1-8331-41F9-836B-1D56B629D186}" destId="{0CB215F3-616B-47D7-9634-2E3312F1CFAA}" srcOrd="1" destOrd="0" presId="urn:microsoft.com/office/officeart/2005/8/layout/vList2"/>
    <dgm:cxn modelId="{9EA358B6-278C-41FF-B366-9E078E7F4898}" type="presParOf" srcId="{811F17A1-8331-41F9-836B-1D56B629D186}" destId="{E7E01C73-24CC-41ED-86F6-65B9A763BD02}" srcOrd="2" destOrd="0" presId="urn:microsoft.com/office/officeart/2005/8/layout/vList2"/>
    <dgm:cxn modelId="{E9C4D0D9-07BD-4B74-9A68-03EF1366CFE9}" type="presParOf" srcId="{811F17A1-8331-41F9-836B-1D56B629D186}" destId="{E89FE973-26C8-43C2-BC62-7CF7730B999E}" srcOrd="3" destOrd="0" presId="urn:microsoft.com/office/officeart/2005/8/layout/vList2"/>
    <dgm:cxn modelId="{CD4031FF-924B-4C82-9933-4A176532B1B6}" type="presParOf" srcId="{811F17A1-8331-41F9-836B-1D56B629D186}" destId="{08DD6E90-DA1B-4A4C-9690-2AFC6813E091}" srcOrd="4" destOrd="0" presId="urn:microsoft.com/office/officeart/2005/8/layout/vList2"/>
    <dgm:cxn modelId="{C0977F00-6927-4F72-970E-5EF3E1C9A06B}" type="presParOf" srcId="{811F17A1-8331-41F9-836B-1D56B629D186}" destId="{140B4332-1B96-4B8F-AF3B-459CAA81F9CF}"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4BE6497C-0E5A-4C4A-8C12-849F7C7CC90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59E974B-A217-43EA-9900-E589449FDEF3}">
      <dgm:prSet/>
      <dgm:spPr/>
      <dgm:t>
        <a:bodyPr/>
        <a:lstStyle/>
        <a:p>
          <a:pPr rtl="0"/>
          <a:r>
            <a:rPr lang="en-GB" b="1" dirty="0" smtClean="0">
              <a:latin typeface="Times New Roman" pitchFamily="18" charset="0"/>
              <a:cs typeface="Times New Roman" pitchFamily="18" charset="0"/>
            </a:rPr>
            <a:t>4.3. The Specific Nature of Church Order</a:t>
          </a:r>
          <a:endParaRPr lang="en-US" dirty="0">
            <a:latin typeface="Times New Roman" pitchFamily="18" charset="0"/>
            <a:cs typeface="Times New Roman" pitchFamily="18" charset="0"/>
          </a:endParaRPr>
        </a:p>
      </dgm:t>
    </dgm:pt>
    <dgm:pt modelId="{3A700609-324F-45AC-AC6F-764A4B76568E}" type="parTrans" cxnId="{ACCDFC90-AD21-4AE3-A173-B3C01FB56B35}">
      <dgm:prSet/>
      <dgm:spPr/>
      <dgm:t>
        <a:bodyPr/>
        <a:lstStyle/>
        <a:p>
          <a:endParaRPr lang="en-US"/>
        </a:p>
      </dgm:t>
    </dgm:pt>
    <dgm:pt modelId="{A6963EE2-C05F-43B7-AD5C-49EB67329032}" type="sibTrans" cxnId="{ACCDFC90-AD21-4AE3-A173-B3C01FB56B35}">
      <dgm:prSet/>
      <dgm:spPr/>
      <dgm:t>
        <a:bodyPr/>
        <a:lstStyle/>
        <a:p>
          <a:endParaRPr lang="en-US"/>
        </a:p>
      </dgm:t>
    </dgm:pt>
    <dgm:pt modelId="{BF6F511B-76A8-4B8A-85B5-63975103669C}">
      <dgm:prSet/>
      <dgm:spPr/>
      <dgm:t>
        <a:bodyPr/>
        <a:lstStyle/>
        <a:p>
          <a:pPr algn="just" rtl="0"/>
          <a:r>
            <a:rPr lang="en-GB" dirty="0" smtClean="0">
              <a:latin typeface="Times New Roman" pitchFamily="18" charset="0"/>
              <a:cs typeface="Times New Roman" pitchFamily="18" charset="0"/>
            </a:rPr>
            <a:t>The determination to create a juridical order which safe guards the personal freedom of man should also be expressed in church order.</a:t>
          </a:r>
          <a:endParaRPr lang="en-US" dirty="0">
            <a:latin typeface="Times New Roman" pitchFamily="18" charset="0"/>
            <a:cs typeface="Times New Roman" pitchFamily="18" charset="0"/>
          </a:endParaRPr>
        </a:p>
      </dgm:t>
    </dgm:pt>
    <dgm:pt modelId="{7B290E62-1D9D-4F93-BB52-923FC1DCFD6F}" type="parTrans" cxnId="{4D761101-D62F-4719-A6BD-95C70EE1B2D6}">
      <dgm:prSet/>
      <dgm:spPr/>
      <dgm:t>
        <a:bodyPr/>
        <a:lstStyle/>
        <a:p>
          <a:endParaRPr lang="en-US"/>
        </a:p>
      </dgm:t>
    </dgm:pt>
    <dgm:pt modelId="{31CCA4D2-726B-48B8-A4F6-6F21F4573465}" type="sibTrans" cxnId="{4D761101-D62F-4719-A6BD-95C70EE1B2D6}">
      <dgm:prSet/>
      <dgm:spPr/>
      <dgm:t>
        <a:bodyPr/>
        <a:lstStyle/>
        <a:p>
          <a:endParaRPr lang="en-US"/>
        </a:p>
      </dgm:t>
    </dgm:pt>
    <dgm:pt modelId="{A4155B8E-EBAB-45C8-B010-FB7AD09A4D67}">
      <dgm:prSet/>
      <dgm:spPr/>
      <dgm:t>
        <a:bodyPr/>
        <a:lstStyle/>
        <a:p>
          <a:pPr algn="just" rtl="0"/>
          <a:r>
            <a:rPr lang="en-GB" dirty="0" smtClean="0">
              <a:latin typeface="Times New Roman" pitchFamily="18" charset="0"/>
              <a:cs typeface="Times New Roman" pitchFamily="18" charset="0"/>
            </a:rPr>
            <a:t>Church law ought to be a living theological expression of man’s right by its very nature.</a:t>
          </a:r>
          <a:endParaRPr lang="en-US" dirty="0">
            <a:latin typeface="Times New Roman" pitchFamily="18" charset="0"/>
            <a:cs typeface="Times New Roman" pitchFamily="18" charset="0"/>
          </a:endParaRPr>
        </a:p>
      </dgm:t>
    </dgm:pt>
    <dgm:pt modelId="{2B6428ED-2C3F-40D4-A644-342D7AB1BDD3}" type="parTrans" cxnId="{D6630383-496A-42E9-9EE9-80CB0D65D847}">
      <dgm:prSet/>
      <dgm:spPr/>
      <dgm:t>
        <a:bodyPr/>
        <a:lstStyle/>
        <a:p>
          <a:endParaRPr lang="en-US"/>
        </a:p>
      </dgm:t>
    </dgm:pt>
    <dgm:pt modelId="{F288BDA2-3355-47C0-9961-F0FD261E836A}" type="sibTrans" cxnId="{D6630383-496A-42E9-9EE9-80CB0D65D847}">
      <dgm:prSet/>
      <dgm:spPr/>
      <dgm:t>
        <a:bodyPr/>
        <a:lstStyle/>
        <a:p>
          <a:endParaRPr lang="en-US"/>
        </a:p>
      </dgm:t>
    </dgm:pt>
    <dgm:pt modelId="{FCF03016-5EE4-411E-97B6-5CB55FD4FF15}">
      <dgm:prSet/>
      <dgm:spPr/>
      <dgm:t>
        <a:bodyPr/>
        <a:lstStyle/>
        <a:p>
          <a:pPr algn="just" rtl="0"/>
          <a:r>
            <a:rPr lang="en-GB" dirty="0" smtClean="0">
              <a:latin typeface="Times New Roman" pitchFamily="18" charset="0"/>
              <a:cs typeface="Times New Roman" pitchFamily="18" charset="0"/>
            </a:rPr>
            <a:t>The key function of a church order as well as its aim is to protect and guarantee this proper responsibility in faith and its development.</a:t>
          </a:r>
          <a:endParaRPr lang="en-US" dirty="0">
            <a:latin typeface="Times New Roman" pitchFamily="18" charset="0"/>
            <a:cs typeface="Times New Roman" pitchFamily="18" charset="0"/>
          </a:endParaRPr>
        </a:p>
      </dgm:t>
    </dgm:pt>
    <dgm:pt modelId="{B311359E-405A-46C2-B3E1-31F57D783966}" type="parTrans" cxnId="{59C3117E-3209-4DB1-9A48-AB175D392082}">
      <dgm:prSet/>
      <dgm:spPr/>
      <dgm:t>
        <a:bodyPr/>
        <a:lstStyle/>
        <a:p>
          <a:endParaRPr lang="en-US"/>
        </a:p>
      </dgm:t>
    </dgm:pt>
    <dgm:pt modelId="{6AADC2CE-BCA4-48E5-9F90-E25EF87E71C1}" type="sibTrans" cxnId="{59C3117E-3209-4DB1-9A48-AB175D392082}">
      <dgm:prSet/>
      <dgm:spPr/>
      <dgm:t>
        <a:bodyPr/>
        <a:lstStyle/>
        <a:p>
          <a:endParaRPr lang="en-US"/>
        </a:p>
      </dgm:t>
    </dgm:pt>
    <dgm:pt modelId="{3A425447-9962-408E-B179-2CA90793712D}">
      <dgm:prSet/>
      <dgm:spPr/>
      <dgm:t>
        <a:bodyPr/>
        <a:lstStyle/>
        <a:p>
          <a:pPr algn="just" rtl="0"/>
          <a:r>
            <a:rPr lang="en-GB" dirty="0" smtClean="0">
              <a:latin typeface="Times New Roman" pitchFamily="18" charset="0"/>
              <a:cs typeface="Times New Roman" pitchFamily="18" charset="0"/>
            </a:rPr>
            <a:t>The quality of the ecclesiastical community as a sacramental community of faith is decisive for the nature and function of church law.</a:t>
          </a:r>
          <a:endParaRPr lang="en-US" dirty="0">
            <a:latin typeface="Times New Roman" pitchFamily="18" charset="0"/>
            <a:cs typeface="Times New Roman" pitchFamily="18" charset="0"/>
          </a:endParaRPr>
        </a:p>
      </dgm:t>
    </dgm:pt>
    <dgm:pt modelId="{9609DE89-714B-4813-B32D-5BE965000221}" type="parTrans" cxnId="{1BBC874F-5AA4-4F16-9A9F-0DF2A28EDAAD}">
      <dgm:prSet/>
      <dgm:spPr/>
      <dgm:t>
        <a:bodyPr/>
        <a:lstStyle/>
        <a:p>
          <a:endParaRPr lang="en-US"/>
        </a:p>
      </dgm:t>
    </dgm:pt>
    <dgm:pt modelId="{ACFDA96A-970E-4E38-919B-655BE5B856CD}" type="sibTrans" cxnId="{1BBC874F-5AA4-4F16-9A9F-0DF2A28EDAAD}">
      <dgm:prSet/>
      <dgm:spPr/>
      <dgm:t>
        <a:bodyPr/>
        <a:lstStyle/>
        <a:p>
          <a:endParaRPr lang="en-US"/>
        </a:p>
      </dgm:t>
    </dgm:pt>
    <dgm:pt modelId="{7CA9F8C6-D76D-40D8-B340-FC9824898152}" type="pres">
      <dgm:prSet presAssocID="{4BE6497C-0E5A-4C4A-8C12-849F7C7CC90D}" presName="linear" presStyleCnt="0">
        <dgm:presLayoutVars>
          <dgm:animLvl val="lvl"/>
          <dgm:resizeHandles val="exact"/>
        </dgm:presLayoutVars>
      </dgm:prSet>
      <dgm:spPr/>
      <dgm:t>
        <a:bodyPr/>
        <a:lstStyle/>
        <a:p>
          <a:endParaRPr lang="en-US"/>
        </a:p>
      </dgm:t>
    </dgm:pt>
    <dgm:pt modelId="{96AD598D-F304-44E2-B23A-A8388F42A323}" type="pres">
      <dgm:prSet presAssocID="{F59E974B-A217-43EA-9900-E589449FDEF3}" presName="parentText" presStyleLbl="node1" presStyleIdx="0" presStyleCnt="1" custLinFactNeighborY="-7736">
        <dgm:presLayoutVars>
          <dgm:chMax val="0"/>
          <dgm:bulletEnabled val="1"/>
        </dgm:presLayoutVars>
      </dgm:prSet>
      <dgm:spPr/>
      <dgm:t>
        <a:bodyPr/>
        <a:lstStyle/>
        <a:p>
          <a:endParaRPr lang="en-US"/>
        </a:p>
      </dgm:t>
    </dgm:pt>
    <dgm:pt modelId="{5031CB79-682A-42B0-8DBC-228215ED0B4D}" type="pres">
      <dgm:prSet presAssocID="{F59E974B-A217-43EA-9900-E589449FDEF3}" presName="childText" presStyleLbl="revTx" presStyleIdx="0" presStyleCnt="1" custScaleY="115472">
        <dgm:presLayoutVars>
          <dgm:bulletEnabled val="1"/>
        </dgm:presLayoutVars>
      </dgm:prSet>
      <dgm:spPr/>
      <dgm:t>
        <a:bodyPr/>
        <a:lstStyle/>
        <a:p>
          <a:endParaRPr lang="en-US"/>
        </a:p>
      </dgm:t>
    </dgm:pt>
  </dgm:ptLst>
  <dgm:cxnLst>
    <dgm:cxn modelId="{470AE604-25EE-49A0-8F8E-6BB255328185}" type="presOf" srcId="{BF6F511B-76A8-4B8A-85B5-63975103669C}" destId="{5031CB79-682A-42B0-8DBC-228215ED0B4D}" srcOrd="0" destOrd="0" presId="urn:microsoft.com/office/officeart/2005/8/layout/vList2"/>
    <dgm:cxn modelId="{CFC4625E-9AAB-40B7-B502-89002EBB1064}" type="presOf" srcId="{F59E974B-A217-43EA-9900-E589449FDEF3}" destId="{96AD598D-F304-44E2-B23A-A8388F42A323}" srcOrd="0" destOrd="0" presId="urn:microsoft.com/office/officeart/2005/8/layout/vList2"/>
    <dgm:cxn modelId="{1BBC874F-5AA4-4F16-9A9F-0DF2A28EDAAD}" srcId="{F59E974B-A217-43EA-9900-E589449FDEF3}" destId="{3A425447-9962-408E-B179-2CA90793712D}" srcOrd="3" destOrd="0" parTransId="{9609DE89-714B-4813-B32D-5BE965000221}" sibTransId="{ACFDA96A-970E-4E38-919B-655BE5B856CD}"/>
    <dgm:cxn modelId="{FA9A6EB1-1B92-4C12-8032-D0E84255435A}" type="presOf" srcId="{3A425447-9962-408E-B179-2CA90793712D}" destId="{5031CB79-682A-42B0-8DBC-228215ED0B4D}" srcOrd="0" destOrd="3" presId="urn:microsoft.com/office/officeart/2005/8/layout/vList2"/>
    <dgm:cxn modelId="{58FD62A6-6E7A-4005-9C04-7A6EFB22548F}" type="presOf" srcId="{A4155B8E-EBAB-45C8-B010-FB7AD09A4D67}" destId="{5031CB79-682A-42B0-8DBC-228215ED0B4D}" srcOrd="0" destOrd="1" presId="urn:microsoft.com/office/officeart/2005/8/layout/vList2"/>
    <dgm:cxn modelId="{FEE8B5FE-F416-4CE5-AEBC-5124B87D7972}" type="presOf" srcId="{4BE6497C-0E5A-4C4A-8C12-849F7C7CC90D}" destId="{7CA9F8C6-D76D-40D8-B340-FC9824898152}" srcOrd="0" destOrd="0" presId="urn:microsoft.com/office/officeart/2005/8/layout/vList2"/>
    <dgm:cxn modelId="{1F3FE9D4-1390-417D-99CC-3F84845E0536}" type="presOf" srcId="{FCF03016-5EE4-411E-97B6-5CB55FD4FF15}" destId="{5031CB79-682A-42B0-8DBC-228215ED0B4D}" srcOrd="0" destOrd="2" presId="urn:microsoft.com/office/officeart/2005/8/layout/vList2"/>
    <dgm:cxn modelId="{ACCDFC90-AD21-4AE3-A173-B3C01FB56B35}" srcId="{4BE6497C-0E5A-4C4A-8C12-849F7C7CC90D}" destId="{F59E974B-A217-43EA-9900-E589449FDEF3}" srcOrd="0" destOrd="0" parTransId="{3A700609-324F-45AC-AC6F-764A4B76568E}" sibTransId="{A6963EE2-C05F-43B7-AD5C-49EB67329032}"/>
    <dgm:cxn modelId="{59C3117E-3209-4DB1-9A48-AB175D392082}" srcId="{F59E974B-A217-43EA-9900-E589449FDEF3}" destId="{FCF03016-5EE4-411E-97B6-5CB55FD4FF15}" srcOrd="2" destOrd="0" parTransId="{B311359E-405A-46C2-B3E1-31F57D783966}" sibTransId="{6AADC2CE-BCA4-48E5-9F90-E25EF87E71C1}"/>
    <dgm:cxn modelId="{D6630383-496A-42E9-9EE9-80CB0D65D847}" srcId="{F59E974B-A217-43EA-9900-E589449FDEF3}" destId="{A4155B8E-EBAB-45C8-B010-FB7AD09A4D67}" srcOrd="1" destOrd="0" parTransId="{2B6428ED-2C3F-40D4-A644-342D7AB1BDD3}" sibTransId="{F288BDA2-3355-47C0-9961-F0FD261E836A}"/>
    <dgm:cxn modelId="{4D761101-D62F-4719-A6BD-95C70EE1B2D6}" srcId="{F59E974B-A217-43EA-9900-E589449FDEF3}" destId="{BF6F511B-76A8-4B8A-85B5-63975103669C}" srcOrd="0" destOrd="0" parTransId="{7B290E62-1D9D-4F93-BB52-923FC1DCFD6F}" sibTransId="{31CCA4D2-726B-48B8-A4F6-6F21F4573465}"/>
    <dgm:cxn modelId="{BDFC9F97-4DD1-4C73-B6D0-DF7A168CE0DB}" type="presParOf" srcId="{7CA9F8C6-D76D-40D8-B340-FC9824898152}" destId="{96AD598D-F304-44E2-B23A-A8388F42A323}" srcOrd="0" destOrd="0" presId="urn:microsoft.com/office/officeart/2005/8/layout/vList2"/>
    <dgm:cxn modelId="{A1EDB315-7C81-4D2A-8196-3F227E1D4CEB}" type="presParOf" srcId="{7CA9F8C6-D76D-40D8-B340-FC9824898152}" destId="{5031CB79-682A-42B0-8DBC-228215ED0B4D}"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A1FE32EE-F601-4AE9-AB0D-350645AACB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AD2E5A3-508C-48C9-A7BA-6E48F1B97095}">
      <dgm:prSet/>
      <dgm:spPr/>
      <dgm:t>
        <a:bodyPr/>
        <a:lstStyle/>
        <a:p>
          <a:pPr rtl="0"/>
          <a:r>
            <a:rPr lang="en-US" b="1" dirty="0" smtClean="0">
              <a:latin typeface="Times New Roman" pitchFamily="18" charset="0"/>
              <a:cs typeface="Times New Roman" pitchFamily="18" charset="0"/>
            </a:rPr>
            <a:t>4.4. The Fundamental Principle of Orthodox church </a:t>
          </a:r>
          <a:endParaRPr lang="en-US" dirty="0">
            <a:latin typeface="Times New Roman" pitchFamily="18" charset="0"/>
            <a:cs typeface="Times New Roman" pitchFamily="18" charset="0"/>
          </a:endParaRPr>
        </a:p>
      </dgm:t>
    </dgm:pt>
    <dgm:pt modelId="{B2F3772D-4C75-4763-9679-1DD2394FF834}" type="parTrans" cxnId="{CDD3D92D-62F3-4FE4-84CD-E79E31DEDF7A}">
      <dgm:prSet/>
      <dgm:spPr/>
      <dgm:t>
        <a:bodyPr/>
        <a:lstStyle/>
        <a:p>
          <a:endParaRPr lang="en-US"/>
        </a:p>
      </dgm:t>
    </dgm:pt>
    <dgm:pt modelId="{D8B8E532-11E5-4B13-B393-F8028D0E652C}" type="sibTrans" cxnId="{CDD3D92D-62F3-4FE4-84CD-E79E31DEDF7A}">
      <dgm:prSet/>
      <dgm:spPr/>
      <dgm:t>
        <a:bodyPr/>
        <a:lstStyle/>
        <a:p>
          <a:endParaRPr lang="en-US"/>
        </a:p>
      </dgm:t>
    </dgm:pt>
    <dgm:pt modelId="{EF412440-D6A3-4D21-87FF-83A46176A2D1}">
      <dgm:prSet/>
      <dgm:spPr/>
      <dgm:t>
        <a:bodyPr/>
        <a:lstStyle/>
        <a:p>
          <a:pPr algn="just" rtl="0"/>
          <a:r>
            <a:rPr lang="en-GB" dirty="0" smtClean="0">
              <a:latin typeface="Times New Roman" pitchFamily="18" charset="0"/>
              <a:cs typeface="Times New Roman" pitchFamily="18" charset="0"/>
            </a:rPr>
            <a:t>Accordingly, an orthodox code should be based on eight principles closely connected with ‘Dogma’ and Canon law. These are:</a:t>
          </a:r>
          <a:endParaRPr lang="en-US" dirty="0">
            <a:latin typeface="Times New Roman" pitchFamily="18" charset="0"/>
            <a:cs typeface="Times New Roman" pitchFamily="18" charset="0"/>
          </a:endParaRPr>
        </a:p>
      </dgm:t>
    </dgm:pt>
    <dgm:pt modelId="{3FFA0499-E7AA-42AA-9946-822402B61541}" type="parTrans" cxnId="{04A6A197-C9F5-4136-B0D1-45A33976D3B8}">
      <dgm:prSet/>
      <dgm:spPr/>
      <dgm:t>
        <a:bodyPr/>
        <a:lstStyle/>
        <a:p>
          <a:endParaRPr lang="en-US"/>
        </a:p>
      </dgm:t>
    </dgm:pt>
    <dgm:pt modelId="{2FD78A82-E1F6-4096-9A78-7F2597E9BCD4}" type="sibTrans" cxnId="{04A6A197-C9F5-4136-B0D1-45A33976D3B8}">
      <dgm:prSet/>
      <dgm:spPr/>
      <dgm:t>
        <a:bodyPr/>
        <a:lstStyle/>
        <a:p>
          <a:endParaRPr lang="en-US"/>
        </a:p>
      </dgm:t>
    </dgm:pt>
    <dgm:pt modelId="{D464323A-0C23-4AB7-85F9-0D97BA564038}">
      <dgm:prSet/>
      <dgm:spPr/>
      <dgm:t>
        <a:bodyPr/>
        <a:lstStyle/>
        <a:p>
          <a:pPr algn="just" rtl="0"/>
          <a:r>
            <a:rPr lang="en-GB" dirty="0" smtClean="0">
              <a:latin typeface="Times New Roman" pitchFamily="18" charset="0"/>
              <a:cs typeface="Times New Roman" pitchFamily="18" charset="0"/>
            </a:rPr>
            <a:t>The divine human nature of the Son of God.</a:t>
          </a:r>
          <a:endParaRPr lang="en-US" dirty="0">
            <a:latin typeface="Times New Roman" pitchFamily="18" charset="0"/>
            <a:cs typeface="Times New Roman" pitchFamily="18" charset="0"/>
          </a:endParaRPr>
        </a:p>
      </dgm:t>
    </dgm:pt>
    <dgm:pt modelId="{1EB7E58C-4652-409B-96F1-D378ABF57950}" type="parTrans" cxnId="{0FEFBE39-690A-484B-BEBA-D077232EAEBF}">
      <dgm:prSet/>
      <dgm:spPr/>
      <dgm:t>
        <a:bodyPr/>
        <a:lstStyle/>
        <a:p>
          <a:endParaRPr lang="en-US"/>
        </a:p>
      </dgm:t>
    </dgm:pt>
    <dgm:pt modelId="{BD40CA36-9E00-4F5A-8357-8056AF7F70CC}" type="sibTrans" cxnId="{0FEFBE39-690A-484B-BEBA-D077232EAEBF}">
      <dgm:prSet/>
      <dgm:spPr/>
      <dgm:t>
        <a:bodyPr/>
        <a:lstStyle/>
        <a:p>
          <a:endParaRPr lang="en-US"/>
        </a:p>
      </dgm:t>
    </dgm:pt>
    <dgm:pt modelId="{EA25F091-A189-4099-9244-AB0EB8516A85}">
      <dgm:prSet/>
      <dgm:spPr/>
      <dgm:t>
        <a:bodyPr/>
        <a:lstStyle/>
        <a:p>
          <a:pPr algn="just" rtl="0"/>
          <a:r>
            <a:rPr lang="en-GB" smtClean="0">
              <a:latin typeface="Times New Roman" pitchFamily="18" charset="0"/>
              <a:cs typeface="Times New Roman" pitchFamily="18" charset="0"/>
            </a:rPr>
            <a:t>Universal church in which every member</a:t>
          </a:r>
          <a:endParaRPr lang="en-US">
            <a:latin typeface="Times New Roman" pitchFamily="18" charset="0"/>
            <a:cs typeface="Times New Roman" pitchFamily="18" charset="0"/>
          </a:endParaRPr>
        </a:p>
      </dgm:t>
    </dgm:pt>
    <dgm:pt modelId="{0DB88BCA-0D66-41F9-9E49-77ED7DDCA8DB}" type="parTrans" cxnId="{9A3C75A5-B4A6-4ED3-A764-65449F879437}">
      <dgm:prSet/>
      <dgm:spPr/>
      <dgm:t>
        <a:bodyPr/>
        <a:lstStyle/>
        <a:p>
          <a:endParaRPr lang="en-US"/>
        </a:p>
      </dgm:t>
    </dgm:pt>
    <dgm:pt modelId="{7EE88A39-7AF3-4BE7-8FAE-39FD1602CFED}" type="sibTrans" cxnId="{9A3C75A5-B4A6-4ED3-A764-65449F879437}">
      <dgm:prSet/>
      <dgm:spPr/>
      <dgm:t>
        <a:bodyPr/>
        <a:lstStyle/>
        <a:p>
          <a:endParaRPr lang="en-US"/>
        </a:p>
      </dgm:t>
    </dgm:pt>
    <dgm:pt modelId="{F0AE364B-AD46-4FD0-B4F4-197D85735FAF}">
      <dgm:prSet/>
      <dgm:spPr/>
      <dgm:t>
        <a:bodyPr/>
        <a:lstStyle/>
        <a:p>
          <a:pPr algn="just" rtl="0"/>
          <a:r>
            <a:rPr lang="en-GB" dirty="0" smtClean="0">
              <a:latin typeface="Times New Roman" pitchFamily="18" charset="0"/>
              <a:cs typeface="Times New Roman" pitchFamily="18" charset="0"/>
            </a:rPr>
            <a:t>Collaborates in the work for the salvation of souls under the guidance of a hierarch organized in a synod system</a:t>
          </a:r>
          <a:endParaRPr lang="en-US" dirty="0">
            <a:latin typeface="Times New Roman" pitchFamily="18" charset="0"/>
            <a:cs typeface="Times New Roman" pitchFamily="18" charset="0"/>
          </a:endParaRPr>
        </a:p>
      </dgm:t>
    </dgm:pt>
    <dgm:pt modelId="{A156EE06-F50D-40A3-8633-8269CA51BC03}" type="parTrans" cxnId="{6AFB9B7F-0536-49E9-BA83-AF423BB407BA}">
      <dgm:prSet/>
      <dgm:spPr/>
      <dgm:t>
        <a:bodyPr/>
        <a:lstStyle/>
        <a:p>
          <a:endParaRPr lang="en-US"/>
        </a:p>
      </dgm:t>
    </dgm:pt>
    <dgm:pt modelId="{ECBD2DFD-E17C-465E-B0F3-AFF4B9177427}" type="sibTrans" cxnId="{6AFB9B7F-0536-49E9-BA83-AF423BB407BA}">
      <dgm:prSet/>
      <dgm:spPr/>
      <dgm:t>
        <a:bodyPr/>
        <a:lstStyle/>
        <a:p>
          <a:endParaRPr lang="en-US"/>
        </a:p>
      </dgm:t>
    </dgm:pt>
    <dgm:pt modelId="{68E84788-77F5-40EB-BDF5-C2EEC2FCB996}">
      <dgm:prSet/>
      <dgm:spPr/>
      <dgm:t>
        <a:bodyPr/>
        <a:lstStyle/>
        <a:p>
          <a:pPr algn="just" rtl="0"/>
          <a:r>
            <a:rPr lang="en-GB" smtClean="0">
              <a:latin typeface="Times New Roman" pitchFamily="18" charset="0"/>
              <a:cs typeface="Times New Roman" pitchFamily="18" charset="0"/>
            </a:rPr>
            <a:t>The exercise of ecclesiastical authority should be governed by the principle of economy.</a:t>
          </a:r>
          <a:endParaRPr lang="en-US">
            <a:latin typeface="Times New Roman" pitchFamily="18" charset="0"/>
            <a:cs typeface="Times New Roman" pitchFamily="18" charset="0"/>
          </a:endParaRPr>
        </a:p>
      </dgm:t>
    </dgm:pt>
    <dgm:pt modelId="{0836359C-CFA3-415A-BDFE-7A6F17EDAEBD}" type="parTrans" cxnId="{45BD2181-8F9C-41F7-A9C1-4E8FBA27AD85}">
      <dgm:prSet/>
      <dgm:spPr/>
      <dgm:t>
        <a:bodyPr/>
        <a:lstStyle/>
        <a:p>
          <a:endParaRPr lang="en-US"/>
        </a:p>
      </dgm:t>
    </dgm:pt>
    <dgm:pt modelId="{21B8F044-5C43-4E55-A407-8E9EF44B3129}" type="sibTrans" cxnId="{45BD2181-8F9C-41F7-A9C1-4E8FBA27AD85}">
      <dgm:prSet/>
      <dgm:spPr/>
      <dgm:t>
        <a:bodyPr/>
        <a:lstStyle/>
        <a:p>
          <a:endParaRPr lang="en-US"/>
        </a:p>
      </dgm:t>
    </dgm:pt>
    <dgm:pt modelId="{66122615-1956-4CB2-B021-E07BB9FB9720}">
      <dgm:prSet/>
      <dgm:spPr/>
      <dgm:t>
        <a:bodyPr/>
        <a:lstStyle/>
        <a:p>
          <a:pPr algn="just" rtl="0"/>
          <a:r>
            <a:rPr lang="en-GB" dirty="0" smtClean="0">
              <a:latin typeface="Times New Roman" pitchFamily="18" charset="0"/>
              <a:cs typeface="Times New Roman" pitchFamily="18" charset="0"/>
            </a:rPr>
            <a:t>An independence of and at the same time </a:t>
          </a:r>
          <a:endParaRPr lang="en-US" dirty="0">
            <a:latin typeface="Times New Roman" pitchFamily="18" charset="0"/>
            <a:cs typeface="Times New Roman" pitchFamily="18" charset="0"/>
          </a:endParaRPr>
        </a:p>
      </dgm:t>
    </dgm:pt>
    <dgm:pt modelId="{653EFC08-8E10-44E1-B3CB-9D39E957AC8C}" type="parTrans" cxnId="{B917360F-182F-464A-AC36-17EF41AF4C9D}">
      <dgm:prSet/>
      <dgm:spPr/>
      <dgm:t>
        <a:bodyPr/>
        <a:lstStyle/>
        <a:p>
          <a:endParaRPr lang="en-US"/>
        </a:p>
      </dgm:t>
    </dgm:pt>
    <dgm:pt modelId="{A1F74265-8D81-442C-BF2F-BC501E0685D3}" type="sibTrans" cxnId="{B917360F-182F-464A-AC36-17EF41AF4C9D}">
      <dgm:prSet/>
      <dgm:spPr/>
      <dgm:t>
        <a:bodyPr/>
        <a:lstStyle/>
        <a:p>
          <a:endParaRPr lang="en-US"/>
        </a:p>
      </dgm:t>
    </dgm:pt>
    <dgm:pt modelId="{97FD33FB-A018-4446-92A3-01F8F3EA704A}">
      <dgm:prSet/>
      <dgm:spPr/>
      <dgm:t>
        <a:bodyPr/>
        <a:lstStyle/>
        <a:p>
          <a:pPr algn="just" rtl="0"/>
          <a:r>
            <a:rPr lang="en-GB" smtClean="0">
              <a:latin typeface="Times New Roman" pitchFamily="18" charset="0"/>
              <a:cs typeface="Times New Roman" pitchFamily="18" charset="0"/>
            </a:rPr>
            <a:t>Loyalty to the civil power</a:t>
          </a:r>
          <a:endParaRPr lang="en-US">
            <a:latin typeface="Times New Roman" pitchFamily="18" charset="0"/>
            <a:cs typeface="Times New Roman" pitchFamily="18" charset="0"/>
          </a:endParaRPr>
        </a:p>
      </dgm:t>
    </dgm:pt>
    <dgm:pt modelId="{E46892C0-E9B2-4F95-A402-B4A9FF6E6755}" type="parTrans" cxnId="{60374556-9100-469B-8FB0-7E4CB3A47329}">
      <dgm:prSet/>
      <dgm:spPr/>
      <dgm:t>
        <a:bodyPr/>
        <a:lstStyle/>
        <a:p>
          <a:endParaRPr lang="en-US"/>
        </a:p>
      </dgm:t>
    </dgm:pt>
    <dgm:pt modelId="{7C7D5967-A128-42A1-BD70-C61603778FC1}" type="sibTrans" cxnId="{60374556-9100-469B-8FB0-7E4CB3A47329}">
      <dgm:prSet/>
      <dgm:spPr/>
      <dgm:t>
        <a:bodyPr/>
        <a:lstStyle/>
        <a:p>
          <a:endParaRPr lang="en-US"/>
        </a:p>
      </dgm:t>
    </dgm:pt>
    <dgm:pt modelId="{2830DFBD-F14A-4AFF-9D29-39D244475878}">
      <dgm:prSet/>
      <dgm:spPr/>
      <dgm:t>
        <a:bodyPr/>
        <a:lstStyle/>
        <a:p>
          <a:pPr algn="just" rtl="0"/>
          <a:r>
            <a:rPr lang="en-GB" dirty="0" smtClean="0">
              <a:latin typeface="Times New Roman" pitchFamily="18" charset="0"/>
              <a:cs typeface="Times New Roman" pitchFamily="18" charset="0"/>
            </a:rPr>
            <a:t>The autocephalous character of the church</a:t>
          </a:r>
          <a:endParaRPr lang="en-US" dirty="0">
            <a:latin typeface="Times New Roman" pitchFamily="18" charset="0"/>
            <a:cs typeface="Times New Roman" pitchFamily="18" charset="0"/>
          </a:endParaRPr>
        </a:p>
      </dgm:t>
    </dgm:pt>
    <dgm:pt modelId="{AE1001A9-FA9A-43A0-B645-E8EC8492AA52}" type="parTrans" cxnId="{B0388F06-243C-481F-9FFD-8F5392CC40F2}">
      <dgm:prSet/>
      <dgm:spPr/>
      <dgm:t>
        <a:bodyPr/>
        <a:lstStyle/>
        <a:p>
          <a:endParaRPr lang="en-US"/>
        </a:p>
      </dgm:t>
    </dgm:pt>
    <dgm:pt modelId="{F2471665-D860-483E-BC83-00F620FA3F0B}" type="sibTrans" cxnId="{B0388F06-243C-481F-9FFD-8F5392CC40F2}">
      <dgm:prSet/>
      <dgm:spPr/>
      <dgm:t>
        <a:bodyPr/>
        <a:lstStyle/>
        <a:p>
          <a:endParaRPr lang="en-US"/>
        </a:p>
      </dgm:t>
    </dgm:pt>
    <dgm:pt modelId="{0501A27D-19E2-49BA-9223-B4DAD651ECC0}">
      <dgm:prSet/>
      <dgm:spPr/>
      <dgm:t>
        <a:bodyPr/>
        <a:lstStyle/>
        <a:p>
          <a:pPr algn="just" rtl="0"/>
          <a:r>
            <a:rPr lang="en-GB" dirty="0" smtClean="0">
              <a:latin typeface="Times New Roman" pitchFamily="18" charset="0"/>
              <a:cs typeface="Times New Roman" pitchFamily="18" charset="0"/>
            </a:rPr>
            <a:t>Autonomy with regard to a superior orthodox authority.</a:t>
          </a:r>
          <a:endParaRPr lang="en-US" dirty="0">
            <a:latin typeface="Times New Roman" pitchFamily="18" charset="0"/>
            <a:cs typeface="Times New Roman" pitchFamily="18" charset="0"/>
          </a:endParaRPr>
        </a:p>
      </dgm:t>
    </dgm:pt>
    <dgm:pt modelId="{328650C8-3979-4168-890B-370F842D8D9A}" type="parTrans" cxnId="{93F01B33-EEBC-4C06-BCD7-9AE4BA66BA4E}">
      <dgm:prSet/>
      <dgm:spPr/>
      <dgm:t>
        <a:bodyPr/>
        <a:lstStyle/>
        <a:p>
          <a:endParaRPr lang="en-US"/>
        </a:p>
      </dgm:t>
    </dgm:pt>
    <dgm:pt modelId="{F3C39062-217D-4FA7-8C4A-291587E25BFE}" type="sibTrans" cxnId="{93F01B33-EEBC-4C06-BCD7-9AE4BA66BA4E}">
      <dgm:prSet/>
      <dgm:spPr/>
      <dgm:t>
        <a:bodyPr/>
        <a:lstStyle/>
        <a:p>
          <a:endParaRPr lang="en-US"/>
        </a:p>
      </dgm:t>
    </dgm:pt>
    <dgm:pt modelId="{02F498A5-9BDA-43B4-9482-DD30C871849A}">
      <dgm:prSet/>
      <dgm:spPr/>
      <dgm:t>
        <a:bodyPr/>
        <a:lstStyle/>
        <a:p>
          <a:pPr algn="just" rtl="0"/>
          <a:r>
            <a:rPr lang="en-GB" smtClean="0">
              <a:latin typeface="Times New Roman" pitchFamily="18" charset="0"/>
              <a:cs typeface="Times New Roman" pitchFamily="18" charset="0"/>
            </a:rPr>
            <a:t>The acceptance of state laws in the ecclesiastical codes or the ‘Nomo canonical’ principle and finally</a:t>
          </a:r>
          <a:endParaRPr lang="en-US">
            <a:latin typeface="Times New Roman" pitchFamily="18" charset="0"/>
            <a:cs typeface="Times New Roman" pitchFamily="18" charset="0"/>
          </a:endParaRPr>
        </a:p>
      </dgm:t>
    </dgm:pt>
    <dgm:pt modelId="{76406DED-4F90-4277-A533-7CF21D9203AD}" type="parTrans" cxnId="{625A18C3-CBAD-4846-B48A-E3ACB6C860A3}">
      <dgm:prSet/>
      <dgm:spPr/>
      <dgm:t>
        <a:bodyPr/>
        <a:lstStyle/>
        <a:p>
          <a:endParaRPr lang="en-US"/>
        </a:p>
      </dgm:t>
    </dgm:pt>
    <dgm:pt modelId="{17FBFC3B-911C-4AB6-BF61-6E48F5A173B9}" type="sibTrans" cxnId="{625A18C3-CBAD-4846-B48A-E3ACB6C860A3}">
      <dgm:prSet/>
      <dgm:spPr/>
      <dgm:t>
        <a:bodyPr/>
        <a:lstStyle/>
        <a:p>
          <a:endParaRPr lang="en-US"/>
        </a:p>
      </dgm:t>
    </dgm:pt>
    <dgm:pt modelId="{F3436285-57C1-43FF-B23C-DC0A6CC8C986}">
      <dgm:prSet/>
      <dgm:spPr/>
      <dgm:t>
        <a:bodyPr/>
        <a:lstStyle/>
        <a:p>
          <a:pPr algn="just" rtl="0"/>
          <a:r>
            <a:rPr lang="en-GB" dirty="0" smtClean="0">
              <a:latin typeface="Times New Roman" pitchFamily="18" charset="0"/>
              <a:cs typeface="Times New Roman" pitchFamily="18" charset="0"/>
            </a:rPr>
            <a:t>The territorial principle according to boundaries of dioceses and parishes should correspond to the administrative canon law.</a:t>
          </a:r>
          <a:endParaRPr lang="en-US" dirty="0">
            <a:latin typeface="Times New Roman" pitchFamily="18" charset="0"/>
            <a:cs typeface="Times New Roman" pitchFamily="18" charset="0"/>
          </a:endParaRPr>
        </a:p>
      </dgm:t>
    </dgm:pt>
    <dgm:pt modelId="{E31066CE-4F82-43AD-83E4-B2F39FF8D8E8}" type="parTrans" cxnId="{2B65E016-E35C-4F84-BBF0-8297F14CCD07}">
      <dgm:prSet/>
      <dgm:spPr/>
      <dgm:t>
        <a:bodyPr/>
        <a:lstStyle/>
        <a:p>
          <a:endParaRPr lang="en-US"/>
        </a:p>
      </dgm:t>
    </dgm:pt>
    <dgm:pt modelId="{2A3B8260-2EF2-42BA-9FCC-C2381095E9D9}" type="sibTrans" cxnId="{2B65E016-E35C-4F84-BBF0-8297F14CCD07}">
      <dgm:prSet/>
      <dgm:spPr/>
      <dgm:t>
        <a:bodyPr/>
        <a:lstStyle/>
        <a:p>
          <a:endParaRPr lang="en-US"/>
        </a:p>
      </dgm:t>
    </dgm:pt>
    <dgm:pt modelId="{2E03DFFA-EC9D-4FBC-8343-06748ADE960B}" type="pres">
      <dgm:prSet presAssocID="{A1FE32EE-F601-4AE9-AB0D-350645AACB45}" presName="linear" presStyleCnt="0">
        <dgm:presLayoutVars>
          <dgm:animLvl val="lvl"/>
          <dgm:resizeHandles val="exact"/>
        </dgm:presLayoutVars>
      </dgm:prSet>
      <dgm:spPr/>
      <dgm:t>
        <a:bodyPr/>
        <a:lstStyle/>
        <a:p>
          <a:endParaRPr lang="en-US"/>
        </a:p>
      </dgm:t>
    </dgm:pt>
    <dgm:pt modelId="{5102E4D1-6DEF-4C9A-9507-A75A46F2814D}" type="pres">
      <dgm:prSet presAssocID="{1AD2E5A3-508C-48C9-A7BA-6E48F1B97095}" presName="parentText" presStyleLbl="node1" presStyleIdx="0" presStyleCnt="1" custLinFactNeighborX="870" custLinFactNeighborY="-9062">
        <dgm:presLayoutVars>
          <dgm:chMax val="0"/>
          <dgm:bulletEnabled val="1"/>
        </dgm:presLayoutVars>
      </dgm:prSet>
      <dgm:spPr/>
      <dgm:t>
        <a:bodyPr/>
        <a:lstStyle/>
        <a:p>
          <a:endParaRPr lang="en-US"/>
        </a:p>
      </dgm:t>
    </dgm:pt>
    <dgm:pt modelId="{AA9C5379-2261-45BD-87D0-AAC3E5AA1EC5}" type="pres">
      <dgm:prSet presAssocID="{1AD2E5A3-508C-48C9-A7BA-6E48F1B97095}" presName="childText" presStyleLbl="revTx" presStyleIdx="0" presStyleCnt="1">
        <dgm:presLayoutVars>
          <dgm:bulletEnabled val="1"/>
        </dgm:presLayoutVars>
      </dgm:prSet>
      <dgm:spPr/>
      <dgm:t>
        <a:bodyPr/>
        <a:lstStyle/>
        <a:p>
          <a:endParaRPr lang="en-US"/>
        </a:p>
      </dgm:t>
    </dgm:pt>
  </dgm:ptLst>
  <dgm:cxnLst>
    <dgm:cxn modelId="{60374556-9100-469B-8FB0-7E4CB3A47329}" srcId="{1AD2E5A3-508C-48C9-A7BA-6E48F1B97095}" destId="{97FD33FB-A018-4446-92A3-01F8F3EA704A}" srcOrd="6" destOrd="0" parTransId="{E46892C0-E9B2-4F95-A402-B4A9FF6E6755}" sibTransId="{7C7D5967-A128-42A1-BD70-C61603778FC1}"/>
    <dgm:cxn modelId="{65FB54EA-5812-496F-B04B-F99C08B9B7BF}" type="presOf" srcId="{0501A27D-19E2-49BA-9223-B4DAD651ECC0}" destId="{AA9C5379-2261-45BD-87D0-AAC3E5AA1EC5}" srcOrd="0" destOrd="8" presId="urn:microsoft.com/office/officeart/2005/8/layout/vList2"/>
    <dgm:cxn modelId="{BC723C0B-4C83-4DD0-87E2-822E0F4FECD6}" type="presOf" srcId="{A1FE32EE-F601-4AE9-AB0D-350645AACB45}" destId="{2E03DFFA-EC9D-4FBC-8343-06748ADE960B}" srcOrd="0" destOrd="0" presId="urn:microsoft.com/office/officeart/2005/8/layout/vList2"/>
    <dgm:cxn modelId="{45BD2181-8F9C-41F7-A9C1-4E8FBA27AD85}" srcId="{1AD2E5A3-508C-48C9-A7BA-6E48F1B97095}" destId="{68E84788-77F5-40EB-BDF5-C2EEC2FCB996}" srcOrd="4" destOrd="0" parTransId="{0836359C-CFA3-415A-BDFE-7A6F17EDAEBD}" sibTransId="{21B8F044-5C43-4E55-A407-8E9EF44B3129}"/>
    <dgm:cxn modelId="{64BBD795-12E9-461B-ABB3-1BEEADF7E6A9}" type="presOf" srcId="{97FD33FB-A018-4446-92A3-01F8F3EA704A}" destId="{AA9C5379-2261-45BD-87D0-AAC3E5AA1EC5}" srcOrd="0" destOrd="6" presId="urn:microsoft.com/office/officeart/2005/8/layout/vList2"/>
    <dgm:cxn modelId="{CE116040-4EE1-447D-87B3-AC60FE030F53}" type="presOf" srcId="{F0AE364B-AD46-4FD0-B4F4-197D85735FAF}" destId="{AA9C5379-2261-45BD-87D0-AAC3E5AA1EC5}" srcOrd="0" destOrd="3" presId="urn:microsoft.com/office/officeart/2005/8/layout/vList2"/>
    <dgm:cxn modelId="{D6394123-98C2-43B6-993B-054BC1BC8154}" type="presOf" srcId="{66122615-1956-4CB2-B021-E07BB9FB9720}" destId="{AA9C5379-2261-45BD-87D0-AAC3E5AA1EC5}" srcOrd="0" destOrd="5" presId="urn:microsoft.com/office/officeart/2005/8/layout/vList2"/>
    <dgm:cxn modelId="{D2043CF9-0574-4A16-AE1B-9D7559F9C3AD}" type="presOf" srcId="{F3436285-57C1-43FF-B23C-DC0A6CC8C986}" destId="{AA9C5379-2261-45BD-87D0-AAC3E5AA1EC5}" srcOrd="0" destOrd="10" presId="urn:microsoft.com/office/officeart/2005/8/layout/vList2"/>
    <dgm:cxn modelId="{9A3C75A5-B4A6-4ED3-A764-65449F879437}" srcId="{1AD2E5A3-508C-48C9-A7BA-6E48F1B97095}" destId="{EA25F091-A189-4099-9244-AB0EB8516A85}" srcOrd="2" destOrd="0" parTransId="{0DB88BCA-0D66-41F9-9E49-77ED7DDCA8DB}" sibTransId="{7EE88A39-7AF3-4BE7-8FAE-39FD1602CFED}"/>
    <dgm:cxn modelId="{6AFB9B7F-0536-49E9-BA83-AF423BB407BA}" srcId="{1AD2E5A3-508C-48C9-A7BA-6E48F1B97095}" destId="{F0AE364B-AD46-4FD0-B4F4-197D85735FAF}" srcOrd="3" destOrd="0" parTransId="{A156EE06-F50D-40A3-8633-8269CA51BC03}" sibTransId="{ECBD2DFD-E17C-465E-B0F3-AFF4B9177427}"/>
    <dgm:cxn modelId="{CDD3D92D-62F3-4FE4-84CD-E79E31DEDF7A}" srcId="{A1FE32EE-F601-4AE9-AB0D-350645AACB45}" destId="{1AD2E5A3-508C-48C9-A7BA-6E48F1B97095}" srcOrd="0" destOrd="0" parTransId="{B2F3772D-4C75-4763-9679-1DD2394FF834}" sibTransId="{D8B8E532-11E5-4B13-B393-F8028D0E652C}"/>
    <dgm:cxn modelId="{2B65E016-E35C-4F84-BBF0-8297F14CCD07}" srcId="{1AD2E5A3-508C-48C9-A7BA-6E48F1B97095}" destId="{F3436285-57C1-43FF-B23C-DC0A6CC8C986}" srcOrd="10" destOrd="0" parTransId="{E31066CE-4F82-43AD-83E4-B2F39FF8D8E8}" sibTransId="{2A3B8260-2EF2-42BA-9FCC-C2381095E9D9}"/>
    <dgm:cxn modelId="{07F33370-DB45-4036-9F85-757566AC2FC7}" type="presOf" srcId="{2830DFBD-F14A-4AFF-9D29-39D244475878}" destId="{AA9C5379-2261-45BD-87D0-AAC3E5AA1EC5}" srcOrd="0" destOrd="7" presId="urn:microsoft.com/office/officeart/2005/8/layout/vList2"/>
    <dgm:cxn modelId="{B917360F-182F-464A-AC36-17EF41AF4C9D}" srcId="{1AD2E5A3-508C-48C9-A7BA-6E48F1B97095}" destId="{66122615-1956-4CB2-B021-E07BB9FB9720}" srcOrd="5" destOrd="0" parTransId="{653EFC08-8E10-44E1-B3CB-9D39E957AC8C}" sibTransId="{A1F74265-8D81-442C-BF2F-BC501E0685D3}"/>
    <dgm:cxn modelId="{625A18C3-CBAD-4846-B48A-E3ACB6C860A3}" srcId="{1AD2E5A3-508C-48C9-A7BA-6E48F1B97095}" destId="{02F498A5-9BDA-43B4-9482-DD30C871849A}" srcOrd="9" destOrd="0" parTransId="{76406DED-4F90-4277-A533-7CF21D9203AD}" sibTransId="{17FBFC3B-911C-4AB6-BF61-6E48F5A173B9}"/>
    <dgm:cxn modelId="{D03D447A-CF61-4AF4-BD65-3D4E767B92A7}" type="presOf" srcId="{EF412440-D6A3-4D21-87FF-83A46176A2D1}" destId="{AA9C5379-2261-45BD-87D0-AAC3E5AA1EC5}" srcOrd="0" destOrd="0" presId="urn:microsoft.com/office/officeart/2005/8/layout/vList2"/>
    <dgm:cxn modelId="{C5493B0C-A2EF-4EE6-AB63-BA0B670B662D}" type="presOf" srcId="{EA25F091-A189-4099-9244-AB0EB8516A85}" destId="{AA9C5379-2261-45BD-87D0-AAC3E5AA1EC5}" srcOrd="0" destOrd="2" presId="urn:microsoft.com/office/officeart/2005/8/layout/vList2"/>
    <dgm:cxn modelId="{04A6A197-C9F5-4136-B0D1-45A33976D3B8}" srcId="{1AD2E5A3-508C-48C9-A7BA-6E48F1B97095}" destId="{EF412440-D6A3-4D21-87FF-83A46176A2D1}" srcOrd="0" destOrd="0" parTransId="{3FFA0499-E7AA-42AA-9946-822402B61541}" sibTransId="{2FD78A82-E1F6-4096-9A78-7F2597E9BCD4}"/>
    <dgm:cxn modelId="{1613DA5F-511B-4E21-86B0-683BB8F3E46E}" type="presOf" srcId="{D464323A-0C23-4AB7-85F9-0D97BA564038}" destId="{AA9C5379-2261-45BD-87D0-AAC3E5AA1EC5}" srcOrd="0" destOrd="1" presId="urn:microsoft.com/office/officeart/2005/8/layout/vList2"/>
    <dgm:cxn modelId="{61FF52FE-A011-4DE3-9750-7C3CC7E4EBAC}" type="presOf" srcId="{1AD2E5A3-508C-48C9-A7BA-6E48F1B97095}" destId="{5102E4D1-6DEF-4C9A-9507-A75A46F2814D}" srcOrd="0" destOrd="0" presId="urn:microsoft.com/office/officeart/2005/8/layout/vList2"/>
    <dgm:cxn modelId="{5997CDA4-428F-4E4E-A722-940BDB7C3E7C}" type="presOf" srcId="{68E84788-77F5-40EB-BDF5-C2EEC2FCB996}" destId="{AA9C5379-2261-45BD-87D0-AAC3E5AA1EC5}" srcOrd="0" destOrd="4" presId="urn:microsoft.com/office/officeart/2005/8/layout/vList2"/>
    <dgm:cxn modelId="{93F01B33-EEBC-4C06-BCD7-9AE4BA66BA4E}" srcId="{1AD2E5A3-508C-48C9-A7BA-6E48F1B97095}" destId="{0501A27D-19E2-49BA-9223-B4DAD651ECC0}" srcOrd="8" destOrd="0" parTransId="{328650C8-3979-4168-890B-370F842D8D9A}" sibTransId="{F3C39062-217D-4FA7-8C4A-291587E25BFE}"/>
    <dgm:cxn modelId="{0FEFBE39-690A-484B-BEBA-D077232EAEBF}" srcId="{1AD2E5A3-508C-48C9-A7BA-6E48F1B97095}" destId="{D464323A-0C23-4AB7-85F9-0D97BA564038}" srcOrd="1" destOrd="0" parTransId="{1EB7E58C-4652-409B-96F1-D378ABF57950}" sibTransId="{BD40CA36-9E00-4F5A-8357-8056AF7F70CC}"/>
    <dgm:cxn modelId="{7F5A3DAD-A506-4478-825C-CCD9B99635E2}" type="presOf" srcId="{02F498A5-9BDA-43B4-9482-DD30C871849A}" destId="{AA9C5379-2261-45BD-87D0-AAC3E5AA1EC5}" srcOrd="0" destOrd="9" presId="urn:microsoft.com/office/officeart/2005/8/layout/vList2"/>
    <dgm:cxn modelId="{B0388F06-243C-481F-9FFD-8F5392CC40F2}" srcId="{1AD2E5A3-508C-48C9-A7BA-6E48F1B97095}" destId="{2830DFBD-F14A-4AFF-9D29-39D244475878}" srcOrd="7" destOrd="0" parTransId="{AE1001A9-FA9A-43A0-B645-E8EC8492AA52}" sibTransId="{F2471665-D860-483E-BC83-00F620FA3F0B}"/>
    <dgm:cxn modelId="{C009B12F-16A8-4733-83BE-1A2179DACB88}" type="presParOf" srcId="{2E03DFFA-EC9D-4FBC-8343-06748ADE960B}" destId="{5102E4D1-6DEF-4C9A-9507-A75A46F2814D}" srcOrd="0" destOrd="0" presId="urn:microsoft.com/office/officeart/2005/8/layout/vList2"/>
    <dgm:cxn modelId="{0332EFF8-FBAA-42B7-8A82-A56B43BDD185}" type="presParOf" srcId="{2E03DFFA-EC9D-4FBC-8343-06748ADE960B}" destId="{AA9C5379-2261-45BD-87D0-AAC3E5AA1EC5}"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03B6C84F-6908-49E4-9811-A04E81F93A8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F3DE377-3FF4-468C-B4DD-F40B19921F60}">
      <dgm:prSet/>
      <dgm:spPr/>
      <dgm:t>
        <a:bodyPr/>
        <a:lstStyle/>
        <a:p>
          <a:pPr rtl="0"/>
          <a:r>
            <a:rPr lang="en-US" b="1" dirty="0" smtClean="0">
              <a:latin typeface="Times New Roman" pitchFamily="18" charset="0"/>
              <a:cs typeface="Times New Roman" pitchFamily="18" charset="0"/>
            </a:rPr>
            <a:t>4.5. Bishops and church Legislations</a:t>
          </a:r>
          <a:endParaRPr lang="en-US" dirty="0">
            <a:latin typeface="Times New Roman" pitchFamily="18" charset="0"/>
            <a:cs typeface="Times New Roman" pitchFamily="18" charset="0"/>
          </a:endParaRPr>
        </a:p>
      </dgm:t>
    </dgm:pt>
    <dgm:pt modelId="{2877DBB1-BFD2-4069-B2E2-E220595B2DFD}" type="parTrans" cxnId="{C2E2F0B5-A78D-4802-9EFE-8A13CDDA84A0}">
      <dgm:prSet/>
      <dgm:spPr/>
      <dgm:t>
        <a:bodyPr/>
        <a:lstStyle/>
        <a:p>
          <a:endParaRPr lang="en-US"/>
        </a:p>
      </dgm:t>
    </dgm:pt>
    <dgm:pt modelId="{3624EEED-3FB6-41DA-8A57-44F1D2598C76}" type="sibTrans" cxnId="{C2E2F0B5-A78D-4802-9EFE-8A13CDDA84A0}">
      <dgm:prSet/>
      <dgm:spPr/>
      <dgm:t>
        <a:bodyPr/>
        <a:lstStyle/>
        <a:p>
          <a:endParaRPr lang="en-US"/>
        </a:p>
      </dgm:t>
    </dgm:pt>
    <dgm:pt modelId="{2A42C65F-61CD-4E29-B3CF-50A1E651E63C}">
      <dgm:prSet/>
      <dgm:spPr/>
      <dgm:t>
        <a:bodyPr/>
        <a:lstStyle/>
        <a:p>
          <a:pPr algn="just" rtl="0"/>
          <a:r>
            <a:rPr lang="en-GB" dirty="0" smtClean="0">
              <a:latin typeface="Times New Roman" pitchFamily="18" charset="0"/>
              <a:cs typeface="Times New Roman" pitchFamily="18" charset="0"/>
            </a:rPr>
            <a:t>The bishop has the position of a legislation power in the church and its organization.</a:t>
          </a:r>
          <a:endParaRPr lang="en-US" dirty="0">
            <a:latin typeface="Times New Roman" pitchFamily="18" charset="0"/>
            <a:cs typeface="Times New Roman" pitchFamily="18" charset="0"/>
          </a:endParaRPr>
        </a:p>
      </dgm:t>
    </dgm:pt>
    <dgm:pt modelId="{4062A034-A1F3-4673-9422-57823F19215B}" type="parTrans" cxnId="{A83AB820-9671-4EF1-8580-45D4A9AA654A}">
      <dgm:prSet/>
      <dgm:spPr/>
      <dgm:t>
        <a:bodyPr/>
        <a:lstStyle/>
        <a:p>
          <a:endParaRPr lang="en-US"/>
        </a:p>
      </dgm:t>
    </dgm:pt>
    <dgm:pt modelId="{208C1E8D-6803-437D-BE4E-A21E1AE3AC22}" type="sibTrans" cxnId="{A83AB820-9671-4EF1-8580-45D4A9AA654A}">
      <dgm:prSet/>
      <dgm:spPr/>
      <dgm:t>
        <a:bodyPr/>
        <a:lstStyle/>
        <a:p>
          <a:endParaRPr lang="en-US"/>
        </a:p>
      </dgm:t>
    </dgm:pt>
    <dgm:pt modelId="{1268F413-88D2-47D9-A268-6EE0227C15AB}">
      <dgm:prSet/>
      <dgm:spPr/>
      <dgm:t>
        <a:bodyPr/>
        <a:lstStyle/>
        <a:p>
          <a:pPr algn="just" rtl="0"/>
          <a:r>
            <a:rPr lang="en-GB" dirty="0" smtClean="0">
              <a:latin typeface="Times New Roman" pitchFamily="18" charset="0"/>
              <a:cs typeface="Times New Roman" pitchFamily="18" charset="0"/>
            </a:rPr>
            <a:t>According to the confession elaborated in the epistles of the apostles and the church fathers, the bishops were giving instruction and making regular corresponding to the situation in their jurisdiction.</a:t>
          </a:r>
          <a:endParaRPr lang="en-US" dirty="0">
            <a:latin typeface="Times New Roman" pitchFamily="18" charset="0"/>
            <a:cs typeface="Times New Roman" pitchFamily="18" charset="0"/>
          </a:endParaRPr>
        </a:p>
      </dgm:t>
    </dgm:pt>
    <dgm:pt modelId="{CB7810AE-7586-4A47-A405-00438249026A}" type="parTrans" cxnId="{9E99357B-219A-416A-B2C0-7E5BD3AB3BFB}">
      <dgm:prSet/>
      <dgm:spPr/>
      <dgm:t>
        <a:bodyPr/>
        <a:lstStyle/>
        <a:p>
          <a:endParaRPr lang="en-US"/>
        </a:p>
      </dgm:t>
    </dgm:pt>
    <dgm:pt modelId="{DDFCAC6D-F390-4D6E-88C3-481529C5FCCC}" type="sibTrans" cxnId="{9E99357B-219A-416A-B2C0-7E5BD3AB3BFB}">
      <dgm:prSet/>
      <dgm:spPr/>
      <dgm:t>
        <a:bodyPr/>
        <a:lstStyle/>
        <a:p>
          <a:endParaRPr lang="en-US"/>
        </a:p>
      </dgm:t>
    </dgm:pt>
    <dgm:pt modelId="{08762F41-2157-4F55-A049-71C219B52FA9}">
      <dgm:prSet/>
      <dgm:spPr/>
      <dgm:t>
        <a:bodyPr/>
        <a:lstStyle/>
        <a:p>
          <a:pPr algn="just" rtl="0"/>
          <a:r>
            <a:rPr lang="en-GB" smtClean="0">
              <a:latin typeface="Times New Roman" pitchFamily="18" charset="0"/>
              <a:cs typeface="Times New Roman" pitchFamily="18" charset="0"/>
            </a:rPr>
            <a:t>In the 4</a:t>
          </a:r>
          <a:r>
            <a:rPr lang="en-GB" baseline="30000" smtClean="0">
              <a:latin typeface="Times New Roman" pitchFamily="18" charset="0"/>
              <a:cs typeface="Times New Roman" pitchFamily="18" charset="0"/>
            </a:rPr>
            <a:t>th</a:t>
          </a:r>
          <a:r>
            <a:rPr lang="en-GB" smtClean="0">
              <a:latin typeface="Times New Roman" pitchFamily="18" charset="0"/>
              <a:cs typeface="Times New Roman" pitchFamily="18" charset="0"/>
            </a:rPr>
            <a:t> century, the legislation activity of the bishop was legalized through the canons. </a:t>
          </a:r>
          <a:endParaRPr lang="en-US">
            <a:latin typeface="Times New Roman" pitchFamily="18" charset="0"/>
            <a:cs typeface="Times New Roman" pitchFamily="18" charset="0"/>
          </a:endParaRPr>
        </a:p>
      </dgm:t>
    </dgm:pt>
    <dgm:pt modelId="{CABC99F6-3212-4876-9420-E469B6062416}" type="parTrans" cxnId="{486D9340-035C-47F5-A50F-7CB49AE7448A}">
      <dgm:prSet/>
      <dgm:spPr/>
      <dgm:t>
        <a:bodyPr/>
        <a:lstStyle/>
        <a:p>
          <a:endParaRPr lang="en-US"/>
        </a:p>
      </dgm:t>
    </dgm:pt>
    <dgm:pt modelId="{0A3E86D3-13F1-4B6C-BAB2-83D534F462FE}" type="sibTrans" cxnId="{486D9340-035C-47F5-A50F-7CB49AE7448A}">
      <dgm:prSet/>
      <dgm:spPr/>
      <dgm:t>
        <a:bodyPr/>
        <a:lstStyle/>
        <a:p>
          <a:endParaRPr lang="en-US"/>
        </a:p>
      </dgm:t>
    </dgm:pt>
    <dgm:pt modelId="{FCB9DE4C-25C8-4402-BC5D-79147A33F257}">
      <dgm:prSet/>
      <dgm:spPr/>
      <dgm:t>
        <a:bodyPr/>
        <a:lstStyle/>
        <a:p>
          <a:pPr algn="just" rtl="0"/>
          <a:r>
            <a:rPr lang="en-GB" dirty="0" smtClean="0">
              <a:latin typeface="Times New Roman" pitchFamily="18" charset="0"/>
              <a:cs typeface="Times New Roman" pitchFamily="18" charset="0"/>
            </a:rPr>
            <a:t>The 34</a:t>
          </a:r>
          <a:r>
            <a:rPr lang="en-GB" baseline="30000" dirty="0" smtClean="0">
              <a:latin typeface="Times New Roman" pitchFamily="18" charset="0"/>
              <a:cs typeface="Times New Roman" pitchFamily="18" charset="0"/>
            </a:rPr>
            <a:t>th</a:t>
          </a:r>
          <a:r>
            <a:rPr lang="en-GB" dirty="0" smtClean="0">
              <a:latin typeface="Times New Roman" pitchFamily="18" charset="0"/>
              <a:cs typeface="Times New Roman" pitchFamily="18" charset="0"/>
            </a:rPr>
            <a:t> apostolic canons have insured the independence and right of the bishop in order to look after interests of the churches.</a:t>
          </a:r>
          <a:endParaRPr lang="en-US" dirty="0">
            <a:latin typeface="Times New Roman" pitchFamily="18" charset="0"/>
            <a:cs typeface="Times New Roman" pitchFamily="18" charset="0"/>
          </a:endParaRPr>
        </a:p>
      </dgm:t>
    </dgm:pt>
    <dgm:pt modelId="{1BC34F43-2853-48F0-A688-D387714980B2}" type="parTrans" cxnId="{025B8E67-E5E0-4AA7-A22F-BAD9673801F3}">
      <dgm:prSet/>
      <dgm:spPr/>
      <dgm:t>
        <a:bodyPr/>
        <a:lstStyle/>
        <a:p>
          <a:endParaRPr lang="en-US"/>
        </a:p>
      </dgm:t>
    </dgm:pt>
    <dgm:pt modelId="{4E6DC8B8-3086-49BB-8F6D-68A1AF4C1667}" type="sibTrans" cxnId="{025B8E67-E5E0-4AA7-A22F-BAD9673801F3}">
      <dgm:prSet/>
      <dgm:spPr/>
      <dgm:t>
        <a:bodyPr/>
        <a:lstStyle/>
        <a:p>
          <a:endParaRPr lang="en-US"/>
        </a:p>
      </dgm:t>
    </dgm:pt>
    <dgm:pt modelId="{127C90F6-7817-4B25-AB7F-313892400AAE}">
      <dgm:prSet/>
      <dgm:spPr/>
      <dgm:t>
        <a:bodyPr/>
        <a:lstStyle/>
        <a:p>
          <a:pPr algn="just" rtl="0"/>
          <a:r>
            <a:rPr lang="en-GB" dirty="0" smtClean="0">
              <a:latin typeface="Times New Roman" pitchFamily="18" charset="0"/>
              <a:cs typeface="Times New Roman" pitchFamily="18" charset="0"/>
            </a:rPr>
            <a:t>The bishop is a light of the followers of the apostles and he has a duty to keep relation with other bishops and churches to exercise the apostolic mission in the church.</a:t>
          </a:r>
          <a:endParaRPr lang="en-US" dirty="0">
            <a:latin typeface="Times New Roman" pitchFamily="18" charset="0"/>
            <a:cs typeface="Times New Roman" pitchFamily="18" charset="0"/>
          </a:endParaRPr>
        </a:p>
      </dgm:t>
    </dgm:pt>
    <dgm:pt modelId="{1AD5B845-7624-4712-BC28-32C036C7F8A0}" type="parTrans" cxnId="{93F8D09D-2EBB-4A2D-B879-08F77481D0D9}">
      <dgm:prSet/>
      <dgm:spPr/>
      <dgm:t>
        <a:bodyPr/>
        <a:lstStyle/>
        <a:p>
          <a:endParaRPr lang="en-US"/>
        </a:p>
      </dgm:t>
    </dgm:pt>
    <dgm:pt modelId="{62BFBAA9-C5D3-4F36-AD62-EB818C77F29A}" type="sibTrans" cxnId="{93F8D09D-2EBB-4A2D-B879-08F77481D0D9}">
      <dgm:prSet/>
      <dgm:spPr/>
      <dgm:t>
        <a:bodyPr/>
        <a:lstStyle/>
        <a:p>
          <a:endParaRPr lang="en-US"/>
        </a:p>
      </dgm:t>
    </dgm:pt>
    <dgm:pt modelId="{526DF043-C696-4D68-89DD-7C2E46A69CE8}">
      <dgm:prSet/>
      <dgm:spPr/>
      <dgm:t>
        <a:bodyPr/>
        <a:lstStyle/>
        <a:p>
          <a:pPr algn="just" rtl="0"/>
          <a:r>
            <a:rPr lang="en-GB" dirty="0" smtClean="0">
              <a:latin typeface="Times New Roman" pitchFamily="18" charset="0"/>
              <a:cs typeface="Times New Roman" pitchFamily="18" charset="0"/>
            </a:rPr>
            <a:t>A decision of a bishop remains obligatory if it is not against the canons.</a:t>
          </a:r>
          <a:endParaRPr lang="en-US" dirty="0">
            <a:latin typeface="Times New Roman" pitchFamily="18" charset="0"/>
            <a:cs typeface="Times New Roman" pitchFamily="18" charset="0"/>
          </a:endParaRPr>
        </a:p>
      </dgm:t>
    </dgm:pt>
    <dgm:pt modelId="{D8A4AE0C-4BCC-4122-9A8C-4428EE0938EC}" type="parTrans" cxnId="{FBC61620-1744-46A0-B0A7-658AC5A2BEE7}">
      <dgm:prSet/>
      <dgm:spPr/>
      <dgm:t>
        <a:bodyPr/>
        <a:lstStyle/>
        <a:p>
          <a:endParaRPr lang="en-US"/>
        </a:p>
      </dgm:t>
    </dgm:pt>
    <dgm:pt modelId="{C0D208B2-10C8-4A46-B3A0-BE5021387511}" type="sibTrans" cxnId="{FBC61620-1744-46A0-B0A7-658AC5A2BEE7}">
      <dgm:prSet/>
      <dgm:spPr/>
      <dgm:t>
        <a:bodyPr/>
        <a:lstStyle/>
        <a:p>
          <a:endParaRPr lang="en-US"/>
        </a:p>
      </dgm:t>
    </dgm:pt>
    <dgm:pt modelId="{4CF48C22-BBE4-43EC-AC1E-30DB60974C97}" type="pres">
      <dgm:prSet presAssocID="{03B6C84F-6908-49E4-9811-A04E81F93A8D}" presName="linear" presStyleCnt="0">
        <dgm:presLayoutVars>
          <dgm:animLvl val="lvl"/>
          <dgm:resizeHandles val="exact"/>
        </dgm:presLayoutVars>
      </dgm:prSet>
      <dgm:spPr/>
      <dgm:t>
        <a:bodyPr/>
        <a:lstStyle/>
        <a:p>
          <a:endParaRPr lang="en-US"/>
        </a:p>
      </dgm:t>
    </dgm:pt>
    <dgm:pt modelId="{9748198B-B1AA-4D96-BE7D-9B7BECCFA433}" type="pres">
      <dgm:prSet presAssocID="{1F3DE377-3FF4-468C-B4DD-F40B19921F60}" presName="parentText" presStyleLbl="node1" presStyleIdx="0" presStyleCnt="1">
        <dgm:presLayoutVars>
          <dgm:chMax val="0"/>
          <dgm:bulletEnabled val="1"/>
        </dgm:presLayoutVars>
      </dgm:prSet>
      <dgm:spPr/>
      <dgm:t>
        <a:bodyPr/>
        <a:lstStyle/>
        <a:p>
          <a:endParaRPr lang="en-US"/>
        </a:p>
      </dgm:t>
    </dgm:pt>
    <dgm:pt modelId="{6FF3766E-2E02-407F-9C51-79073DB83FC3}" type="pres">
      <dgm:prSet presAssocID="{1F3DE377-3FF4-468C-B4DD-F40B19921F60}" presName="childText" presStyleLbl="revTx" presStyleIdx="0" presStyleCnt="1" custScaleY="106409">
        <dgm:presLayoutVars>
          <dgm:bulletEnabled val="1"/>
        </dgm:presLayoutVars>
      </dgm:prSet>
      <dgm:spPr/>
      <dgm:t>
        <a:bodyPr/>
        <a:lstStyle/>
        <a:p>
          <a:endParaRPr lang="en-US"/>
        </a:p>
      </dgm:t>
    </dgm:pt>
  </dgm:ptLst>
  <dgm:cxnLst>
    <dgm:cxn modelId="{844A2C1F-80BE-45EF-8309-30718760B5E4}" type="presOf" srcId="{526DF043-C696-4D68-89DD-7C2E46A69CE8}" destId="{6FF3766E-2E02-407F-9C51-79073DB83FC3}" srcOrd="0" destOrd="5" presId="urn:microsoft.com/office/officeart/2005/8/layout/vList2"/>
    <dgm:cxn modelId="{78489DD7-C7FF-44AC-8811-9E59452E5E47}" type="presOf" srcId="{2A42C65F-61CD-4E29-B3CF-50A1E651E63C}" destId="{6FF3766E-2E02-407F-9C51-79073DB83FC3}" srcOrd="0" destOrd="0" presId="urn:microsoft.com/office/officeart/2005/8/layout/vList2"/>
    <dgm:cxn modelId="{9E99357B-219A-416A-B2C0-7E5BD3AB3BFB}" srcId="{1F3DE377-3FF4-468C-B4DD-F40B19921F60}" destId="{1268F413-88D2-47D9-A268-6EE0227C15AB}" srcOrd="1" destOrd="0" parTransId="{CB7810AE-7586-4A47-A405-00438249026A}" sibTransId="{DDFCAC6D-F390-4D6E-88C3-481529C5FCCC}"/>
    <dgm:cxn modelId="{A83AB820-9671-4EF1-8580-45D4A9AA654A}" srcId="{1F3DE377-3FF4-468C-B4DD-F40B19921F60}" destId="{2A42C65F-61CD-4E29-B3CF-50A1E651E63C}" srcOrd="0" destOrd="0" parTransId="{4062A034-A1F3-4673-9422-57823F19215B}" sibTransId="{208C1E8D-6803-437D-BE4E-A21E1AE3AC22}"/>
    <dgm:cxn modelId="{F836A0A7-0B03-420C-A5EE-229AB09F00CA}" type="presOf" srcId="{127C90F6-7817-4B25-AB7F-313892400AAE}" destId="{6FF3766E-2E02-407F-9C51-79073DB83FC3}" srcOrd="0" destOrd="4" presId="urn:microsoft.com/office/officeart/2005/8/layout/vList2"/>
    <dgm:cxn modelId="{480B05AB-099C-41A5-BE6A-DA7346890A2B}" type="presOf" srcId="{03B6C84F-6908-49E4-9811-A04E81F93A8D}" destId="{4CF48C22-BBE4-43EC-AC1E-30DB60974C97}" srcOrd="0" destOrd="0" presId="urn:microsoft.com/office/officeart/2005/8/layout/vList2"/>
    <dgm:cxn modelId="{486D9340-035C-47F5-A50F-7CB49AE7448A}" srcId="{1F3DE377-3FF4-468C-B4DD-F40B19921F60}" destId="{08762F41-2157-4F55-A049-71C219B52FA9}" srcOrd="2" destOrd="0" parTransId="{CABC99F6-3212-4876-9420-E469B6062416}" sibTransId="{0A3E86D3-13F1-4B6C-BAB2-83D534F462FE}"/>
    <dgm:cxn modelId="{FBC61620-1744-46A0-B0A7-658AC5A2BEE7}" srcId="{1F3DE377-3FF4-468C-B4DD-F40B19921F60}" destId="{526DF043-C696-4D68-89DD-7C2E46A69CE8}" srcOrd="5" destOrd="0" parTransId="{D8A4AE0C-4BCC-4122-9A8C-4428EE0938EC}" sibTransId="{C0D208B2-10C8-4A46-B3A0-BE5021387511}"/>
    <dgm:cxn modelId="{E2CEBCB0-4A37-4836-8C6E-80C5FC9F4932}" type="presOf" srcId="{08762F41-2157-4F55-A049-71C219B52FA9}" destId="{6FF3766E-2E02-407F-9C51-79073DB83FC3}" srcOrd="0" destOrd="2" presId="urn:microsoft.com/office/officeart/2005/8/layout/vList2"/>
    <dgm:cxn modelId="{63FBB052-779C-40C7-9A7E-254A4899A3D6}" type="presOf" srcId="{FCB9DE4C-25C8-4402-BC5D-79147A33F257}" destId="{6FF3766E-2E02-407F-9C51-79073DB83FC3}" srcOrd="0" destOrd="3" presId="urn:microsoft.com/office/officeart/2005/8/layout/vList2"/>
    <dgm:cxn modelId="{93F8D09D-2EBB-4A2D-B879-08F77481D0D9}" srcId="{1F3DE377-3FF4-468C-B4DD-F40B19921F60}" destId="{127C90F6-7817-4B25-AB7F-313892400AAE}" srcOrd="4" destOrd="0" parTransId="{1AD5B845-7624-4712-BC28-32C036C7F8A0}" sibTransId="{62BFBAA9-C5D3-4F36-AD62-EB818C77F29A}"/>
    <dgm:cxn modelId="{1FA3A501-A493-45C6-A91F-0F0EF1D3971D}" type="presOf" srcId="{1F3DE377-3FF4-468C-B4DD-F40B19921F60}" destId="{9748198B-B1AA-4D96-BE7D-9B7BECCFA433}" srcOrd="0" destOrd="0" presId="urn:microsoft.com/office/officeart/2005/8/layout/vList2"/>
    <dgm:cxn modelId="{21C162F0-EB10-4C7F-945C-384ED363A899}" type="presOf" srcId="{1268F413-88D2-47D9-A268-6EE0227C15AB}" destId="{6FF3766E-2E02-407F-9C51-79073DB83FC3}" srcOrd="0" destOrd="1" presId="urn:microsoft.com/office/officeart/2005/8/layout/vList2"/>
    <dgm:cxn modelId="{025B8E67-E5E0-4AA7-A22F-BAD9673801F3}" srcId="{1F3DE377-3FF4-468C-B4DD-F40B19921F60}" destId="{FCB9DE4C-25C8-4402-BC5D-79147A33F257}" srcOrd="3" destOrd="0" parTransId="{1BC34F43-2853-48F0-A688-D387714980B2}" sibTransId="{4E6DC8B8-3086-49BB-8F6D-68A1AF4C1667}"/>
    <dgm:cxn modelId="{C2E2F0B5-A78D-4802-9EFE-8A13CDDA84A0}" srcId="{03B6C84F-6908-49E4-9811-A04E81F93A8D}" destId="{1F3DE377-3FF4-468C-B4DD-F40B19921F60}" srcOrd="0" destOrd="0" parTransId="{2877DBB1-BFD2-4069-B2E2-E220595B2DFD}" sibTransId="{3624EEED-3FB6-41DA-8A57-44F1D2598C76}"/>
    <dgm:cxn modelId="{114BC7CA-F3F6-4960-9024-ED0C49D01D03}" type="presParOf" srcId="{4CF48C22-BBE4-43EC-AC1E-30DB60974C97}" destId="{9748198B-B1AA-4D96-BE7D-9B7BECCFA433}" srcOrd="0" destOrd="0" presId="urn:microsoft.com/office/officeart/2005/8/layout/vList2"/>
    <dgm:cxn modelId="{005DD1DC-1DED-451E-BF10-E60BF168E405}" type="presParOf" srcId="{4CF48C22-BBE4-43EC-AC1E-30DB60974C97}" destId="{6FF3766E-2E02-407F-9C51-79073DB83FC3}"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E4F61AC-61FA-440D-9CD1-3BF7F52498A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8F0B999-862F-4CC2-BE3F-54891954353E}">
      <dgm:prSet custT="1"/>
      <dgm:spPr/>
      <dgm:t>
        <a:bodyPr/>
        <a:lstStyle/>
        <a:p>
          <a:pPr rtl="0"/>
          <a:r>
            <a:rPr lang="en-GB" sz="2800" b="1" dirty="0" smtClean="0">
              <a:latin typeface="Times New Roman" pitchFamily="18" charset="0"/>
              <a:cs typeface="Times New Roman" pitchFamily="18" charset="0"/>
            </a:rPr>
            <a:t>4.6. Particular Right of the believers </a:t>
          </a:r>
          <a:endParaRPr lang="en-US" sz="2800" dirty="0">
            <a:latin typeface="Times New Roman" pitchFamily="18" charset="0"/>
            <a:cs typeface="Times New Roman" pitchFamily="18" charset="0"/>
          </a:endParaRPr>
        </a:p>
      </dgm:t>
    </dgm:pt>
    <dgm:pt modelId="{9AA13241-696E-48BE-B05C-1E1F5E2C08AC}" type="parTrans" cxnId="{19DC633E-E913-420A-929C-8E414C4189DF}">
      <dgm:prSet/>
      <dgm:spPr/>
      <dgm:t>
        <a:bodyPr/>
        <a:lstStyle/>
        <a:p>
          <a:endParaRPr lang="en-US"/>
        </a:p>
      </dgm:t>
    </dgm:pt>
    <dgm:pt modelId="{8B7756B9-81B8-4637-B516-64CC8F5EAC67}" type="sibTrans" cxnId="{19DC633E-E913-420A-929C-8E414C4189DF}">
      <dgm:prSet/>
      <dgm:spPr/>
      <dgm:t>
        <a:bodyPr/>
        <a:lstStyle/>
        <a:p>
          <a:endParaRPr lang="en-US"/>
        </a:p>
      </dgm:t>
    </dgm:pt>
    <dgm:pt modelId="{C8B22700-01F3-4468-8385-3F8234D51074}">
      <dgm:prSet/>
      <dgm:spPr/>
      <dgm:t>
        <a:bodyPr/>
        <a:lstStyle/>
        <a:p>
          <a:pPr algn="just" rtl="0"/>
          <a:r>
            <a:rPr lang="en-GB" b="1" dirty="0" smtClean="0">
              <a:latin typeface="Times New Roman" pitchFamily="18" charset="0"/>
              <a:cs typeface="Times New Roman" pitchFamily="18" charset="0"/>
            </a:rPr>
            <a:t>Equality and Brotherhood: </a:t>
          </a:r>
          <a:r>
            <a:rPr lang="en-GB" dirty="0" smtClean="0">
              <a:latin typeface="Times New Roman" pitchFamily="18" charset="0"/>
              <a:cs typeface="Times New Roman" pitchFamily="18" charset="0"/>
            </a:rPr>
            <a:t>It is believed all human are born free and equal in dignity. They are endowed with reason and conscience and should act toward one another in a spirit of brotherhood.</a:t>
          </a:r>
          <a:endParaRPr lang="en-US" dirty="0">
            <a:latin typeface="Times New Roman" pitchFamily="18" charset="0"/>
            <a:cs typeface="Times New Roman" pitchFamily="18" charset="0"/>
          </a:endParaRPr>
        </a:p>
      </dgm:t>
    </dgm:pt>
    <dgm:pt modelId="{2DBC7300-15B6-471A-B756-84D2A3A08E22}" type="parTrans" cxnId="{BC7E0D44-31D3-47E4-8A9B-A83858E0B96A}">
      <dgm:prSet/>
      <dgm:spPr/>
      <dgm:t>
        <a:bodyPr/>
        <a:lstStyle/>
        <a:p>
          <a:endParaRPr lang="en-US"/>
        </a:p>
      </dgm:t>
    </dgm:pt>
    <dgm:pt modelId="{224CC300-C3AA-4FA2-BEBB-B3D00E9EF771}" type="sibTrans" cxnId="{BC7E0D44-31D3-47E4-8A9B-A83858E0B96A}">
      <dgm:prSet/>
      <dgm:spPr/>
      <dgm:t>
        <a:bodyPr/>
        <a:lstStyle/>
        <a:p>
          <a:endParaRPr lang="en-US"/>
        </a:p>
      </dgm:t>
    </dgm:pt>
    <dgm:pt modelId="{002FBE4E-B578-409F-BC8B-35AEB020E031}">
      <dgm:prSet/>
      <dgm:spPr/>
      <dgm:t>
        <a:bodyPr/>
        <a:lstStyle/>
        <a:p>
          <a:pPr algn="just" rtl="0"/>
          <a:r>
            <a:rPr lang="en-GB" b="1" dirty="0" smtClean="0">
              <a:latin typeface="Times New Roman" pitchFamily="18" charset="0"/>
              <a:cs typeface="Times New Roman" pitchFamily="18" charset="0"/>
            </a:rPr>
            <a:t>A personality cult/ trendy is not recognized in law</a:t>
          </a:r>
          <a:r>
            <a:rPr lang="en-GB" dirty="0" smtClean="0">
              <a:latin typeface="Times New Roman" pitchFamily="18" charset="0"/>
              <a:cs typeface="Times New Roman" pitchFamily="18" charset="0"/>
            </a:rPr>
            <a:t>: Church law should be radically and decisively reject any chains that might suggest inequality among the faithful on principle whatever the function.</a:t>
          </a:r>
          <a:endParaRPr lang="en-US" dirty="0">
            <a:latin typeface="Times New Roman" pitchFamily="18" charset="0"/>
            <a:cs typeface="Times New Roman" pitchFamily="18" charset="0"/>
          </a:endParaRPr>
        </a:p>
      </dgm:t>
    </dgm:pt>
    <dgm:pt modelId="{0990A2A4-3440-4EFB-A1BE-BCC2D8C9D1E1}" type="parTrans" cxnId="{613E1B7D-FD8C-4B7F-819F-4B25D626D3C2}">
      <dgm:prSet/>
      <dgm:spPr/>
      <dgm:t>
        <a:bodyPr/>
        <a:lstStyle/>
        <a:p>
          <a:endParaRPr lang="en-US"/>
        </a:p>
      </dgm:t>
    </dgm:pt>
    <dgm:pt modelId="{38F0F520-C98D-478E-8048-EA87E12381E0}" type="sibTrans" cxnId="{613E1B7D-FD8C-4B7F-819F-4B25D626D3C2}">
      <dgm:prSet/>
      <dgm:spPr/>
      <dgm:t>
        <a:bodyPr/>
        <a:lstStyle/>
        <a:p>
          <a:endParaRPr lang="en-US"/>
        </a:p>
      </dgm:t>
    </dgm:pt>
    <dgm:pt modelId="{55D514E3-D7A3-4D0F-86E3-D98C785CD4EF}">
      <dgm:prSet/>
      <dgm:spPr/>
      <dgm:t>
        <a:bodyPr/>
        <a:lstStyle/>
        <a:p>
          <a:pPr algn="just" rtl="0"/>
          <a:r>
            <a:rPr lang="en-GB" b="1" dirty="0" smtClean="0">
              <a:latin typeface="Times New Roman" pitchFamily="18" charset="0"/>
              <a:cs typeface="Times New Roman" pitchFamily="18" charset="0"/>
            </a:rPr>
            <a:t>Avoiding discrimination: </a:t>
          </a:r>
          <a:r>
            <a:rPr lang="en-GB" dirty="0" smtClean="0">
              <a:latin typeface="Times New Roman" pitchFamily="18" charset="0"/>
              <a:cs typeface="Times New Roman" pitchFamily="18" charset="0"/>
            </a:rPr>
            <a:t>the second article rejects and forms of discrimination in law birth and social background have no claims to special privilege. It is urgently necessary for the law to abolish radically, still legally existing “minority status” of secular and regular female superior.</a:t>
          </a:r>
          <a:endParaRPr lang="en-US" dirty="0">
            <a:latin typeface="Times New Roman" pitchFamily="18" charset="0"/>
            <a:cs typeface="Times New Roman" pitchFamily="18" charset="0"/>
          </a:endParaRPr>
        </a:p>
      </dgm:t>
    </dgm:pt>
    <dgm:pt modelId="{416841AE-0900-472D-BF52-570201CC1C93}" type="parTrans" cxnId="{00E11011-C662-4883-A36A-62BC3CEB2A30}">
      <dgm:prSet/>
      <dgm:spPr/>
      <dgm:t>
        <a:bodyPr/>
        <a:lstStyle/>
        <a:p>
          <a:endParaRPr lang="en-US"/>
        </a:p>
      </dgm:t>
    </dgm:pt>
    <dgm:pt modelId="{1C1424FD-F3F2-4439-A309-85D939AD9071}" type="sibTrans" cxnId="{00E11011-C662-4883-A36A-62BC3CEB2A30}">
      <dgm:prSet/>
      <dgm:spPr/>
      <dgm:t>
        <a:bodyPr/>
        <a:lstStyle/>
        <a:p>
          <a:endParaRPr lang="en-US"/>
        </a:p>
      </dgm:t>
    </dgm:pt>
    <dgm:pt modelId="{1A3DC662-536C-4DC5-A987-CCD1AA5A14F0}">
      <dgm:prSet/>
      <dgm:spPr/>
      <dgm:t>
        <a:bodyPr/>
        <a:lstStyle/>
        <a:p>
          <a:pPr algn="just" rtl="0"/>
          <a:r>
            <a:rPr lang="en-GB" b="1" dirty="0" smtClean="0">
              <a:latin typeface="Times New Roman" pitchFamily="18" charset="0"/>
              <a:cs typeface="Times New Roman" pitchFamily="18" charset="0"/>
            </a:rPr>
            <a:t>Equality in the administration of justice: </a:t>
          </a:r>
          <a:r>
            <a:rPr lang="en-GB" dirty="0" smtClean="0">
              <a:latin typeface="Times New Roman" pitchFamily="18" charset="0"/>
              <a:cs typeface="Times New Roman" pitchFamily="18" charset="0"/>
            </a:rPr>
            <a:t>Canon law recognizes the principle that anybody can seek protection for any right he has in the community. In a sacramental community of faith, it is extremely important that the legal way of protecting ones ecclesial rights is clear, public and open to every member with regards to every other member.</a:t>
          </a:r>
          <a:endParaRPr lang="en-US" dirty="0">
            <a:latin typeface="Times New Roman" pitchFamily="18" charset="0"/>
            <a:cs typeface="Times New Roman" pitchFamily="18" charset="0"/>
          </a:endParaRPr>
        </a:p>
      </dgm:t>
    </dgm:pt>
    <dgm:pt modelId="{B40C41D7-B328-4CBC-BEFB-042E7D32814D}" type="parTrans" cxnId="{45512776-2CA9-4D89-837A-9FC30657A84A}">
      <dgm:prSet/>
      <dgm:spPr/>
      <dgm:t>
        <a:bodyPr/>
        <a:lstStyle/>
        <a:p>
          <a:endParaRPr lang="en-US"/>
        </a:p>
      </dgm:t>
    </dgm:pt>
    <dgm:pt modelId="{1D770397-8EC4-4E6E-AE1B-1A6273FA0B65}" type="sibTrans" cxnId="{45512776-2CA9-4D89-837A-9FC30657A84A}">
      <dgm:prSet/>
      <dgm:spPr/>
      <dgm:t>
        <a:bodyPr/>
        <a:lstStyle/>
        <a:p>
          <a:endParaRPr lang="en-US"/>
        </a:p>
      </dgm:t>
    </dgm:pt>
    <dgm:pt modelId="{4EE76131-3145-4524-B8D8-21E73C6AB184}">
      <dgm:prSet/>
      <dgm:spPr/>
      <dgm:t>
        <a:bodyPr/>
        <a:lstStyle/>
        <a:p>
          <a:pPr algn="just" rtl="0"/>
          <a:r>
            <a:rPr lang="en-GB" b="1" dirty="0" smtClean="0">
              <a:latin typeface="Times New Roman" pitchFamily="18" charset="0"/>
              <a:cs typeface="Times New Roman" pitchFamily="18" charset="0"/>
            </a:rPr>
            <a:t>Impartial justice:  </a:t>
          </a:r>
          <a:r>
            <a:rPr lang="en-GB" dirty="0" smtClean="0">
              <a:latin typeface="Times New Roman" pitchFamily="18" charset="0"/>
              <a:cs typeface="Times New Roman" pitchFamily="18" charset="0"/>
            </a:rPr>
            <a:t>the existence and effective functioning of independent and impartial justice is a service to both parties and prevents many conflicts that are otherwise difficult. A solution which also will satisfy the community can only be given by an impartial judge who is not dependent of the bishop.</a:t>
          </a:r>
          <a:endParaRPr lang="en-US" dirty="0">
            <a:latin typeface="Times New Roman" pitchFamily="18" charset="0"/>
            <a:cs typeface="Times New Roman" pitchFamily="18" charset="0"/>
          </a:endParaRPr>
        </a:p>
      </dgm:t>
    </dgm:pt>
    <dgm:pt modelId="{57BFECB6-99AC-475C-9DBC-78A08C7179F9}" type="parTrans" cxnId="{F7227C27-CE00-4222-A537-A0786A07CD2E}">
      <dgm:prSet/>
      <dgm:spPr/>
      <dgm:t>
        <a:bodyPr/>
        <a:lstStyle/>
        <a:p>
          <a:endParaRPr lang="en-US"/>
        </a:p>
      </dgm:t>
    </dgm:pt>
    <dgm:pt modelId="{10AAC071-662E-461D-A897-49160B606F99}" type="sibTrans" cxnId="{F7227C27-CE00-4222-A537-A0786A07CD2E}">
      <dgm:prSet/>
      <dgm:spPr/>
      <dgm:t>
        <a:bodyPr/>
        <a:lstStyle/>
        <a:p>
          <a:endParaRPr lang="en-US"/>
        </a:p>
      </dgm:t>
    </dgm:pt>
    <dgm:pt modelId="{C827408C-C520-4DA5-B781-5DAD20463B1B}" type="pres">
      <dgm:prSet presAssocID="{3E4F61AC-61FA-440D-9CD1-3BF7F52498A8}" presName="linear" presStyleCnt="0">
        <dgm:presLayoutVars>
          <dgm:animLvl val="lvl"/>
          <dgm:resizeHandles val="exact"/>
        </dgm:presLayoutVars>
      </dgm:prSet>
      <dgm:spPr/>
      <dgm:t>
        <a:bodyPr/>
        <a:lstStyle/>
        <a:p>
          <a:endParaRPr lang="en-US"/>
        </a:p>
      </dgm:t>
    </dgm:pt>
    <dgm:pt modelId="{F4102C51-F9D9-4AF1-9860-1C0B69AFB0D7}" type="pres">
      <dgm:prSet presAssocID="{88F0B999-862F-4CC2-BE3F-54891954353E}" presName="parentText" presStyleLbl="node1" presStyleIdx="0" presStyleCnt="1">
        <dgm:presLayoutVars>
          <dgm:chMax val="0"/>
          <dgm:bulletEnabled val="1"/>
        </dgm:presLayoutVars>
      </dgm:prSet>
      <dgm:spPr/>
      <dgm:t>
        <a:bodyPr/>
        <a:lstStyle/>
        <a:p>
          <a:endParaRPr lang="en-US"/>
        </a:p>
      </dgm:t>
    </dgm:pt>
    <dgm:pt modelId="{478995D3-E514-487F-A939-81F8E03112CC}" type="pres">
      <dgm:prSet presAssocID="{88F0B999-862F-4CC2-BE3F-54891954353E}" presName="childText" presStyleLbl="revTx" presStyleIdx="0" presStyleCnt="1" custScaleY="109609">
        <dgm:presLayoutVars>
          <dgm:bulletEnabled val="1"/>
        </dgm:presLayoutVars>
      </dgm:prSet>
      <dgm:spPr/>
      <dgm:t>
        <a:bodyPr/>
        <a:lstStyle/>
        <a:p>
          <a:endParaRPr lang="en-US"/>
        </a:p>
      </dgm:t>
    </dgm:pt>
  </dgm:ptLst>
  <dgm:cxnLst>
    <dgm:cxn modelId="{6499A3DA-8591-4881-B72C-6D11E528F211}" type="presOf" srcId="{3E4F61AC-61FA-440D-9CD1-3BF7F52498A8}" destId="{C827408C-C520-4DA5-B781-5DAD20463B1B}" srcOrd="0" destOrd="0" presId="urn:microsoft.com/office/officeart/2005/8/layout/vList2"/>
    <dgm:cxn modelId="{02595736-2B8F-4EE1-B682-0A9BA9467177}" type="presOf" srcId="{002FBE4E-B578-409F-BC8B-35AEB020E031}" destId="{478995D3-E514-487F-A939-81F8E03112CC}" srcOrd="0" destOrd="1" presId="urn:microsoft.com/office/officeart/2005/8/layout/vList2"/>
    <dgm:cxn modelId="{BFE4F01A-1D90-4E71-B37C-BFE964E3248E}" type="presOf" srcId="{1A3DC662-536C-4DC5-A987-CCD1AA5A14F0}" destId="{478995D3-E514-487F-A939-81F8E03112CC}" srcOrd="0" destOrd="3" presId="urn:microsoft.com/office/officeart/2005/8/layout/vList2"/>
    <dgm:cxn modelId="{F7227C27-CE00-4222-A537-A0786A07CD2E}" srcId="{88F0B999-862F-4CC2-BE3F-54891954353E}" destId="{4EE76131-3145-4524-B8D8-21E73C6AB184}" srcOrd="4" destOrd="0" parTransId="{57BFECB6-99AC-475C-9DBC-78A08C7179F9}" sibTransId="{10AAC071-662E-461D-A897-49160B606F99}"/>
    <dgm:cxn modelId="{613E1B7D-FD8C-4B7F-819F-4B25D626D3C2}" srcId="{88F0B999-862F-4CC2-BE3F-54891954353E}" destId="{002FBE4E-B578-409F-BC8B-35AEB020E031}" srcOrd="1" destOrd="0" parTransId="{0990A2A4-3440-4EFB-A1BE-BCC2D8C9D1E1}" sibTransId="{38F0F520-C98D-478E-8048-EA87E12381E0}"/>
    <dgm:cxn modelId="{38B3DD9B-8B71-429C-8734-3C48811CD105}" type="presOf" srcId="{88F0B999-862F-4CC2-BE3F-54891954353E}" destId="{F4102C51-F9D9-4AF1-9860-1C0B69AFB0D7}" srcOrd="0" destOrd="0" presId="urn:microsoft.com/office/officeart/2005/8/layout/vList2"/>
    <dgm:cxn modelId="{00E11011-C662-4883-A36A-62BC3CEB2A30}" srcId="{88F0B999-862F-4CC2-BE3F-54891954353E}" destId="{55D514E3-D7A3-4D0F-86E3-D98C785CD4EF}" srcOrd="2" destOrd="0" parTransId="{416841AE-0900-472D-BF52-570201CC1C93}" sibTransId="{1C1424FD-F3F2-4439-A309-85D939AD9071}"/>
    <dgm:cxn modelId="{45512776-2CA9-4D89-837A-9FC30657A84A}" srcId="{88F0B999-862F-4CC2-BE3F-54891954353E}" destId="{1A3DC662-536C-4DC5-A987-CCD1AA5A14F0}" srcOrd="3" destOrd="0" parTransId="{B40C41D7-B328-4CBC-BEFB-042E7D32814D}" sibTransId="{1D770397-8EC4-4E6E-AE1B-1A6273FA0B65}"/>
    <dgm:cxn modelId="{19DC633E-E913-420A-929C-8E414C4189DF}" srcId="{3E4F61AC-61FA-440D-9CD1-3BF7F52498A8}" destId="{88F0B999-862F-4CC2-BE3F-54891954353E}" srcOrd="0" destOrd="0" parTransId="{9AA13241-696E-48BE-B05C-1E1F5E2C08AC}" sibTransId="{8B7756B9-81B8-4637-B516-64CC8F5EAC67}"/>
    <dgm:cxn modelId="{81C0D16E-5986-4037-8894-DB01E9AC75B2}" type="presOf" srcId="{C8B22700-01F3-4468-8385-3F8234D51074}" destId="{478995D3-E514-487F-A939-81F8E03112CC}" srcOrd="0" destOrd="0" presId="urn:microsoft.com/office/officeart/2005/8/layout/vList2"/>
    <dgm:cxn modelId="{BC7E0D44-31D3-47E4-8A9B-A83858E0B96A}" srcId="{88F0B999-862F-4CC2-BE3F-54891954353E}" destId="{C8B22700-01F3-4468-8385-3F8234D51074}" srcOrd="0" destOrd="0" parTransId="{2DBC7300-15B6-471A-B756-84D2A3A08E22}" sibTransId="{224CC300-C3AA-4FA2-BEBB-B3D00E9EF771}"/>
    <dgm:cxn modelId="{0131CD2E-AB85-4108-95EE-9E44047A14DE}" type="presOf" srcId="{55D514E3-D7A3-4D0F-86E3-D98C785CD4EF}" destId="{478995D3-E514-487F-A939-81F8E03112CC}" srcOrd="0" destOrd="2" presId="urn:microsoft.com/office/officeart/2005/8/layout/vList2"/>
    <dgm:cxn modelId="{C7CA066B-AE16-4870-BE91-A635D69AD02A}" type="presOf" srcId="{4EE76131-3145-4524-B8D8-21E73C6AB184}" destId="{478995D3-E514-487F-A939-81F8E03112CC}" srcOrd="0" destOrd="4" presId="urn:microsoft.com/office/officeart/2005/8/layout/vList2"/>
    <dgm:cxn modelId="{E33FA04C-AD35-4D74-87BE-0E4728FFCA6B}" type="presParOf" srcId="{C827408C-C520-4DA5-B781-5DAD20463B1B}" destId="{F4102C51-F9D9-4AF1-9860-1C0B69AFB0D7}" srcOrd="0" destOrd="0" presId="urn:microsoft.com/office/officeart/2005/8/layout/vList2"/>
    <dgm:cxn modelId="{B2E52BCB-0607-487B-B4E6-6F560ED378DE}" type="presParOf" srcId="{C827408C-C520-4DA5-B781-5DAD20463B1B}" destId="{478995D3-E514-487F-A939-81F8E03112CC}"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EA78AE2F-55A8-470C-BA48-3C2841A0848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7E12788-6CDD-4451-BD54-81B13890085E}">
      <dgm:prSet custT="1"/>
      <dgm:spPr/>
      <dgm:t>
        <a:bodyPr/>
        <a:lstStyle/>
        <a:p>
          <a:pPr rtl="0"/>
          <a:r>
            <a:rPr lang="en-GB" sz="2800" b="1" dirty="0" smtClean="0">
              <a:latin typeface="Times New Roman" pitchFamily="18" charset="0"/>
              <a:cs typeface="Times New Roman" pitchFamily="18" charset="0"/>
            </a:rPr>
            <a:t>Particular Right of the believers …</a:t>
          </a:r>
          <a:endParaRPr lang="en-US" sz="2800" dirty="0">
            <a:latin typeface="Times New Roman" pitchFamily="18" charset="0"/>
            <a:cs typeface="Times New Roman" pitchFamily="18" charset="0"/>
          </a:endParaRPr>
        </a:p>
      </dgm:t>
    </dgm:pt>
    <dgm:pt modelId="{BE16E185-CC93-4893-A4D5-A532472FF911}" type="parTrans" cxnId="{598242EC-6BA2-453C-B325-B94A1103CEDC}">
      <dgm:prSet/>
      <dgm:spPr/>
      <dgm:t>
        <a:bodyPr/>
        <a:lstStyle/>
        <a:p>
          <a:endParaRPr lang="en-US"/>
        </a:p>
      </dgm:t>
    </dgm:pt>
    <dgm:pt modelId="{8182EFEE-6EBE-4A41-BCBB-0EAF2D6494EF}" type="sibTrans" cxnId="{598242EC-6BA2-453C-B325-B94A1103CEDC}">
      <dgm:prSet/>
      <dgm:spPr/>
      <dgm:t>
        <a:bodyPr/>
        <a:lstStyle/>
        <a:p>
          <a:endParaRPr lang="en-US"/>
        </a:p>
      </dgm:t>
    </dgm:pt>
    <dgm:pt modelId="{F11BF1CA-0873-4778-B38A-36DAE97DCAE2}">
      <dgm:prSet/>
      <dgm:spPr/>
      <dgm:t>
        <a:bodyPr/>
        <a:lstStyle/>
        <a:p>
          <a:pPr algn="just" rtl="0"/>
          <a:r>
            <a:rPr lang="en-GB" b="1" dirty="0" smtClean="0">
              <a:latin typeface="Times New Roman" pitchFamily="18" charset="0"/>
              <a:cs typeface="Times New Roman" pitchFamily="18" charset="0"/>
            </a:rPr>
            <a:t>Respect for the private life: </a:t>
          </a:r>
          <a:r>
            <a:rPr lang="en-GB" dirty="0" smtClean="0">
              <a:latin typeface="Times New Roman" pitchFamily="18" charset="0"/>
              <a:cs typeface="Times New Roman" pitchFamily="18" charset="0"/>
            </a:rPr>
            <a:t>these who were adequately protected by church law against almost unlimited interference in private affair and under the regulation that makes even a minimum of privacy impossible.</a:t>
          </a:r>
          <a:endParaRPr lang="en-US" dirty="0">
            <a:latin typeface="Times New Roman" pitchFamily="18" charset="0"/>
            <a:cs typeface="Times New Roman" pitchFamily="18" charset="0"/>
          </a:endParaRPr>
        </a:p>
      </dgm:t>
    </dgm:pt>
    <dgm:pt modelId="{9F748D1D-25E0-48BB-9F7A-810DBD3A9F57}" type="parTrans" cxnId="{634C4176-6C37-44F6-A568-31523A9D0756}">
      <dgm:prSet/>
      <dgm:spPr/>
      <dgm:t>
        <a:bodyPr/>
        <a:lstStyle/>
        <a:p>
          <a:endParaRPr lang="en-US"/>
        </a:p>
      </dgm:t>
    </dgm:pt>
    <dgm:pt modelId="{282D7100-B161-489C-A5CD-1EF02E407EE5}" type="sibTrans" cxnId="{634C4176-6C37-44F6-A568-31523A9D0756}">
      <dgm:prSet/>
      <dgm:spPr/>
      <dgm:t>
        <a:bodyPr/>
        <a:lstStyle/>
        <a:p>
          <a:endParaRPr lang="en-US"/>
        </a:p>
      </dgm:t>
    </dgm:pt>
    <dgm:pt modelId="{E47FA6D5-1200-4F55-A047-50FD23B0F5D9}">
      <dgm:prSet/>
      <dgm:spPr/>
      <dgm:t>
        <a:bodyPr/>
        <a:lstStyle/>
        <a:p>
          <a:pPr algn="just" rtl="0"/>
          <a:r>
            <a:rPr lang="en-GB" b="1" dirty="0" smtClean="0">
              <a:latin typeface="Times New Roman" pitchFamily="18" charset="0"/>
              <a:cs typeface="Times New Roman" pitchFamily="18" charset="0"/>
            </a:rPr>
            <a:t>Freedom of thought conscience and religion: </a:t>
          </a:r>
          <a:r>
            <a:rPr lang="en-GB" dirty="0" smtClean="0">
              <a:latin typeface="Times New Roman" pitchFamily="18" charset="0"/>
              <a:cs typeface="Times New Roman" pitchFamily="18" charset="0"/>
            </a:rPr>
            <a:t> Church law is meant to order the life of the sacramental community of believers and therefore presuppose a free acceptance of the faith. There is no sense in imposing church law on people who do not believe themselves bound by such a law who want to have no part in the community.</a:t>
          </a:r>
          <a:endParaRPr lang="en-US" dirty="0">
            <a:latin typeface="Times New Roman" pitchFamily="18" charset="0"/>
            <a:cs typeface="Times New Roman" pitchFamily="18" charset="0"/>
          </a:endParaRPr>
        </a:p>
      </dgm:t>
    </dgm:pt>
    <dgm:pt modelId="{73F636DC-1005-446C-8172-D2ED10A43B29}" type="parTrans" cxnId="{060D75B8-F7C4-4ADD-8063-C780BD05735A}">
      <dgm:prSet/>
      <dgm:spPr/>
      <dgm:t>
        <a:bodyPr/>
        <a:lstStyle/>
        <a:p>
          <a:endParaRPr lang="en-US"/>
        </a:p>
      </dgm:t>
    </dgm:pt>
    <dgm:pt modelId="{6AA74E78-0519-424D-A63F-59E791BA6AD1}" type="sibTrans" cxnId="{060D75B8-F7C4-4ADD-8063-C780BD05735A}">
      <dgm:prSet/>
      <dgm:spPr/>
      <dgm:t>
        <a:bodyPr/>
        <a:lstStyle/>
        <a:p>
          <a:endParaRPr lang="en-US"/>
        </a:p>
      </dgm:t>
    </dgm:pt>
    <dgm:pt modelId="{3EA8A778-5D70-41AC-A5E3-DE83D9FBC78E}">
      <dgm:prSet/>
      <dgm:spPr/>
      <dgm:t>
        <a:bodyPr/>
        <a:lstStyle/>
        <a:p>
          <a:pPr algn="just" rtl="0"/>
          <a:r>
            <a:rPr lang="en-GB" b="1" dirty="0" smtClean="0">
              <a:latin typeface="Times New Roman" pitchFamily="18" charset="0"/>
              <a:cs typeface="Times New Roman" pitchFamily="18" charset="0"/>
            </a:rPr>
            <a:t>Freedom of opinion and expression:</a:t>
          </a:r>
          <a:r>
            <a:rPr lang="en-GB" dirty="0" smtClean="0">
              <a:latin typeface="Times New Roman" pitchFamily="18" charset="0"/>
              <a:cs typeface="Times New Roman" pitchFamily="18" charset="0"/>
            </a:rPr>
            <a:t> the usual ecclesiastical policy of presuming the necessity of secrecy and of only occasionally allowing publicly should be reversed so that the necessity of publicity is presumed and secrecy only occasionally imposed when there are compelling reasons for it.</a:t>
          </a:r>
          <a:r>
            <a:rPr lang="en-GB" b="1"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dgm:t>
    </dgm:pt>
    <dgm:pt modelId="{61C1967D-7084-4250-9B99-88ED7729487F}" type="parTrans" cxnId="{F6461BC7-8A61-4749-9007-1249137A336D}">
      <dgm:prSet/>
      <dgm:spPr/>
      <dgm:t>
        <a:bodyPr/>
        <a:lstStyle/>
        <a:p>
          <a:endParaRPr lang="en-US"/>
        </a:p>
      </dgm:t>
    </dgm:pt>
    <dgm:pt modelId="{2D9F3423-8815-446D-AA6B-3416990CB6A2}" type="sibTrans" cxnId="{F6461BC7-8A61-4749-9007-1249137A336D}">
      <dgm:prSet/>
      <dgm:spPr/>
      <dgm:t>
        <a:bodyPr/>
        <a:lstStyle/>
        <a:p>
          <a:endParaRPr lang="en-US"/>
        </a:p>
      </dgm:t>
    </dgm:pt>
    <dgm:pt modelId="{C72F2336-E7B8-46D2-893F-0079E4EA0AE9}">
      <dgm:prSet/>
      <dgm:spPr/>
      <dgm:t>
        <a:bodyPr/>
        <a:lstStyle/>
        <a:p>
          <a:pPr algn="just" rtl="0"/>
          <a:r>
            <a:rPr lang="en-GB" b="1" smtClean="0">
              <a:latin typeface="Times New Roman" pitchFamily="18" charset="0"/>
              <a:cs typeface="Times New Roman" pitchFamily="18" charset="0"/>
            </a:rPr>
            <a:t>Freedom assembly and association:</a:t>
          </a:r>
          <a:r>
            <a:rPr lang="en-GB" smtClean="0">
              <a:latin typeface="Times New Roman" pitchFamily="18" charset="0"/>
              <a:cs typeface="Times New Roman" pitchFamily="18" charset="0"/>
            </a:rPr>
            <a:t> The principles which govern freedom of association in the church have been set out in the constitution on the apostolate of the laity.</a:t>
          </a:r>
          <a:endParaRPr lang="en-US">
            <a:latin typeface="Times New Roman" pitchFamily="18" charset="0"/>
            <a:cs typeface="Times New Roman" pitchFamily="18" charset="0"/>
          </a:endParaRPr>
        </a:p>
      </dgm:t>
    </dgm:pt>
    <dgm:pt modelId="{587040AF-83BA-4010-8D78-A49AB3E6E955}" type="parTrans" cxnId="{65D2D7FA-01A1-4D1F-B256-AF01945A1924}">
      <dgm:prSet/>
      <dgm:spPr/>
      <dgm:t>
        <a:bodyPr/>
        <a:lstStyle/>
        <a:p>
          <a:endParaRPr lang="en-US"/>
        </a:p>
      </dgm:t>
    </dgm:pt>
    <dgm:pt modelId="{40BC4B5F-1A9D-4247-90E9-43C4C553E89E}" type="sibTrans" cxnId="{65D2D7FA-01A1-4D1F-B256-AF01945A1924}">
      <dgm:prSet/>
      <dgm:spPr/>
      <dgm:t>
        <a:bodyPr/>
        <a:lstStyle/>
        <a:p>
          <a:endParaRPr lang="en-US"/>
        </a:p>
      </dgm:t>
    </dgm:pt>
    <dgm:pt modelId="{6A000FCA-F7B3-4082-9B2B-181BDCA08DFE}">
      <dgm:prSet/>
      <dgm:spPr/>
      <dgm:t>
        <a:bodyPr/>
        <a:lstStyle/>
        <a:p>
          <a:pPr algn="just" rtl="0"/>
          <a:r>
            <a:rPr lang="en-GB" b="1" dirty="0" smtClean="0">
              <a:latin typeface="Times New Roman" pitchFamily="18" charset="0"/>
              <a:cs typeface="Times New Roman" pitchFamily="18" charset="0"/>
            </a:rPr>
            <a:t>Democracy: </a:t>
          </a:r>
          <a:r>
            <a:rPr lang="en-GB" dirty="0" smtClean="0">
              <a:latin typeface="Times New Roman" pitchFamily="18" charset="0"/>
              <a:cs typeface="Times New Roman" pitchFamily="18" charset="0"/>
            </a:rPr>
            <a:t>the indispensable condition for the further development of democratic structures within the church is the development of each one’s awareness of their own personal responsibility to the Lord.</a:t>
          </a:r>
          <a:endParaRPr lang="en-US" dirty="0">
            <a:latin typeface="Times New Roman" pitchFamily="18" charset="0"/>
            <a:cs typeface="Times New Roman" pitchFamily="18" charset="0"/>
          </a:endParaRPr>
        </a:p>
      </dgm:t>
    </dgm:pt>
    <dgm:pt modelId="{28F5DA36-D887-4090-B070-A0910B92E65C}" type="parTrans" cxnId="{37A17029-8DE4-4D1A-97AA-80934974AD3C}">
      <dgm:prSet/>
      <dgm:spPr/>
      <dgm:t>
        <a:bodyPr/>
        <a:lstStyle/>
        <a:p>
          <a:endParaRPr lang="en-US"/>
        </a:p>
      </dgm:t>
    </dgm:pt>
    <dgm:pt modelId="{C525C842-5843-4E90-9F89-6FB9130D3455}" type="sibTrans" cxnId="{37A17029-8DE4-4D1A-97AA-80934974AD3C}">
      <dgm:prSet/>
      <dgm:spPr/>
      <dgm:t>
        <a:bodyPr/>
        <a:lstStyle/>
        <a:p>
          <a:endParaRPr lang="en-US"/>
        </a:p>
      </dgm:t>
    </dgm:pt>
    <dgm:pt modelId="{F31906A7-8E47-4B65-A7C1-A67612984AA9}">
      <dgm:prSet/>
      <dgm:spPr/>
      <dgm:t>
        <a:bodyPr/>
        <a:lstStyle/>
        <a:p>
          <a:pPr algn="just" rtl="0"/>
          <a:r>
            <a:rPr lang="en-GB" b="1" dirty="0" smtClean="0">
              <a:latin typeface="Times New Roman" pitchFamily="18" charset="0"/>
              <a:cs typeface="Times New Roman" pitchFamily="18" charset="0"/>
            </a:rPr>
            <a:t>Participation in the cultural life of the community: </a:t>
          </a:r>
          <a:r>
            <a:rPr lang="en-GB" dirty="0" smtClean="0">
              <a:latin typeface="Times New Roman" pitchFamily="18" charset="0"/>
              <a:cs typeface="Times New Roman" pitchFamily="18" charset="0"/>
            </a:rPr>
            <a:t>Universal declaration of human rights can be an inspiration, not only for a new codification of Christian rights in a new church order, but also for the growth of a social law as has already happened in the legislation.</a:t>
          </a:r>
          <a:endParaRPr lang="en-US" dirty="0">
            <a:latin typeface="Times New Roman" pitchFamily="18" charset="0"/>
            <a:cs typeface="Times New Roman" pitchFamily="18" charset="0"/>
          </a:endParaRPr>
        </a:p>
      </dgm:t>
    </dgm:pt>
    <dgm:pt modelId="{DF54FD8D-BA37-434A-97AE-F12C6144F08B}" type="parTrans" cxnId="{DAAC1A2D-5B0D-44C8-8945-A1279B8929D9}">
      <dgm:prSet/>
      <dgm:spPr/>
      <dgm:t>
        <a:bodyPr/>
        <a:lstStyle/>
        <a:p>
          <a:endParaRPr lang="en-US"/>
        </a:p>
      </dgm:t>
    </dgm:pt>
    <dgm:pt modelId="{7EC2CA00-F2CE-4960-A84C-2A17F0654524}" type="sibTrans" cxnId="{DAAC1A2D-5B0D-44C8-8945-A1279B8929D9}">
      <dgm:prSet/>
      <dgm:spPr/>
      <dgm:t>
        <a:bodyPr/>
        <a:lstStyle/>
        <a:p>
          <a:endParaRPr lang="en-US"/>
        </a:p>
      </dgm:t>
    </dgm:pt>
    <dgm:pt modelId="{E9A5EE7F-77D5-434C-98B4-C16D2FE579B3}" type="pres">
      <dgm:prSet presAssocID="{EA78AE2F-55A8-470C-BA48-3C2841A0848F}" presName="linear" presStyleCnt="0">
        <dgm:presLayoutVars>
          <dgm:animLvl val="lvl"/>
          <dgm:resizeHandles val="exact"/>
        </dgm:presLayoutVars>
      </dgm:prSet>
      <dgm:spPr/>
      <dgm:t>
        <a:bodyPr/>
        <a:lstStyle/>
        <a:p>
          <a:endParaRPr lang="en-US"/>
        </a:p>
      </dgm:t>
    </dgm:pt>
    <dgm:pt modelId="{91C6B8C2-4DFF-472D-81B8-7BD4F721CF14}" type="pres">
      <dgm:prSet presAssocID="{F7E12788-6CDD-4451-BD54-81B13890085E}" presName="parentText" presStyleLbl="node1" presStyleIdx="0" presStyleCnt="1" custLinFactNeighborY="-1499">
        <dgm:presLayoutVars>
          <dgm:chMax val="0"/>
          <dgm:bulletEnabled val="1"/>
        </dgm:presLayoutVars>
      </dgm:prSet>
      <dgm:spPr/>
      <dgm:t>
        <a:bodyPr/>
        <a:lstStyle/>
        <a:p>
          <a:endParaRPr lang="en-US"/>
        </a:p>
      </dgm:t>
    </dgm:pt>
    <dgm:pt modelId="{26D9DAA7-DF02-4211-BA90-59415C9F9559}" type="pres">
      <dgm:prSet presAssocID="{F7E12788-6CDD-4451-BD54-81B13890085E}" presName="childText" presStyleLbl="revTx" presStyleIdx="0" presStyleCnt="1" custScaleY="106497">
        <dgm:presLayoutVars>
          <dgm:bulletEnabled val="1"/>
        </dgm:presLayoutVars>
      </dgm:prSet>
      <dgm:spPr/>
      <dgm:t>
        <a:bodyPr/>
        <a:lstStyle/>
        <a:p>
          <a:endParaRPr lang="en-US"/>
        </a:p>
      </dgm:t>
    </dgm:pt>
  </dgm:ptLst>
  <dgm:cxnLst>
    <dgm:cxn modelId="{8EDBBAF4-0D5B-4F4B-8FD5-A39224161C5C}" type="presOf" srcId="{F11BF1CA-0873-4778-B38A-36DAE97DCAE2}" destId="{26D9DAA7-DF02-4211-BA90-59415C9F9559}" srcOrd="0" destOrd="0" presId="urn:microsoft.com/office/officeart/2005/8/layout/vList2"/>
    <dgm:cxn modelId="{83281DF2-A685-4953-BACC-429D7817907A}" type="presOf" srcId="{3EA8A778-5D70-41AC-A5E3-DE83D9FBC78E}" destId="{26D9DAA7-DF02-4211-BA90-59415C9F9559}" srcOrd="0" destOrd="2" presId="urn:microsoft.com/office/officeart/2005/8/layout/vList2"/>
    <dgm:cxn modelId="{85EAA2A5-1B9B-42DA-A5A9-182F86AD99D7}" type="presOf" srcId="{F7E12788-6CDD-4451-BD54-81B13890085E}" destId="{91C6B8C2-4DFF-472D-81B8-7BD4F721CF14}" srcOrd="0" destOrd="0" presId="urn:microsoft.com/office/officeart/2005/8/layout/vList2"/>
    <dgm:cxn modelId="{598242EC-6BA2-453C-B325-B94A1103CEDC}" srcId="{EA78AE2F-55A8-470C-BA48-3C2841A0848F}" destId="{F7E12788-6CDD-4451-BD54-81B13890085E}" srcOrd="0" destOrd="0" parTransId="{BE16E185-CC93-4893-A4D5-A532472FF911}" sibTransId="{8182EFEE-6EBE-4A41-BCBB-0EAF2D6494EF}"/>
    <dgm:cxn modelId="{F6461BC7-8A61-4749-9007-1249137A336D}" srcId="{F7E12788-6CDD-4451-BD54-81B13890085E}" destId="{3EA8A778-5D70-41AC-A5E3-DE83D9FBC78E}" srcOrd="2" destOrd="0" parTransId="{61C1967D-7084-4250-9B99-88ED7729487F}" sibTransId="{2D9F3423-8815-446D-AA6B-3416990CB6A2}"/>
    <dgm:cxn modelId="{65D2D7FA-01A1-4D1F-B256-AF01945A1924}" srcId="{F7E12788-6CDD-4451-BD54-81B13890085E}" destId="{C72F2336-E7B8-46D2-893F-0079E4EA0AE9}" srcOrd="3" destOrd="0" parTransId="{587040AF-83BA-4010-8D78-A49AB3E6E955}" sibTransId="{40BC4B5F-1A9D-4247-90E9-43C4C553E89E}"/>
    <dgm:cxn modelId="{CB9E0BE6-6B05-4139-970C-69CD33E1AD49}" type="presOf" srcId="{6A000FCA-F7B3-4082-9B2B-181BDCA08DFE}" destId="{26D9DAA7-DF02-4211-BA90-59415C9F9559}" srcOrd="0" destOrd="4" presId="urn:microsoft.com/office/officeart/2005/8/layout/vList2"/>
    <dgm:cxn modelId="{CCAD3C51-9DC0-44D5-9299-4403F5748E23}" type="presOf" srcId="{E47FA6D5-1200-4F55-A047-50FD23B0F5D9}" destId="{26D9DAA7-DF02-4211-BA90-59415C9F9559}" srcOrd="0" destOrd="1" presId="urn:microsoft.com/office/officeart/2005/8/layout/vList2"/>
    <dgm:cxn modelId="{DB52368D-A669-43B8-8617-A9CD36E03844}" type="presOf" srcId="{C72F2336-E7B8-46D2-893F-0079E4EA0AE9}" destId="{26D9DAA7-DF02-4211-BA90-59415C9F9559}" srcOrd="0" destOrd="3" presId="urn:microsoft.com/office/officeart/2005/8/layout/vList2"/>
    <dgm:cxn modelId="{060D75B8-F7C4-4ADD-8063-C780BD05735A}" srcId="{F7E12788-6CDD-4451-BD54-81B13890085E}" destId="{E47FA6D5-1200-4F55-A047-50FD23B0F5D9}" srcOrd="1" destOrd="0" parTransId="{73F636DC-1005-446C-8172-D2ED10A43B29}" sibTransId="{6AA74E78-0519-424D-A63F-59E791BA6AD1}"/>
    <dgm:cxn modelId="{634C4176-6C37-44F6-A568-31523A9D0756}" srcId="{F7E12788-6CDD-4451-BD54-81B13890085E}" destId="{F11BF1CA-0873-4778-B38A-36DAE97DCAE2}" srcOrd="0" destOrd="0" parTransId="{9F748D1D-25E0-48BB-9F7A-810DBD3A9F57}" sibTransId="{282D7100-B161-489C-A5CD-1EF02E407EE5}"/>
    <dgm:cxn modelId="{EB706CFC-ADEB-4915-9E30-37F234F48AAA}" type="presOf" srcId="{F31906A7-8E47-4B65-A7C1-A67612984AA9}" destId="{26D9DAA7-DF02-4211-BA90-59415C9F9559}" srcOrd="0" destOrd="5" presId="urn:microsoft.com/office/officeart/2005/8/layout/vList2"/>
    <dgm:cxn modelId="{DAAC1A2D-5B0D-44C8-8945-A1279B8929D9}" srcId="{F7E12788-6CDD-4451-BD54-81B13890085E}" destId="{F31906A7-8E47-4B65-A7C1-A67612984AA9}" srcOrd="5" destOrd="0" parTransId="{DF54FD8D-BA37-434A-97AE-F12C6144F08B}" sibTransId="{7EC2CA00-F2CE-4960-A84C-2A17F0654524}"/>
    <dgm:cxn modelId="{2C9C51AA-C5B3-40BC-8509-4A029FA901D4}" type="presOf" srcId="{EA78AE2F-55A8-470C-BA48-3C2841A0848F}" destId="{E9A5EE7F-77D5-434C-98B4-C16D2FE579B3}" srcOrd="0" destOrd="0" presId="urn:microsoft.com/office/officeart/2005/8/layout/vList2"/>
    <dgm:cxn modelId="{37A17029-8DE4-4D1A-97AA-80934974AD3C}" srcId="{F7E12788-6CDD-4451-BD54-81B13890085E}" destId="{6A000FCA-F7B3-4082-9B2B-181BDCA08DFE}" srcOrd="4" destOrd="0" parTransId="{28F5DA36-D887-4090-B070-A0910B92E65C}" sibTransId="{C525C842-5843-4E90-9F89-6FB9130D3455}"/>
    <dgm:cxn modelId="{3A9EBB75-148A-4BCE-A9EE-389CCCCA4B88}" type="presParOf" srcId="{E9A5EE7F-77D5-434C-98B4-C16D2FE579B3}" destId="{91C6B8C2-4DFF-472D-81B8-7BD4F721CF14}" srcOrd="0" destOrd="0" presId="urn:microsoft.com/office/officeart/2005/8/layout/vList2"/>
    <dgm:cxn modelId="{12EF07E6-F86C-4358-A147-0D489DE30FE6}" type="presParOf" srcId="{E9A5EE7F-77D5-434C-98B4-C16D2FE579B3}" destId="{26D9DAA7-DF02-4211-BA90-59415C9F9559}"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ACCED9-94B1-42C6-A09B-9BCE3D4228E5}">
      <dsp:nvSpPr>
        <dsp:cNvPr id="0" name=""/>
        <dsp:cNvSpPr/>
      </dsp:nvSpPr>
      <dsp:spPr>
        <a:xfrm>
          <a:off x="0" y="30857"/>
          <a:ext cx="8839200" cy="69845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kern="1200" dirty="0" smtClean="0">
              <a:latin typeface="Times New Roman" pitchFamily="18" charset="0"/>
              <a:cs typeface="Times New Roman" pitchFamily="18" charset="0"/>
            </a:rPr>
            <a:t>CHAPTER ONE: AN OVER VIEW  OF THE COURSE</a:t>
          </a:r>
          <a:endParaRPr lang="en-US" sz="2400" kern="1200" dirty="0">
            <a:latin typeface="Times New Roman" pitchFamily="18" charset="0"/>
            <a:cs typeface="Times New Roman" pitchFamily="18" charset="0"/>
          </a:endParaRPr>
        </a:p>
      </dsp:txBody>
      <dsp:txXfrm>
        <a:off x="34096" y="64953"/>
        <a:ext cx="8771008" cy="630260"/>
      </dsp:txXfrm>
    </dsp:sp>
    <dsp:sp modelId="{B6B8C409-A571-490D-AF05-C84C99907297}">
      <dsp:nvSpPr>
        <dsp:cNvPr id="0" name=""/>
        <dsp:cNvSpPr/>
      </dsp:nvSpPr>
      <dsp:spPr>
        <a:xfrm>
          <a:off x="0" y="729310"/>
          <a:ext cx="8839200" cy="5793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40640" rIns="227584" bIns="40640" numCol="1" spcCol="1270" anchor="t" anchorCtr="0">
          <a:noAutofit/>
        </a:bodyPr>
        <a:lstStyle/>
        <a:p>
          <a:pPr marL="285750" lvl="1" indent="-285750" algn="just" defTabSz="1422400" rtl="0">
            <a:lnSpc>
              <a:spcPct val="90000"/>
            </a:lnSpc>
            <a:spcBef>
              <a:spcPct val="0"/>
            </a:spcBef>
            <a:spcAft>
              <a:spcPct val="20000"/>
            </a:spcAft>
            <a:buChar char="••"/>
          </a:pPr>
          <a:r>
            <a:rPr lang="en-US" sz="3200" kern="1200" dirty="0" smtClean="0">
              <a:latin typeface="Times New Roman" pitchFamily="18" charset="0"/>
              <a:cs typeface="Times New Roman" pitchFamily="18" charset="0"/>
            </a:rPr>
            <a:t>Canon Law: Definition and Meaning</a:t>
          </a:r>
          <a:endParaRPr lang="en-US" sz="3200" kern="1200" dirty="0">
            <a:latin typeface="Times New Roman" pitchFamily="18" charset="0"/>
            <a:cs typeface="Times New Roman" pitchFamily="18" charset="0"/>
          </a:endParaRPr>
        </a:p>
        <a:p>
          <a:pPr marL="285750" lvl="1" indent="-285750" algn="just" defTabSz="1422400" rtl="0">
            <a:lnSpc>
              <a:spcPct val="90000"/>
            </a:lnSpc>
            <a:spcBef>
              <a:spcPct val="0"/>
            </a:spcBef>
            <a:spcAft>
              <a:spcPct val="20000"/>
            </a:spcAft>
            <a:buChar char="••"/>
          </a:pPr>
          <a:r>
            <a:rPr lang="en-US" sz="3200" kern="1200" smtClean="0">
              <a:latin typeface="Times New Roman" pitchFamily="18" charset="0"/>
              <a:cs typeface="Times New Roman" pitchFamily="18" charset="0"/>
            </a:rPr>
            <a:t>The purpose of  Canon law or Church Law</a:t>
          </a:r>
          <a:endParaRPr lang="en-US" sz="3200" kern="1200">
            <a:latin typeface="Times New Roman" pitchFamily="18" charset="0"/>
            <a:cs typeface="Times New Roman" pitchFamily="18" charset="0"/>
          </a:endParaRPr>
        </a:p>
        <a:p>
          <a:pPr marL="285750" lvl="1" indent="-285750" algn="just" defTabSz="1422400" rtl="0">
            <a:lnSpc>
              <a:spcPct val="90000"/>
            </a:lnSpc>
            <a:spcBef>
              <a:spcPct val="0"/>
            </a:spcBef>
            <a:spcAft>
              <a:spcPct val="20000"/>
            </a:spcAft>
            <a:buChar char="••"/>
          </a:pPr>
          <a:r>
            <a:rPr lang="en-US" sz="3200" kern="1200" dirty="0" smtClean="0">
              <a:latin typeface="Times New Roman" pitchFamily="18" charset="0"/>
              <a:cs typeface="Times New Roman" pitchFamily="18" charset="0"/>
            </a:rPr>
            <a:t>The Natures  of Canon law </a:t>
          </a:r>
          <a:endParaRPr lang="en-US" sz="3200" kern="1200" dirty="0">
            <a:latin typeface="Times New Roman" pitchFamily="18" charset="0"/>
            <a:cs typeface="Times New Roman" pitchFamily="18" charset="0"/>
          </a:endParaRPr>
        </a:p>
        <a:p>
          <a:pPr marL="285750" lvl="1" indent="-285750" algn="just" defTabSz="1422400" rtl="0">
            <a:lnSpc>
              <a:spcPct val="90000"/>
            </a:lnSpc>
            <a:spcBef>
              <a:spcPct val="0"/>
            </a:spcBef>
            <a:spcAft>
              <a:spcPct val="20000"/>
            </a:spcAft>
            <a:buChar char="••"/>
          </a:pPr>
          <a:r>
            <a:rPr lang="en-US" sz="3200" kern="1200" dirty="0" smtClean="0">
              <a:latin typeface="Times New Roman" pitchFamily="18" charset="0"/>
              <a:cs typeface="Times New Roman" pitchFamily="18" charset="0"/>
            </a:rPr>
            <a:t>Canon Law as Ecclesiology</a:t>
          </a:r>
          <a:endParaRPr lang="en-US" sz="3200" kern="1200" dirty="0">
            <a:latin typeface="Times New Roman" pitchFamily="18" charset="0"/>
            <a:cs typeface="Times New Roman" pitchFamily="18" charset="0"/>
          </a:endParaRPr>
        </a:p>
        <a:p>
          <a:pPr marL="285750" lvl="1" indent="-285750" algn="just" defTabSz="1422400" rtl="0">
            <a:lnSpc>
              <a:spcPct val="90000"/>
            </a:lnSpc>
            <a:spcBef>
              <a:spcPct val="0"/>
            </a:spcBef>
            <a:spcAft>
              <a:spcPct val="20000"/>
            </a:spcAft>
            <a:buChar char="••"/>
          </a:pPr>
          <a:r>
            <a:rPr lang="en-US" sz="3200" kern="1200" dirty="0" smtClean="0">
              <a:latin typeface="Times New Roman" pitchFamily="18" charset="0"/>
              <a:cs typeface="Times New Roman" pitchFamily="18" charset="0"/>
            </a:rPr>
            <a:t>Scope of Canon Law</a:t>
          </a:r>
          <a:endParaRPr lang="en-US" sz="3200" kern="1200" dirty="0">
            <a:latin typeface="Times New Roman" pitchFamily="18" charset="0"/>
            <a:cs typeface="Times New Roman" pitchFamily="18" charset="0"/>
          </a:endParaRPr>
        </a:p>
        <a:p>
          <a:pPr marL="285750" lvl="1" indent="-285750" algn="just" defTabSz="1422400" rtl="0">
            <a:lnSpc>
              <a:spcPct val="90000"/>
            </a:lnSpc>
            <a:spcBef>
              <a:spcPct val="0"/>
            </a:spcBef>
            <a:spcAft>
              <a:spcPct val="20000"/>
            </a:spcAft>
            <a:buChar char="••"/>
          </a:pPr>
          <a:r>
            <a:rPr lang="en-US" sz="3200" kern="1200" dirty="0" smtClean="0">
              <a:latin typeface="Times New Roman" pitchFamily="18" charset="0"/>
              <a:cs typeface="Times New Roman" pitchFamily="18" charset="0"/>
            </a:rPr>
            <a:t>Church: Definition and Meaning </a:t>
          </a:r>
          <a:endParaRPr lang="en-US" sz="3200" kern="1200" dirty="0">
            <a:latin typeface="Times New Roman" pitchFamily="18" charset="0"/>
            <a:cs typeface="Times New Roman" pitchFamily="18" charset="0"/>
          </a:endParaRPr>
        </a:p>
        <a:p>
          <a:pPr marL="285750" lvl="1" indent="-285750" algn="just" defTabSz="1422400" rtl="0">
            <a:lnSpc>
              <a:spcPct val="90000"/>
            </a:lnSpc>
            <a:spcBef>
              <a:spcPct val="0"/>
            </a:spcBef>
            <a:spcAft>
              <a:spcPct val="20000"/>
            </a:spcAft>
            <a:buChar char="••"/>
          </a:pPr>
          <a:r>
            <a:rPr lang="en-US" sz="3200" kern="1200" dirty="0" smtClean="0">
              <a:latin typeface="Times New Roman" pitchFamily="18" charset="0"/>
              <a:cs typeface="Times New Roman" pitchFamily="18" charset="0"/>
            </a:rPr>
            <a:t>Types or Symbols of Church</a:t>
          </a:r>
          <a:endParaRPr lang="en-US" sz="3200" kern="1200" dirty="0">
            <a:latin typeface="Times New Roman" pitchFamily="18" charset="0"/>
            <a:cs typeface="Times New Roman" pitchFamily="18" charset="0"/>
          </a:endParaRPr>
        </a:p>
        <a:p>
          <a:pPr marL="285750" lvl="1" indent="-285750" algn="just" defTabSz="1422400" rtl="0">
            <a:lnSpc>
              <a:spcPct val="90000"/>
            </a:lnSpc>
            <a:spcBef>
              <a:spcPct val="0"/>
            </a:spcBef>
            <a:spcAft>
              <a:spcPct val="20000"/>
            </a:spcAft>
            <a:buChar char="••"/>
          </a:pPr>
          <a:r>
            <a:rPr lang="en-US" sz="3200" kern="1200" dirty="0" smtClean="0">
              <a:latin typeface="Times New Roman" pitchFamily="18" charset="0"/>
              <a:cs typeface="Times New Roman" pitchFamily="18" charset="0"/>
            </a:rPr>
            <a:t>Church and Its Attributes</a:t>
          </a:r>
          <a:endParaRPr lang="en-US" sz="3200" kern="1200" dirty="0">
            <a:latin typeface="Times New Roman" pitchFamily="18" charset="0"/>
            <a:cs typeface="Times New Roman" pitchFamily="18" charset="0"/>
          </a:endParaRPr>
        </a:p>
      </dsp:txBody>
      <dsp:txXfrm>
        <a:off x="0" y="729310"/>
        <a:ext cx="8839200" cy="57930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CFED3B-F506-4C80-8924-83767A57C976}">
      <dsp:nvSpPr>
        <dsp:cNvPr id="0" name=""/>
        <dsp:cNvSpPr/>
      </dsp:nvSpPr>
      <dsp:spPr>
        <a:xfrm>
          <a:off x="0" y="100033"/>
          <a:ext cx="8915400" cy="66765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l" defTabSz="1289050" rtl="0">
            <a:lnSpc>
              <a:spcPct val="90000"/>
            </a:lnSpc>
            <a:spcBef>
              <a:spcPct val="0"/>
            </a:spcBef>
            <a:spcAft>
              <a:spcPct val="35000"/>
            </a:spcAft>
          </a:pPr>
          <a:r>
            <a:rPr lang="en-US" sz="2900" b="1" kern="1200" dirty="0" smtClean="0">
              <a:latin typeface="Times New Roman" pitchFamily="18" charset="0"/>
              <a:cs typeface="Times New Roman" pitchFamily="18" charset="0"/>
            </a:rPr>
            <a:t>CHAPTER TWO: CHURCH ADMINISTRATION</a:t>
          </a:r>
          <a:endParaRPr lang="en-US" sz="2900" kern="1200" dirty="0">
            <a:latin typeface="Times New Roman" pitchFamily="18" charset="0"/>
            <a:cs typeface="Times New Roman" pitchFamily="18" charset="0"/>
          </a:endParaRPr>
        </a:p>
      </dsp:txBody>
      <dsp:txXfrm>
        <a:off x="32592" y="132625"/>
        <a:ext cx="8850216" cy="602468"/>
      </dsp:txXfrm>
    </dsp:sp>
    <dsp:sp modelId="{BBD35DE7-96B6-403E-A1FE-327F6FB9A4FC}">
      <dsp:nvSpPr>
        <dsp:cNvPr id="0" name=""/>
        <dsp:cNvSpPr/>
      </dsp:nvSpPr>
      <dsp:spPr>
        <a:xfrm>
          <a:off x="0" y="767685"/>
          <a:ext cx="8915400" cy="3390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064" tIns="36830" rIns="206248" bIns="36830" numCol="1" spcCol="1270" anchor="t" anchorCtr="0">
          <a:noAutofit/>
        </a:bodyPr>
        <a:lstStyle/>
        <a:p>
          <a:pPr marL="228600" lvl="1" indent="-228600" algn="just" defTabSz="1022350" rtl="0">
            <a:lnSpc>
              <a:spcPct val="90000"/>
            </a:lnSpc>
            <a:spcBef>
              <a:spcPct val="0"/>
            </a:spcBef>
            <a:spcAft>
              <a:spcPct val="20000"/>
            </a:spcAft>
            <a:buChar char="••"/>
          </a:pPr>
          <a:r>
            <a:rPr lang="en-US" sz="2300" kern="1200" dirty="0" smtClean="0">
              <a:latin typeface="Times New Roman" pitchFamily="18" charset="0"/>
              <a:cs typeface="Times New Roman" pitchFamily="18" charset="0"/>
            </a:rPr>
            <a:t>Concepts  of church administration</a:t>
          </a:r>
          <a:endParaRPr lang="en-US" sz="2300" kern="1200" dirty="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US" sz="2300" kern="1200" dirty="0" smtClean="0">
              <a:latin typeface="Times New Roman" pitchFamily="18" charset="0"/>
              <a:cs typeface="Times New Roman" pitchFamily="18" charset="0"/>
            </a:rPr>
            <a:t>Definition and Meaning of  Church  Administration</a:t>
          </a:r>
          <a:endParaRPr lang="en-US" sz="2300" kern="1200" dirty="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US" sz="2300" kern="1200" dirty="0" smtClean="0">
              <a:latin typeface="Times New Roman" pitchFamily="18" charset="0"/>
              <a:cs typeface="Times New Roman" pitchFamily="18" charset="0"/>
            </a:rPr>
            <a:t>The purposes of  Church  Administration </a:t>
          </a:r>
          <a:endParaRPr lang="en-US" sz="2300" kern="1200" dirty="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US" sz="2300" kern="1200" dirty="0" smtClean="0">
              <a:latin typeface="Times New Roman" pitchFamily="18" charset="0"/>
              <a:cs typeface="Times New Roman" pitchFamily="18" charset="0"/>
            </a:rPr>
            <a:t>Principles of Church Administration</a:t>
          </a:r>
          <a:endParaRPr lang="en-US" sz="2300" kern="1200" dirty="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US" sz="2300" kern="1200" dirty="0" smtClean="0">
              <a:latin typeface="Times New Roman" pitchFamily="18" charset="0"/>
              <a:cs typeface="Times New Roman" pitchFamily="18" charset="0"/>
            </a:rPr>
            <a:t>Who are Church Administers?</a:t>
          </a:r>
          <a:endParaRPr lang="en-US" sz="2300" kern="1200" dirty="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US" sz="2300" kern="1200" dirty="0" smtClean="0">
              <a:latin typeface="Times New Roman" pitchFamily="18" charset="0"/>
              <a:cs typeface="Times New Roman" pitchFamily="18" charset="0"/>
            </a:rPr>
            <a:t>The Features of good church Administers</a:t>
          </a:r>
          <a:endParaRPr lang="en-US" sz="2300" kern="1200" dirty="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US" sz="2300" kern="1200" dirty="0" smtClean="0">
              <a:latin typeface="Times New Roman" pitchFamily="18" charset="0"/>
              <a:cs typeface="Times New Roman" pitchFamily="18" charset="0"/>
            </a:rPr>
            <a:t>Qualities of  church Administers</a:t>
          </a:r>
          <a:endParaRPr lang="en-US" sz="2300" kern="1200" dirty="0">
            <a:latin typeface="Times New Roman" pitchFamily="18" charset="0"/>
            <a:cs typeface="Times New Roman" pitchFamily="18" charset="0"/>
          </a:endParaRPr>
        </a:p>
      </dsp:txBody>
      <dsp:txXfrm>
        <a:off x="0" y="767685"/>
        <a:ext cx="8915400" cy="3390660"/>
      </dsp:txXfrm>
    </dsp:sp>
    <dsp:sp modelId="{7169623F-36BF-4553-B661-D1805B7ABE90}">
      <dsp:nvSpPr>
        <dsp:cNvPr id="0" name=""/>
        <dsp:cNvSpPr/>
      </dsp:nvSpPr>
      <dsp:spPr>
        <a:xfrm>
          <a:off x="0" y="3490836"/>
          <a:ext cx="8915400" cy="7609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just" defTabSz="800100" rtl="0">
            <a:lnSpc>
              <a:spcPct val="90000"/>
            </a:lnSpc>
            <a:spcBef>
              <a:spcPct val="0"/>
            </a:spcBef>
            <a:spcAft>
              <a:spcPct val="35000"/>
            </a:spcAft>
          </a:pPr>
          <a:r>
            <a:rPr lang="en-US" sz="1800" b="1" kern="1200" dirty="0" smtClean="0">
              <a:latin typeface="Times New Roman" pitchFamily="18" charset="0"/>
              <a:cs typeface="Times New Roman" pitchFamily="18" charset="0"/>
            </a:rPr>
            <a:t>CHAPTER THREE: DUTIES AND RESPONSIBILITY OF CHURCH ADMINISTERS</a:t>
          </a:r>
          <a:endParaRPr lang="en-US" sz="1800" kern="1200" dirty="0">
            <a:latin typeface="Times New Roman" pitchFamily="18" charset="0"/>
            <a:cs typeface="Times New Roman" pitchFamily="18" charset="0"/>
          </a:endParaRPr>
        </a:p>
      </dsp:txBody>
      <dsp:txXfrm>
        <a:off x="37147" y="3527983"/>
        <a:ext cx="8841106" cy="686656"/>
      </dsp:txXfrm>
    </dsp:sp>
    <dsp:sp modelId="{9955644F-FF63-4F53-9744-56D1D43DCB7B}">
      <dsp:nvSpPr>
        <dsp:cNvPr id="0" name=""/>
        <dsp:cNvSpPr/>
      </dsp:nvSpPr>
      <dsp:spPr>
        <a:xfrm>
          <a:off x="0" y="4181113"/>
          <a:ext cx="8915400" cy="1533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064" tIns="30480" rIns="170688" bIns="30480" numCol="1" spcCol="1270" anchor="t" anchorCtr="0">
          <a:noAutofit/>
        </a:bodyPr>
        <a:lstStyle/>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Administering Church Education</a:t>
          </a: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b="0" kern="1200" dirty="0" smtClean="0">
              <a:latin typeface="Times New Roman" pitchFamily="18" charset="0"/>
              <a:cs typeface="Times New Roman" pitchFamily="18" charset="0"/>
            </a:rPr>
            <a:t>Preaching the Gospel</a:t>
          </a:r>
          <a:endParaRPr lang="en-US" sz="2400" b="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Spreading the Christian  Teaching</a:t>
          </a: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Administering  the sacred things </a:t>
          </a:r>
          <a:endParaRPr lang="en-US" sz="2400" kern="1200" dirty="0">
            <a:latin typeface="Times New Roman" pitchFamily="18" charset="0"/>
            <a:cs typeface="Times New Roman" pitchFamily="18" charset="0"/>
          </a:endParaRPr>
        </a:p>
      </dsp:txBody>
      <dsp:txXfrm>
        <a:off x="0" y="4181113"/>
        <a:ext cx="8915400" cy="15338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CA66D0-8D0C-43B4-A0AD-3EB6897FA04B}">
      <dsp:nvSpPr>
        <dsp:cNvPr id="0" name=""/>
        <dsp:cNvSpPr/>
      </dsp:nvSpPr>
      <dsp:spPr>
        <a:xfrm>
          <a:off x="0" y="0"/>
          <a:ext cx="8839200" cy="491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just" defTabSz="933450" rtl="0">
            <a:lnSpc>
              <a:spcPct val="90000"/>
            </a:lnSpc>
            <a:spcBef>
              <a:spcPct val="0"/>
            </a:spcBef>
            <a:spcAft>
              <a:spcPct val="35000"/>
            </a:spcAft>
          </a:pPr>
          <a:r>
            <a:rPr lang="en-US" sz="2100" b="1" kern="1200" dirty="0" smtClean="0">
              <a:latin typeface="Times New Roman" pitchFamily="18" charset="0"/>
              <a:cs typeface="Times New Roman" pitchFamily="18" charset="0"/>
            </a:rPr>
            <a:t>CHAPTER THREE: THE CHURCH  LEGISLATIONS</a:t>
          </a:r>
          <a:endParaRPr lang="en-US" sz="2100" kern="1200" dirty="0">
            <a:latin typeface="Times New Roman" pitchFamily="18" charset="0"/>
            <a:cs typeface="Times New Roman" pitchFamily="18" charset="0"/>
          </a:endParaRPr>
        </a:p>
      </dsp:txBody>
      <dsp:txXfrm>
        <a:off x="23988" y="23988"/>
        <a:ext cx="8791224" cy="443423"/>
      </dsp:txXfrm>
    </dsp:sp>
    <dsp:sp modelId="{4B0C20C3-CA97-463E-9FF2-59D97AE04CD4}">
      <dsp:nvSpPr>
        <dsp:cNvPr id="0" name=""/>
        <dsp:cNvSpPr/>
      </dsp:nvSpPr>
      <dsp:spPr>
        <a:xfrm>
          <a:off x="0" y="554355"/>
          <a:ext cx="8839200" cy="2564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25400" rIns="142240" bIns="25400" numCol="1" spcCol="1270" anchor="t" anchorCtr="0">
          <a:noAutofit/>
        </a:bodyPr>
        <a:lstStyle/>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Church Legislations: Definition  </a:t>
          </a:r>
          <a:endParaRPr lang="en-US" sz="2000" kern="1200" dirty="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The purposes of  Church Legislations</a:t>
          </a:r>
          <a:endParaRPr lang="en-US" sz="2000" kern="1200" dirty="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Types  of Church Legislations</a:t>
          </a:r>
          <a:endParaRPr lang="en-US" sz="2000" kern="1200" dirty="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General Church Legislations</a:t>
          </a:r>
          <a:endParaRPr lang="en-US" sz="2000" kern="1200" dirty="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smtClean="0">
              <a:latin typeface="Times New Roman" pitchFamily="18" charset="0"/>
              <a:cs typeface="Times New Roman" pitchFamily="18" charset="0"/>
            </a:rPr>
            <a:t>Special Church Legislations</a:t>
          </a:r>
          <a:endParaRPr lang="en-US" sz="2000" kern="120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Particular Church Legislations</a:t>
          </a:r>
          <a:endParaRPr lang="en-US" sz="2000" kern="1200" dirty="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Bishops and church Legislations</a:t>
          </a:r>
          <a:endParaRPr lang="en-US" sz="2000" kern="1200" dirty="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Believers and church Legislations</a:t>
          </a:r>
          <a:endParaRPr lang="en-US" sz="2000" kern="1200" dirty="0">
            <a:latin typeface="Times New Roman" pitchFamily="18" charset="0"/>
            <a:cs typeface="Times New Roman" pitchFamily="18" charset="0"/>
          </a:endParaRPr>
        </a:p>
      </dsp:txBody>
      <dsp:txXfrm>
        <a:off x="0" y="554355"/>
        <a:ext cx="8839200" cy="2564729"/>
      </dsp:txXfrm>
    </dsp:sp>
    <dsp:sp modelId="{D1CABC75-B871-4109-8454-DAFFE407FF3A}">
      <dsp:nvSpPr>
        <dsp:cNvPr id="0" name=""/>
        <dsp:cNvSpPr/>
      </dsp:nvSpPr>
      <dsp:spPr>
        <a:xfrm>
          <a:off x="0" y="3119085"/>
          <a:ext cx="8839200" cy="491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b="1" kern="1200" dirty="0" smtClean="0">
              <a:latin typeface="Times New Roman" pitchFamily="18" charset="0"/>
              <a:cs typeface="Times New Roman" pitchFamily="18" charset="0"/>
            </a:rPr>
            <a:t>CHAPTER FOUR: THE JURISDICTIONAL POWER OF THE CHURCH</a:t>
          </a:r>
          <a:endParaRPr lang="en-US" sz="2100" kern="1200" dirty="0">
            <a:latin typeface="Times New Roman" pitchFamily="18" charset="0"/>
            <a:cs typeface="Times New Roman" pitchFamily="18" charset="0"/>
          </a:endParaRPr>
        </a:p>
      </dsp:txBody>
      <dsp:txXfrm>
        <a:off x="23988" y="3143073"/>
        <a:ext cx="8791224" cy="443423"/>
      </dsp:txXfrm>
    </dsp:sp>
    <dsp:sp modelId="{34193AD0-0A4D-4450-A50A-5F8A306DF4F8}">
      <dsp:nvSpPr>
        <dsp:cNvPr id="0" name=""/>
        <dsp:cNvSpPr/>
      </dsp:nvSpPr>
      <dsp:spPr>
        <a:xfrm>
          <a:off x="0" y="3610485"/>
          <a:ext cx="8839200" cy="2955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25400" rIns="142240" bIns="25400" numCol="1" spcCol="1270" anchor="t" anchorCtr="0">
          <a:noAutofit/>
        </a:bodyPr>
        <a:lstStyle/>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Definition of  Jurisdictional power</a:t>
          </a:r>
          <a:endParaRPr lang="en-US" sz="2000" kern="1200" dirty="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Ways of  Jurisdictional power application of Church</a:t>
          </a:r>
          <a:endParaRPr lang="en-US" sz="2000" kern="1200" dirty="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Rights of the church </a:t>
          </a:r>
          <a:endParaRPr lang="en-US" sz="2000" kern="1200" dirty="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b="0" kern="1200" dirty="0" smtClean="0">
              <a:latin typeface="Times New Roman" pitchFamily="18" charset="0"/>
              <a:cs typeface="Times New Roman" pitchFamily="18" charset="0"/>
            </a:rPr>
            <a:t>Church Tribune</a:t>
          </a:r>
          <a:endParaRPr lang="en-US" sz="2000" b="0" kern="1200" dirty="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General Church Tribune</a:t>
          </a:r>
          <a:endParaRPr lang="en-US" sz="2000" kern="1200" dirty="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smtClean="0">
              <a:latin typeface="Times New Roman" pitchFamily="18" charset="0"/>
              <a:cs typeface="Times New Roman" pitchFamily="18" charset="0"/>
            </a:rPr>
            <a:t>Special Church Tribune</a:t>
          </a:r>
          <a:endParaRPr lang="en-US" sz="2000" kern="120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Jurisdictional power of  Church Tribune</a:t>
          </a:r>
          <a:endParaRPr lang="en-US" sz="2000" kern="1200" dirty="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Jurisdiction of  Church Tribune and Canon </a:t>
          </a:r>
          <a:endParaRPr lang="en-US" sz="2000" kern="1200" dirty="0">
            <a:latin typeface="Times New Roman" pitchFamily="18" charset="0"/>
            <a:cs typeface="Times New Roman" pitchFamily="18" charset="0"/>
          </a:endParaRPr>
        </a:p>
        <a:p>
          <a:pPr marL="228600" lvl="1" indent="-228600" algn="l"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The procedures of Church Tribune</a:t>
          </a:r>
          <a:endParaRPr lang="en-US" sz="2000" kern="1200" dirty="0">
            <a:latin typeface="Times New Roman" pitchFamily="18" charset="0"/>
            <a:cs typeface="Times New Roman" pitchFamily="18" charset="0"/>
          </a:endParaRPr>
        </a:p>
      </dsp:txBody>
      <dsp:txXfrm>
        <a:off x="0" y="3610485"/>
        <a:ext cx="8839200" cy="29559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1D0167-5143-4C42-A4FC-21F3974A19E7}">
      <dsp:nvSpPr>
        <dsp:cNvPr id="0" name=""/>
        <dsp:cNvSpPr/>
      </dsp:nvSpPr>
      <dsp:spPr>
        <a:xfrm>
          <a:off x="0" y="0"/>
          <a:ext cx="8991600" cy="33786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Times New Roman" pitchFamily="18" charset="0"/>
              <a:cs typeface="Times New Roman" pitchFamily="18" charset="0"/>
            </a:rPr>
            <a:t>CHAPTERFIVE:CHURCHADMINISTRATIONANDECCLESIASTICALDISCIPLINE</a:t>
          </a:r>
          <a:endParaRPr lang="en-US" sz="1800" kern="1200" dirty="0">
            <a:latin typeface="Times New Roman" pitchFamily="18" charset="0"/>
            <a:cs typeface="Times New Roman" pitchFamily="18" charset="0"/>
          </a:endParaRPr>
        </a:p>
      </dsp:txBody>
      <dsp:txXfrm>
        <a:off x="16493" y="16493"/>
        <a:ext cx="8958614" cy="304881"/>
      </dsp:txXfrm>
    </dsp:sp>
    <dsp:sp modelId="{F6ED2225-9461-499B-AE0B-005FC0178501}">
      <dsp:nvSpPr>
        <dsp:cNvPr id="0" name=""/>
        <dsp:cNvSpPr/>
      </dsp:nvSpPr>
      <dsp:spPr>
        <a:xfrm>
          <a:off x="0" y="0"/>
          <a:ext cx="8991600" cy="3493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5483" tIns="30480" rIns="170688" bIns="30480" numCol="1" spcCol="1270" anchor="t" anchorCtr="0">
          <a:noAutofit/>
        </a:bodyPr>
        <a:lstStyle/>
        <a:p>
          <a:pPr marL="228600" lvl="1" indent="-228600" algn="l" defTabSz="1066800" rtl="0">
            <a:lnSpc>
              <a:spcPct val="90000"/>
            </a:lnSpc>
            <a:spcBef>
              <a:spcPct val="0"/>
            </a:spcBef>
            <a:spcAft>
              <a:spcPct val="20000"/>
            </a:spcAft>
            <a:buChar char="••"/>
          </a:pP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The fundamental principles of the Orthodox church </a:t>
          </a: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Formation of Clergy </a:t>
          </a: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The notion of Punishment</a:t>
          </a: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Punishment imposed by law </a:t>
          </a: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The Prohibition to Pardon </a:t>
          </a: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Discipline and Penance </a:t>
          </a: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Excommunication </a:t>
          </a:r>
          <a:endParaRPr lang="en-US" sz="2400" kern="1200" dirty="0">
            <a:latin typeface="Times New Roman" pitchFamily="18" charset="0"/>
            <a:cs typeface="Times New Roman" pitchFamily="18" charset="0"/>
          </a:endParaRPr>
        </a:p>
      </dsp:txBody>
      <dsp:txXfrm>
        <a:off x="0" y="0"/>
        <a:ext cx="8991600" cy="3493603"/>
      </dsp:txXfrm>
    </dsp:sp>
    <dsp:sp modelId="{304F86B7-DB4D-45A4-A773-20422D262296}">
      <dsp:nvSpPr>
        <dsp:cNvPr id="0" name=""/>
        <dsp:cNvSpPr/>
      </dsp:nvSpPr>
      <dsp:spPr>
        <a:xfrm>
          <a:off x="0" y="3710978"/>
          <a:ext cx="8991600" cy="33786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just" defTabSz="889000" rtl="0">
            <a:lnSpc>
              <a:spcPct val="90000"/>
            </a:lnSpc>
            <a:spcBef>
              <a:spcPct val="0"/>
            </a:spcBef>
            <a:spcAft>
              <a:spcPct val="35000"/>
            </a:spcAft>
          </a:pPr>
          <a:r>
            <a:rPr lang="en-US" sz="2000" b="1" kern="1200" dirty="0" smtClean="0">
              <a:latin typeface="Times New Roman" pitchFamily="18" charset="0"/>
              <a:cs typeface="Times New Roman" pitchFamily="18" charset="0"/>
            </a:rPr>
            <a:t>CHAPTER SIX:  CHURCH MANAGEMENT </a:t>
          </a:r>
          <a:endParaRPr lang="en-US" sz="2000" kern="1200" dirty="0">
            <a:latin typeface="Times New Roman" pitchFamily="18" charset="0"/>
            <a:cs typeface="Times New Roman" pitchFamily="18" charset="0"/>
          </a:endParaRPr>
        </a:p>
      </dsp:txBody>
      <dsp:txXfrm>
        <a:off x="16493" y="3727471"/>
        <a:ext cx="8958614" cy="304881"/>
      </dsp:txXfrm>
    </dsp:sp>
    <dsp:sp modelId="{B8D26590-7D77-4499-92DC-DDED7C3D7513}">
      <dsp:nvSpPr>
        <dsp:cNvPr id="0" name=""/>
        <dsp:cNvSpPr/>
      </dsp:nvSpPr>
      <dsp:spPr>
        <a:xfrm>
          <a:off x="0" y="4172237"/>
          <a:ext cx="8991600" cy="2454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5483" tIns="30480" rIns="170688" bIns="30480" numCol="1" spcCol="1270" anchor="t" anchorCtr="0">
          <a:noAutofit/>
        </a:bodyPr>
        <a:lstStyle/>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Definition and meaning of  Management</a:t>
          </a: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Management and its natures</a:t>
          </a: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The purpose of church Management </a:t>
          </a: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Structure of Church Managements </a:t>
          </a: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Duties and responsibility of Church leaders</a:t>
          </a:r>
          <a:endParaRPr lang="en-US" sz="2400" kern="1200" dirty="0">
            <a:latin typeface="Times New Roman" pitchFamily="18" charset="0"/>
            <a:cs typeface="Times New Roman" pitchFamily="18" charset="0"/>
          </a:endParaRPr>
        </a:p>
        <a:p>
          <a:pPr marL="228600" lvl="1" indent="-228600" algn="l"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Guidelines of Church Management</a:t>
          </a:r>
          <a:endParaRPr lang="en-US" sz="2400" kern="1200" dirty="0">
            <a:latin typeface="Times New Roman" pitchFamily="18" charset="0"/>
            <a:cs typeface="Times New Roman" pitchFamily="18" charset="0"/>
          </a:endParaRPr>
        </a:p>
      </dsp:txBody>
      <dsp:txXfrm>
        <a:off x="0" y="4172237"/>
        <a:ext cx="8991600" cy="24542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1E807B-84A2-4F10-8634-798D980C1F42}">
      <dsp:nvSpPr>
        <dsp:cNvPr id="0" name=""/>
        <dsp:cNvSpPr/>
      </dsp:nvSpPr>
      <dsp:spPr>
        <a:xfrm>
          <a:off x="0" y="0"/>
          <a:ext cx="8839200" cy="4744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just" defTabSz="889000" rtl="0">
            <a:lnSpc>
              <a:spcPct val="90000"/>
            </a:lnSpc>
            <a:spcBef>
              <a:spcPct val="0"/>
            </a:spcBef>
            <a:spcAft>
              <a:spcPct val="35000"/>
            </a:spcAft>
          </a:pPr>
          <a:r>
            <a:rPr lang="en-US" sz="2000" b="1" kern="1200" dirty="0" smtClean="0">
              <a:solidFill>
                <a:schemeClr val="tx1"/>
              </a:solidFill>
              <a:latin typeface="Times New Roman" pitchFamily="18" charset="0"/>
              <a:cs typeface="Times New Roman" pitchFamily="18" charset="0"/>
            </a:rPr>
            <a:t>CHAPTER ONE: CANON LAW AND CHURCH ADMINISTRATION </a:t>
          </a:r>
          <a:endParaRPr lang="en-US" sz="2000" kern="1200" dirty="0">
            <a:solidFill>
              <a:schemeClr val="tx1"/>
            </a:solidFill>
            <a:latin typeface="Times New Roman" pitchFamily="18" charset="0"/>
            <a:cs typeface="Times New Roman" pitchFamily="18" charset="0"/>
          </a:endParaRPr>
        </a:p>
      </dsp:txBody>
      <dsp:txXfrm>
        <a:off x="23159" y="23159"/>
        <a:ext cx="8792882" cy="428102"/>
      </dsp:txXfrm>
    </dsp:sp>
    <dsp:sp modelId="{4DDEF496-9FAC-4381-AE33-530F1EA362D6}">
      <dsp:nvSpPr>
        <dsp:cNvPr id="0" name=""/>
        <dsp:cNvSpPr/>
      </dsp:nvSpPr>
      <dsp:spPr>
        <a:xfrm>
          <a:off x="0" y="484140"/>
          <a:ext cx="8839200" cy="4744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kern="1200" dirty="0" smtClean="0">
              <a:latin typeface="Times New Roman" pitchFamily="18" charset="0"/>
              <a:ea typeface="Ebrima" pitchFamily="2" charset="0"/>
              <a:cs typeface="Times New Roman" pitchFamily="18" charset="0"/>
            </a:rPr>
            <a:t>1.1. Definition of Canon Law or Church Law</a:t>
          </a:r>
          <a:endParaRPr lang="en-US" sz="2400" kern="1200" dirty="0">
            <a:latin typeface="Times New Roman" pitchFamily="18" charset="0"/>
            <a:ea typeface="Ebrima" pitchFamily="2" charset="0"/>
            <a:cs typeface="Times New Roman" pitchFamily="18" charset="0"/>
          </a:endParaRPr>
        </a:p>
      </dsp:txBody>
      <dsp:txXfrm>
        <a:off x="23159" y="507299"/>
        <a:ext cx="8792882" cy="428102"/>
      </dsp:txXfrm>
    </dsp:sp>
    <dsp:sp modelId="{F0B1FAC8-859A-49D5-AA43-ADBAA780F673}">
      <dsp:nvSpPr>
        <dsp:cNvPr id="0" name=""/>
        <dsp:cNvSpPr/>
      </dsp:nvSpPr>
      <dsp:spPr>
        <a:xfrm>
          <a:off x="0" y="958905"/>
          <a:ext cx="8839200" cy="5659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29210" rIns="163576" bIns="29210" numCol="1" spcCol="1270" anchor="t" anchorCtr="0">
          <a:noAutofit/>
        </a:bodyPr>
        <a:lstStyle/>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ea typeface="Ebrima" pitchFamily="2" charset="0"/>
              <a:cs typeface="Times New Roman" pitchFamily="18" charset="0"/>
            </a:rPr>
            <a:t>The word "canon" is derived from a word that originally denotes a means to measure wood or stone for construction and, when used for the Orthodox Church's ecclesiastical legislation, implies a standard for behavior</a:t>
          </a:r>
          <a:endParaRPr lang="en-US" sz="2300" kern="1200" dirty="0">
            <a:latin typeface="Times New Roman" pitchFamily="18" charset="0"/>
            <a:ea typeface="Ebrima" pitchFamily="2" charset="0"/>
            <a:cs typeface="Times New Roman" pitchFamily="18" charset="0"/>
          </a:endParaRPr>
        </a:p>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ea typeface="Ebrima" pitchFamily="2" charset="0"/>
              <a:cs typeface="Times New Roman" pitchFamily="18" charset="0"/>
            </a:rPr>
            <a:t>The canons of the Church may be viewed as a set of rules governing the lives of the faithful. </a:t>
          </a:r>
          <a:endParaRPr lang="en-US" sz="2300" kern="1200" dirty="0">
            <a:latin typeface="Times New Roman" pitchFamily="18" charset="0"/>
            <a:ea typeface="Ebrima" pitchFamily="2" charset="0"/>
            <a:cs typeface="Times New Roman" pitchFamily="18" charset="0"/>
          </a:endParaRPr>
        </a:p>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ea typeface="Ebrima" pitchFamily="2" charset="0"/>
              <a:cs typeface="Times New Roman" pitchFamily="18" charset="0"/>
            </a:rPr>
            <a:t>It is the body of law and regulation made or adopted by lawful ecclesiastical authority, for the government of the Christian Church and its members</a:t>
          </a:r>
          <a:endParaRPr lang="en-US" sz="2300" kern="1200" dirty="0">
            <a:latin typeface="Times New Roman" pitchFamily="18" charset="0"/>
            <a:ea typeface="Ebrima" pitchFamily="2" charset="0"/>
            <a:cs typeface="Times New Roman" pitchFamily="18" charset="0"/>
          </a:endParaRPr>
        </a:p>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ea typeface="Ebrima" pitchFamily="2" charset="0"/>
              <a:cs typeface="Times New Roman" pitchFamily="18" charset="0"/>
            </a:rPr>
            <a:t>It is the tradition of canonical legislation, which governs Orthodox Church life.</a:t>
          </a:r>
          <a:endParaRPr lang="en-US" sz="2300" kern="1200" dirty="0">
            <a:latin typeface="Times New Roman" pitchFamily="18" charset="0"/>
            <a:ea typeface="Ebrima" pitchFamily="2" charset="0"/>
            <a:cs typeface="Times New Roman" pitchFamily="18" charset="0"/>
          </a:endParaRPr>
        </a:p>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ea typeface="Ebrima" pitchFamily="2" charset="0"/>
              <a:cs typeface="Times New Roman" pitchFamily="18" charset="0"/>
            </a:rPr>
            <a:t>It is an official proclamation given by church fathers at ecumenical, particular council (synod). </a:t>
          </a:r>
          <a:endParaRPr lang="en-US" sz="2300" kern="1200" dirty="0">
            <a:latin typeface="Times New Roman" pitchFamily="18" charset="0"/>
            <a:ea typeface="Ebrima" pitchFamily="2" charset="0"/>
            <a:cs typeface="Times New Roman" pitchFamily="18" charset="0"/>
          </a:endParaRPr>
        </a:p>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ea typeface="Ebrima" pitchFamily="2" charset="0"/>
              <a:cs typeface="Times New Roman" pitchFamily="18" charset="0"/>
            </a:rPr>
            <a:t>In theological terms, canon law reflects the application of truth, the Church's divine nature, within a very historical dimension, the Church's human nature.</a:t>
          </a:r>
          <a:endParaRPr lang="en-US" sz="2300" kern="1200" dirty="0">
            <a:latin typeface="Times New Roman" pitchFamily="18" charset="0"/>
            <a:ea typeface="Ebrima" pitchFamily="2" charset="0"/>
            <a:cs typeface="Times New Roman" pitchFamily="18" charset="0"/>
          </a:endParaRPr>
        </a:p>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ea typeface="Ebrima" pitchFamily="2" charset="0"/>
              <a:cs typeface="Times New Roman" pitchFamily="18" charset="0"/>
            </a:rPr>
            <a:t>Canon Law can be said church law, ecclesiastical law or religious law</a:t>
          </a:r>
          <a:endParaRPr lang="en-US" sz="2300" kern="1200" dirty="0">
            <a:latin typeface="Times New Roman" pitchFamily="18" charset="0"/>
            <a:ea typeface="Ebrima" pitchFamily="2" charset="0"/>
            <a:cs typeface="Times New Roman" pitchFamily="18" charset="0"/>
          </a:endParaRPr>
        </a:p>
      </dsp:txBody>
      <dsp:txXfrm>
        <a:off x="0" y="958905"/>
        <a:ext cx="8839200" cy="56592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017425-C61F-4F23-81D6-375709ED55B4}">
      <dsp:nvSpPr>
        <dsp:cNvPr id="0" name=""/>
        <dsp:cNvSpPr/>
      </dsp:nvSpPr>
      <dsp:spPr>
        <a:xfrm>
          <a:off x="0" y="0"/>
          <a:ext cx="8763000" cy="702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l" defTabSz="1333500" rtl="0">
            <a:lnSpc>
              <a:spcPct val="90000"/>
            </a:lnSpc>
            <a:spcBef>
              <a:spcPct val="0"/>
            </a:spcBef>
            <a:spcAft>
              <a:spcPct val="35000"/>
            </a:spcAft>
          </a:pPr>
          <a:r>
            <a:rPr lang="en-US" sz="3000" b="1" kern="1200" dirty="0" smtClean="0">
              <a:latin typeface="Times New Roman" pitchFamily="18" charset="0"/>
              <a:cs typeface="Times New Roman" pitchFamily="18" charset="0"/>
            </a:rPr>
            <a:t>1.2. Purposes of Canon law: It used</a:t>
          </a:r>
          <a:r>
            <a:rPr lang="en-US" sz="3000" b="1" kern="1200" dirty="0" smtClean="0"/>
            <a:t>:</a:t>
          </a:r>
          <a:endParaRPr lang="en-US" sz="3000" kern="1200" dirty="0"/>
        </a:p>
      </dsp:txBody>
      <dsp:txXfrm>
        <a:off x="34269" y="34269"/>
        <a:ext cx="8694462" cy="633462"/>
      </dsp:txXfrm>
    </dsp:sp>
    <dsp:sp modelId="{A70AF1A9-6CF1-4952-B9CB-59F33264853E}">
      <dsp:nvSpPr>
        <dsp:cNvPr id="0" name=""/>
        <dsp:cNvSpPr/>
      </dsp:nvSpPr>
      <dsp:spPr>
        <a:xfrm>
          <a:off x="0" y="854399"/>
          <a:ext cx="8763000" cy="547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38100" rIns="213360" bIns="38100" numCol="1" spcCol="1270" anchor="t" anchorCtr="0">
          <a:noAutofit/>
        </a:bodyPr>
        <a:lstStyle/>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cs typeface="Times New Roman" pitchFamily="18" charset="0"/>
            </a:rPr>
            <a:t>To reflects social, political, economic, cultural and ecclesiastical changes that have taken place in the past two millennia.</a:t>
          </a:r>
          <a:endParaRPr lang="en-US" sz="2300" kern="1200" dirty="0">
            <a:latin typeface="Times New Roman" pitchFamily="18" charset="0"/>
            <a:cs typeface="Times New Roman" pitchFamily="18" charset="0"/>
          </a:endParaRPr>
        </a:p>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cs typeface="Times New Roman" pitchFamily="18" charset="0"/>
            </a:rPr>
            <a:t>To ensure the mission of the church (i.e. the salvation of the souls). </a:t>
          </a:r>
          <a:endParaRPr lang="en-US" sz="2300" kern="1200" dirty="0">
            <a:latin typeface="Times New Roman" pitchFamily="18" charset="0"/>
            <a:cs typeface="Times New Roman" pitchFamily="18" charset="0"/>
          </a:endParaRPr>
        </a:p>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cs typeface="Times New Roman" pitchFamily="18" charset="0"/>
            </a:rPr>
            <a:t>To keep church authority, rules and organizational structure.</a:t>
          </a:r>
          <a:endParaRPr lang="en-US" sz="2300" kern="1200" dirty="0">
            <a:latin typeface="Times New Roman" pitchFamily="18" charset="0"/>
            <a:cs typeface="Times New Roman" pitchFamily="18" charset="0"/>
          </a:endParaRPr>
        </a:p>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cs typeface="Times New Roman" pitchFamily="18" charset="0"/>
            </a:rPr>
            <a:t>To involves in the development and maintenance of church  institutions through liturgy, preaching, and social activities.</a:t>
          </a:r>
          <a:endParaRPr lang="en-US" sz="2300" kern="1200" dirty="0">
            <a:latin typeface="Times New Roman" pitchFamily="18" charset="0"/>
            <a:cs typeface="Times New Roman" pitchFamily="18" charset="0"/>
          </a:endParaRPr>
        </a:p>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cs typeface="Times New Roman" pitchFamily="18" charset="0"/>
            </a:rPr>
            <a:t>To makes the hierarchical and organic structure of the Church visible. </a:t>
          </a:r>
          <a:endParaRPr lang="en-US" sz="2300" kern="1200" dirty="0">
            <a:latin typeface="Times New Roman" pitchFamily="18" charset="0"/>
            <a:cs typeface="Times New Roman" pitchFamily="18" charset="0"/>
          </a:endParaRPr>
        </a:p>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cs typeface="Times New Roman" pitchFamily="18" charset="0"/>
            </a:rPr>
            <a:t>To ensures the proper exercise of the blessing function of the Church.</a:t>
          </a:r>
          <a:endParaRPr lang="en-US" sz="2300" kern="1200" dirty="0">
            <a:latin typeface="Times New Roman" pitchFamily="18" charset="0"/>
            <a:cs typeface="Times New Roman" pitchFamily="18" charset="0"/>
          </a:endParaRPr>
        </a:p>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cs typeface="Times New Roman" pitchFamily="18" charset="0"/>
            </a:rPr>
            <a:t>To provides rights, obligations, and methods of resolving conflicts in the Church</a:t>
          </a:r>
          <a:endParaRPr lang="en-US" sz="2300" kern="1200" dirty="0">
            <a:latin typeface="Times New Roman" pitchFamily="18" charset="0"/>
            <a:cs typeface="Times New Roman" pitchFamily="18" charset="0"/>
          </a:endParaRPr>
        </a:p>
        <a:p>
          <a:pPr marL="228600" lvl="1" indent="-228600" algn="just" defTabSz="1022350" rtl="0">
            <a:lnSpc>
              <a:spcPct val="100000"/>
            </a:lnSpc>
            <a:spcBef>
              <a:spcPct val="0"/>
            </a:spcBef>
            <a:spcAft>
              <a:spcPts val="0"/>
            </a:spcAft>
            <a:buChar char="••"/>
          </a:pPr>
          <a:r>
            <a:rPr lang="en-US" sz="2300" kern="1200" dirty="0" smtClean="0">
              <a:latin typeface="Times New Roman" pitchFamily="18" charset="0"/>
              <a:cs typeface="Times New Roman" pitchFamily="18" charset="0"/>
            </a:rPr>
            <a:t>To provides the structures that sustain and direct the Church’s common initiatives.</a:t>
          </a:r>
          <a:endParaRPr lang="en-US" sz="2300" kern="1200" dirty="0">
            <a:latin typeface="Times New Roman" pitchFamily="18" charset="0"/>
            <a:cs typeface="Times New Roman" pitchFamily="18" charset="0"/>
          </a:endParaRPr>
        </a:p>
      </dsp:txBody>
      <dsp:txXfrm>
        <a:off x="0" y="854399"/>
        <a:ext cx="8763000" cy="54702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484003-E340-418F-9C3D-32565DFDF6FF}">
      <dsp:nvSpPr>
        <dsp:cNvPr id="0" name=""/>
        <dsp:cNvSpPr/>
      </dsp:nvSpPr>
      <dsp:spPr>
        <a:xfrm>
          <a:off x="0" y="0"/>
          <a:ext cx="8839200" cy="59505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b="1" kern="1200" dirty="0" smtClean="0">
              <a:latin typeface="Times New Roman" pitchFamily="18" charset="0"/>
              <a:cs typeface="Times New Roman" pitchFamily="18" charset="0"/>
            </a:rPr>
            <a:t>1.3. Natures of  Canon Law </a:t>
          </a:r>
          <a:endParaRPr lang="en-US" sz="2800" kern="1200" dirty="0">
            <a:latin typeface="Times New Roman" pitchFamily="18" charset="0"/>
            <a:cs typeface="Times New Roman" pitchFamily="18" charset="0"/>
          </a:endParaRPr>
        </a:p>
      </dsp:txBody>
      <dsp:txXfrm>
        <a:off x="29048" y="29048"/>
        <a:ext cx="8781104" cy="536958"/>
      </dsp:txXfrm>
    </dsp:sp>
    <dsp:sp modelId="{72708649-A32B-41F8-97E6-12D019A52AA4}">
      <dsp:nvSpPr>
        <dsp:cNvPr id="0" name=""/>
        <dsp:cNvSpPr/>
      </dsp:nvSpPr>
      <dsp:spPr>
        <a:xfrm>
          <a:off x="0" y="449265"/>
          <a:ext cx="8839200" cy="5951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27940" rIns="156464" bIns="27940" numCol="1" spcCol="1270" anchor="t" anchorCtr="0">
          <a:noAutofit/>
        </a:bodyPr>
        <a:lstStyle/>
        <a:p>
          <a:pPr marL="228600" lvl="1" indent="-228600" algn="just" defTabSz="977900" rtl="0">
            <a:lnSpc>
              <a:spcPct val="150000"/>
            </a:lnSpc>
            <a:spcBef>
              <a:spcPct val="0"/>
            </a:spcBef>
            <a:spcAft>
              <a:spcPts val="0"/>
            </a:spcAft>
            <a:buChar char="••"/>
          </a:pPr>
          <a:r>
            <a:rPr lang="en-US" sz="2200" kern="1200" dirty="0" smtClean="0">
              <a:latin typeface="Times New Roman" pitchFamily="18" charset="0"/>
              <a:cs typeface="Times New Roman" pitchFamily="18" charset="0"/>
            </a:rPr>
            <a:t>As a system of rules, canons can be organized and applied to categories of human behavior in its physical, spiritual and Social  dimensions. </a:t>
          </a:r>
          <a:endParaRPr lang="en-US" sz="2200" kern="1200" dirty="0">
            <a:latin typeface="Times New Roman" pitchFamily="18" charset="0"/>
            <a:cs typeface="Times New Roman" pitchFamily="18" charset="0"/>
          </a:endParaRPr>
        </a:p>
        <a:p>
          <a:pPr marL="228600" lvl="1" indent="-228600" algn="just" defTabSz="977900" rtl="0">
            <a:lnSpc>
              <a:spcPct val="150000"/>
            </a:lnSpc>
            <a:spcBef>
              <a:spcPct val="0"/>
            </a:spcBef>
            <a:spcAft>
              <a:spcPts val="0"/>
            </a:spcAft>
            <a:buChar char="••"/>
          </a:pPr>
          <a:r>
            <a:rPr lang="en-US" sz="2200" kern="1200" dirty="0" smtClean="0">
              <a:latin typeface="Times New Roman" pitchFamily="18" charset="0"/>
              <a:cs typeface="Times New Roman" pitchFamily="18" charset="0"/>
            </a:rPr>
            <a:t>Canons usually used to cheek the purity or impurity of the believers. </a:t>
          </a:r>
          <a:endParaRPr lang="en-US" sz="2200" kern="1200" dirty="0">
            <a:latin typeface="Times New Roman" pitchFamily="18" charset="0"/>
            <a:cs typeface="Times New Roman" pitchFamily="18" charset="0"/>
          </a:endParaRPr>
        </a:p>
        <a:p>
          <a:pPr marL="228600" lvl="1" indent="-228600" algn="just" defTabSz="977900" rtl="0">
            <a:lnSpc>
              <a:spcPct val="150000"/>
            </a:lnSpc>
            <a:spcBef>
              <a:spcPct val="0"/>
            </a:spcBef>
            <a:spcAft>
              <a:spcPts val="0"/>
            </a:spcAft>
            <a:buChar char="••"/>
          </a:pPr>
          <a:r>
            <a:rPr lang="en-US" sz="2200" kern="1200" dirty="0" smtClean="0">
              <a:latin typeface="Times New Roman" pitchFamily="18" charset="0"/>
              <a:cs typeface="Times New Roman" pitchFamily="18" charset="0"/>
            </a:rPr>
            <a:t>The application of church law is illustrated by legislation dealing with spiritual or unspiritual life. </a:t>
          </a:r>
          <a:endParaRPr lang="en-US" sz="2200" kern="1200" dirty="0">
            <a:latin typeface="Times New Roman" pitchFamily="18" charset="0"/>
            <a:cs typeface="Times New Roman" pitchFamily="18" charset="0"/>
          </a:endParaRPr>
        </a:p>
        <a:p>
          <a:pPr marL="228600" lvl="1" indent="-228600" algn="just" defTabSz="977900" rtl="0">
            <a:lnSpc>
              <a:spcPct val="150000"/>
            </a:lnSpc>
            <a:spcBef>
              <a:spcPct val="0"/>
            </a:spcBef>
            <a:spcAft>
              <a:spcPts val="0"/>
            </a:spcAft>
            <a:buChar char="••"/>
          </a:pPr>
          <a:r>
            <a:rPr lang="en-US" sz="2200" kern="1200" dirty="0" smtClean="0">
              <a:latin typeface="Times New Roman" pitchFamily="18" charset="0"/>
              <a:cs typeface="Times New Roman" pitchFamily="18" charset="0"/>
            </a:rPr>
            <a:t>Canon law is the attempt to apply dogma to practical situations in the daily life of each Christian. From this point of view, canon law expresses God's truth given the time and circumstances.</a:t>
          </a:r>
          <a:endParaRPr lang="en-US" sz="2200" kern="1200" dirty="0">
            <a:latin typeface="Times New Roman" pitchFamily="18" charset="0"/>
            <a:cs typeface="Times New Roman" pitchFamily="18" charset="0"/>
          </a:endParaRPr>
        </a:p>
        <a:p>
          <a:pPr marL="228600" lvl="1" indent="-228600" algn="just" defTabSz="977900" rtl="0">
            <a:lnSpc>
              <a:spcPct val="150000"/>
            </a:lnSpc>
            <a:spcBef>
              <a:spcPct val="0"/>
            </a:spcBef>
            <a:spcAft>
              <a:spcPts val="0"/>
            </a:spcAft>
            <a:buChar char="••"/>
          </a:pPr>
          <a:r>
            <a:rPr lang="en-US" sz="2200" kern="1200" dirty="0" smtClean="0">
              <a:latin typeface="Times New Roman" pitchFamily="18" charset="0"/>
              <a:cs typeface="Times New Roman" pitchFamily="18" charset="0"/>
            </a:rPr>
            <a:t>The canons are a divine-human reality parallel to the nature of the Savior and an extension of God's saving work and divine redemption.</a:t>
          </a:r>
          <a:endParaRPr lang="en-US" sz="2200" kern="1200" dirty="0">
            <a:latin typeface="Times New Roman" pitchFamily="18" charset="0"/>
            <a:cs typeface="Times New Roman" pitchFamily="18" charset="0"/>
          </a:endParaRPr>
        </a:p>
        <a:p>
          <a:pPr marL="228600" lvl="1" indent="-228600" algn="just" defTabSz="977900" rtl="0">
            <a:lnSpc>
              <a:spcPct val="150000"/>
            </a:lnSpc>
            <a:spcBef>
              <a:spcPct val="0"/>
            </a:spcBef>
            <a:spcAft>
              <a:spcPts val="0"/>
            </a:spcAft>
            <a:buChar char="••"/>
          </a:pPr>
          <a:r>
            <a:rPr lang="en-US" sz="2200" kern="1200" dirty="0" smtClean="0">
              <a:latin typeface="Times New Roman" pitchFamily="18" charset="0"/>
              <a:cs typeface="Times New Roman" pitchFamily="18" charset="0"/>
            </a:rPr>
            <a:t>As an incarnational reality, canon law is the expression of the Church's pastoral life.</a:t>
          </a:r>
          <a:endParaRPr lang="en-US" sz="2200" kern="1200" dirty="0">
            <a:latin typeface="Times New Roman" pitchFamily="18" charset="0"/>
            <a:cs typeface="Times New Roman" pitchFamily="18" charset="0"/>
          </a:endParaRPr>
        </a:p>
      </dsp:txBody>
      <dsp:txXfrm>
        <a:off x="0" y="449265"/>
        <a:ext cx="8839200" cy="595163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8A9AA3-2E66-40CB-9294-681CE980DC43}">
      <dsp:nvSpPr>
        <dsp:cNvPr id="0" name=""/>
        <dsp:cNvSpPr/>
      </dsp:nvSpPr>
      <dsp:spPr>
        <a:xfrm>
          <a:off x="0" y="12299"/>
          <a:ext cx="8763000" cy="5615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kern="1200" dirty="0" smtClean="0">
              <a:latin typeface="Times New Roman" pitchFamily="18" charset="0"/>
              <a:cs typeface="Times New Roman" pitchFamily="18" charset="0"/>
            </a:rPr>
            <a:t>1.4. Characteristics of Canon Law</a:t>
          </a:r>
          <a:endParaRPr lang="en-US" sz="2400" kern="1200" dirty="0">
            <a:latin typeface="Times New Roman" pitchFamily="18" charset="0"/>
            <a:cs typeface="Times New Roman" pitchFamily="18" charset="0"/>
          </a:endParaRPr>
        </a:p>
      </dsp:txBody>
      <dsp:txXfrm>
        <a:off x="27415" y="39714"/>
        <a:ext cx="8708170" cy="506769"/>
      </dsp:txXfrm>
    </dsp:sp>
    <dsp:sp modelId="{CE06BF4E-FD30-4A73-A075-9B25BCCD9D17}">
      <dsp:nvSpPr>
        <dsp:cNvPr id="0" name=""/>
        <dsp:cNvSpPr/>
      </dsp:nvSpPr>
      <dsp:spPr>
        <a:xfrm>
          <a:off x="0" y="573899"/>
          <a:ext cx="8763000" cy="943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30480" rIns="170688" bIns="30480" numCol="1" spcCol="1270" anchor="t" anchorCtr="0">
          <a:noAutofit/>
        </a:bodyPr>
        <a:lstStyle/>
        <a:p>
          <a:pPr marL="171450" lvl="1" indent="-171450" algn="just" defTabSz="844550" rtl="0">
            <a:lnSpc>
              <a:spcPct val="90000"/>
            </a:lnSpc>
            <a:spcBef>
              <a:spcPct val="0"/>
            </a:spcBef>
            <a:spcAft>
              <a:spcPct val="20000"/>
            </a:spcAft>
            <a:buChar char="••"/>
          </a:pPr>
          <a:r>
            <a:rPr lang="en-US" sz="1900" kern="1200" dirty="0" smtClean="0">
              <a:latin typeface="Times New Roman" pitchFamily="18" charset="0"/>
              <a:cs typeface="Times New Roman" pitchFamily="18" charset="0"/>
            </a:rPr>
            <a:t>It must depend on theology for its inspiration. </a:t>
          </a:r>
          <a:endParaRPr lang="en-US" sz="1900" kern="1200" dirty="0">
            <a:latin typeface="Times New Roman" pitchFamily="18" charset="0"/>
            <a:cs typeface="Times New Roman" pitchFamily="18" charset="0"/>
          </a:endParaRPr>
        </a:p>
        <a:p>
          <a:pPr marL="171450" lvl="1" indent="-171450" algn="just" defTabSz="844550" rtl="0">
            <a:lnSpc>
              <a:spcPct val="90000"/>
            </a:lnSpc>
            <a:spcBef>
              <a:spcPct val="0"/>
            </a:spcBef>
            <a:spcAft>
              <a:spcPct val="20000"/>
            </a:spcAft>
            <a:buChar char="••"/>
          </a:pPr>
          <a:r>
            <a:rPr lang="en-US" sz="1900" kern="1200" smtClean="0">
              <a:latin typeface="Times New Roman" pitchFamily="18" charset="0"/>
              <a:cs typeface="Times New Roman" pitchFamily="18" charset="0"/>
            </a:rPr>
            <a:t>It  should be  made or adopted by lawful ecclesiastical authority.</a:t>
          </a:r>
          <a:endParaRPr lang="en-US" sz="1900" kern="1200">
            <a:latin typeface="Times New Roman" pitchFamily="18" charset="0"/>
            <a:cs typeface="Times New Roman" pitchFamily="18" charset="0"/>
          </a:endParaRPr>
        </a:p>
        <a:p>
          <a:pPr marL="171450" lvl="1" indent="-171450" algn="just" defTabSz="844550" rtl="0">
            <a:lnSpc>
              <a:spcPct val="90000"/>
            </a:lnSpc>
            <a:spcBef>
              <a:spcPct val="0"/>
            </a:spcBef>
            <a:spcAft>
              <a:spcPct val="20000"/>
            </a:spcAft>
            <a:buChar char="••"/>
          </a:pPr>
          <a:r>
            <a:rPr lang="en-US" sz="1900" kern="1200" dirty="0" smtClean="0">
              <a:latin typeface="Times New Roman" pitchFamily="18" charset="0"/>
              <a:cs typeface="Times New Roman" pitchFamily="18" charset="0"/>
            </a:rPr>
            <a:t>It  should be systematic and controlled</a:t>
          </a:r>
          <a:endParaRPr lang="en-US" sz="1900" kern="1200" dirty="0">
            <a:latin typeface="Times New Roman" pitchFamily="18" charset="0"/>
            <a:cs typeface="Times New Roman" pitchFamily="18" charset="0"/>
          </a:endParaRPr>
        </a:p>
      </dsp:txBody>
      <dsp:txXfrm>
        <a:off x="0" y="573899"/>
        <a:ext cx="8763000" cy="943920"/>
      </dsp:txXfrm>
    </dsp:sp>
    <dsp:sp modelId="{89BE4131-F095-47FE-8282-E11B90B0B636}">
      <dsp:nvSpPr>
        <dsp:cNvPr id="0" name=""/>
        <dsp:cNvSpPr/>
      </dsp:nvSpPr>
      <dsp:spPr>
        <a:xfrm>
          <a:off x="0" y="1517819"/>
          <a:ext cx="8763000" cy="5615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kern="1200" dirty="0" smtClean="0">
              <a:latin typeface="Times New Roman" pitchFamily="18" charset="0"/>
              <a:cs typeface="Times New Roman" pitchFamily="18" charset="0"/>
            </a:rPr>
            <a:t>1.5. Canon law as Ecclesiology</a:t>
          </a:r>
          <a:endParaRPr lang="en-US" sz="2400" kern="1200" dirty="0">
            <a:latin typeface="Times New Roman" pitchFamily="18" charset="0"/>
            <a:cs typeface="Times New Roman" pitchFamily="18" charset="0"/>
          </a:endParaRPr>
        </a:p>
      </dsp:txBody>
      <dsp:txXfrm>
        <a:off x="27415" y="1545234"/>
        <a:ext cx="8708170" cy="506769"/>
      </dsp:txXfrm>
    </dsp:sp>
    <dsp:sp modelId="{A95DC470-6B10-413E-A747-6DC4C31CB740}">
      <dsp:nvSpPr>
        <dsp:cNvPr id="0" name=""/>
        <dsp:cNvSpPr/>
      </dsp:nvSpPr>
      <dsp:spPr>
        <a:xfrm>
          <a:off x="0" y="2079419"/>
          <a:ext cx="8763000" cy="253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30480" rIns="170688" bIns="30480" numCol="1" spcCol="1270" anchor="t" anchorCtr="0">
          <a:noAutofit/>
        </a:bodyPr>
        <a:lstStyle/>
        <a:p>
          <a:pPr marL="171450" lvl="1" indent="-171450" algn="just" defTabSz="844550" rtl="0">
            <a:lnSpc>
              <a:spcPct val="90000"/>
            </a:lnSpc>
            <a:spcBef>
              <a:spcPct val="0"/>
            </a:spcBef>
            <a:spcAft>
              <a:spcPct val="20000"/>
            </a:spcAft>
            <a:buChar char="••"/>
          </a:pPr>
          <a:r>
            <a:rPr lang="en-US" sz="1900" kern="1200" dirty="0" smtClean="0">
              <a:latin typeface="Times New Roman" pitchFamily="18" charset="0"/>
              <a:cs typeface="Times New Roman" pitchFamily="18" charset="0"/>
            </a:rPr>
            <a:t>Orthodox canon law is part of ecclesiology or the theology of the Church. </a:t>
          </a:r>
          <a:endParaRPr lang="en-US" sz="1900" kern="1200" dirty="0">
            <a:latin typeface="Times New Roman" pitchFamily="18" charset="0"/>
            <a:cs typeface="Times New Roman" pitchFamily="18" charset="0"/>
          </a:endParaRPr>
        </a:p>
        <a:p>
          <a:pPr marL="171450" lvl="1" indent="-171450" algn="just" defTabSz="844550" rtl="0">
            <a:lnSpc>
              <a:spcPct val="90000"/>
            </a:lnSpc>
            <a:spcBef>
              <a:spcPct val="0"/>
            </a:spcBef>
            <a:spcAft>
              <a:spcPct val="20000"/>
            </a:spcAft>
            <a:buChar char="••"/>
          </a:pPr>
          <a:r>
            <a:rPr lang="en-US" sz="1900" kern="1200" dirty="0" smtClean="0">
              <a:latin typeface="Times New Roman" pitchFamily="18" charset="0"/>
              <a:cs typeface="Times New Roman" pitchFamily="18" charset="0"/>
            </a:rPr>
            <a:t>Canon law is an expression of the Church's existence in history and constitutes knowledge about the Church in this sense.</a:t>
          </a:r>
          <a:endParaRPr lang="en-US" sz="1900" kern="1200" dirty="0">
            <a:latin typeface="Times New Roman" pitchFamily="18" charset="0"/>
            <a:cs typeface="Times New Roman" pitchFamily="18" charset="0"/>
          </a:endParaRPr>
        </a:p>
        <a:p>
          <a:pPr marL="171450" lvl="1" indent="-171450" algn="just" defTabSz="844550" rtl="0">
            <a:lnSpc>
              <a:spcPct val="90000"/>
            </a:lnSpc>
            <a:spcBef>
              <a:spcPct val="0"/>
            </a:spcBef>
            <a:spcAft>
              <a:spcPct val="20000"/>
            </a:spcAft>
            <a:buChar char="••"/>
          </a:pPr>
          <a:r>
            <a:rPr lang="en-US" sz="1900" kern="1200" dirty="0" smtClean="0">
              <a:latin typeface="Times New Roman" pitchFamily="18" charset="0"/>
              <a:cs typeface="Times New Roman" pitchFamily="18" charset="0"/>
            </a:rPr>
            <a:t>It is the practical and daily historical description of the Church's life in any period.</a:t>
          </a:r>
          <a:endParaRPr lang="en-US" sz="1900" kern="1200" dirty="0">
            <a:latin typeface="Times New Roman" pitchFamily="18" charset="0"/>
            <a:cs typeface="Times New Roman" pitchFamily="18" charset="0"/>
          </a:endParaRPr>
        </a:p>
        <a:p>
          <a:pPr marL="171450" lvl="1" indent="-171450" algn="just" defTabSz="844550" rtl="0">
            <a:lnSpc>
              <a:spcPct val="90000"/>
            </a:lnSpc>
            <a:spcBef>
              <a:spcPct val="0"/>
            </a:spcBef>
            <a:spcAft>
              <a:spcPct val="20000"/>
            </a:spcAft>
            <a:buChar char="••"/>
          </a:pPr>
          <a:r>
            <a:rPr lang="en-US" sz="1900" kern="1200" dirty="0" smtClean="0">
              <a:latin typeface="Times New Roman" pitchFamily="18" charset="0"/>
              <a:cs typeface="Times New Roman" pitchFamily="18" charset="0"/>
            </a:rPr>
            <a:t>Nevertheless, a canon's appearance in a collection does not mean that it was in force. Some canonical collections are simply preserving the memory of long-gone institutions and practices.</a:t>
          </a:r>
          <a:endParaRPr lang="en-US" sz="1900" kern="1200" dirty="0">
            <a:latin typeface="Times New Roman" pitchFamily="18" charset="0"/>
            <a:cs typeface="Times New Roman" pitchFamily="18" charset="0"/>
          </a:endParaRPr>
        </a:p>
        <a:p>
          <a:pPr marL="171450" lvl="1" indent="-171450" algn="just" defTabSz="844550" rtl="0">
            <a:lnSpc>
              <a:spcPct val="90000"/>
            </a:lnSpc>
            <a:spcBef>
              <a:spcPct val="0"/>
            </a:spcBef>
            <a:spcAft>
              <a:spcPct val="20000"/>
            </a:spcAft>
            <a:buChar char="••"/>
          </a:pPr>
          <a:r>
            <a:rPr lang="en-US" sz="1900" kern="1200" dirty="0" smtClean="0">
              <a:latin typeface="Times New Roman" pitchFamily="18" charset="0"/>
              <a:cs typeface="Times New Roman" pitchFamily="18" charset="0"/>
            </a:rPr>
            <a:t>In summary, Orthodox canon law is linked to the nature of the Church, which, in turn, is based on Christology.</a:t>
          </a:r>
          <a:endParaRPr lang="en-US" sz="1900" kern="1200" dirty="0">
            <a:latin typeface="Times New Roman" pitchFamily="18" charset="0"/>
            <a:cs typeface="Times New Roman" pitchFamily="18" charset="0"/>
          </a:endParaRPr>
        </a:p>
      </dsp:txBody>
      <dsp:txXfrm>
        <a:off x="0" y="2079419"/>
        <a:ext cx="8763000" cy="2533680"/>
      </dsp:txXfrm>
    </dsp:sp>
    <dsp:sp modelId="{04637552-B61C-44D6-8BDB-FFB8AAEF2EF2}">
      <dsp:nvSpPr>
        <dsp:cNvPr id="0" name=""/>
        <dsp:cNvSpPr/>
      </dsp:nvSpPr>
      <dsp:spPr>
        <a:xfrm>
          <a:off x="0" y="4613099"/>
          <a:ext cx="8763000" cy="5615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rtl="0">
            <a:lnSpc>
              <a:spcPct val="90000"/>
            </a:lnSpc>
            <a:spcBef>
              <a:spcPct val="0"/>
            </a:spcBef>
            <a:spcAft>
              <a:spcPct val="35000"/>
            </a:spcAft>
          </a:pPr>
          <a:r>
            <a:rPr lang="en-US" sz="2400" b="1" kern="1200" dirty="0" smtClean="0">
              <a:latin typeface="Times New Roman" pitchFamily="18" charset="0"/>
              <a:cs typeface="Times New Roman" pitchFamily="18" charset="0"/>
            </a:rPr>
            <a:t>1.6. Scope of Canon Law</a:t>
          </a:r>
          <a:endParaRPr lang="en-US" sz="2400" kern="1200" dirty="0">
            <a:latin typeface="Times New Roman" pitchFamily="18" charset="0"/>
            <a:cs typeface="Times New Roman" pitchFamily="18" charset="0"/>
          </a:endParaRPr>
        </a:p>
      </dsp:txBody>
      <dsp:txXfrm>
        <a:off x="27415" y="4640514"/>
        <a:ext cx="8708170" cy="506769"/>
      </dsp:txXfrm>
    </dsp:sp>
    <dsp:sp modelId="{0B0EF071-1112-4DCA-B870-6832A1384094}">
      <dsp:nvSpPr>
        <dsp:cNvPr id="0" name=""/>
        <dsp:cNvSpPr/>
      </dsp:nvSpPr>
      <dsp:spPr>
        <a:xfrm>
          <a:off x="0" y="5174700"/>
          <a:ext cx="8763000" cy="1366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30480" rIns="170688" bIns="30480" numCol="1" spcCol="1270" anchor="t" anchorCtr="0">
          <a:noAutofit/>
        </a:bodyPr>
        <a:lstStyle/>
        <a:p>
          <a:pPr marL="171450" lvl="1" indent="-171450" algn="just" defTabSz="844550" rtl="0">
            <a:lnSpc>
              <a:spcPct val="90000"/>
            </a:lnSpc>
            <a:spcBef>
              <a:spcPct val="0"/>
            </a:spcBef>
            <a:spcAft>
              <a:spcPct val="20000"/>
            </a:spcAft>
            <a:buChar char="••"/>
          </a:pPr>
          <a:r>
            <a:rPr lang="en-US" sz="1900" b="1" kern="1200" dirty="0" smtClean="0">
              <a:latin typeface="Times New Roman" pitchFamily="18" charset="0"/>
              <a:cs typeface="Times New Roman" pitchFamily="18" charset="0"/>
            </a:rPr>
            <a:t>General laws (Universal ecclesiastical laws): </a:t>
          </a:r>
          <a:r>
            <a:rPr lang="en-US" sz="1900" kern="1200" dirty="0" smtClean="0">
              <a:latin typeface="Times New Roman" pitchFamily="18" charset="0"/>
              <a:cs typeface="Times New Roman" pitchFamily="18" charset="0"/>
            </a:rPr>
            <a:t>They are not limited to the a particular territory; it is universally applicable. Universal law do not derogate with special laws.</a:t>
          </a:r>
          <a:endParaRPr lang="en-US" sz="1900" kern="1200" dirty="0">
            <a:latin typeface="Times New Roman" pitchFamily="18" charset="0"/>
            <a:cs typeface="Times New Roman" pitchFamily="18" charset="0"/>
          </a:endParaRPr>
        </a:p>
        <a:p>
          <a:pPr marL="171450" lvl="1" indent="-171450" algn="just" defTabSz="844550" rtl="0">
            <a:lnSpc>
              <a:spcPct val="90000"/>
            </a:lnSpc>
            <a:spcBef>
              <a:spcPct val="0"/>
            </a:spcBef>
            <a:spcAft>
              <a:spcPct val="20000"/>
            </a:spcAft>
            <a:buChar char="••"/>
          </a:pPr>
          <a:r>
            <a:rPr lang="en-US" sz="1900" b="1" kern="1200" dirty="0" smtClean="0">
              <a:latin typeface="Times New Roman" pitchFamily="18" charset="0"/>
              <a:cs typeface="Times New Roman" pitchFamily="18" charset="0"/>
            </a:rPr>
            <a:t>Particular canon laws: </a:t>
          </a:r>
          <a:r>
            <a:rPr lang="en-US" sz="1900" kern="1200" dirty="0" smtClean="0">
              <a:latin typeface="Times New Roman" pitchFamily="18" charset="0"/>
              <a:cs typeface="Times New Roman" pitchFamily="18" charset="0"/>
            </a:rPr>
            <a:t>They are made for a particular territory. Particular laws are promulgated in the manner determined by the legislator.</a:t>
          </a:r>
          <a:endParaRPr lang="en-US" sz="1900" kern="1200" dirty="0">
            <a:latin typeface="Times New Roman" pitchFamily="18" charset="0"/>
            <a:cs typeface="Times New Roman" pitchFamily="18" charset="0"/>
          </a:endParaRPr>
        </a:p>
      </dsp:txBody>
      <dsp:txXfrm>
        <a:off x="0" y="5174700"/>
        <a:ext cx="8763000" cy="13662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26B98-9CE1-4F98-9AC4-205AEC94E2E0}">
      <dsp:nvSpPr>
        <dsp:cNvPr id="0" name=""/>
        <dsp:cNvSpPr/>
      </dsp:nvSpPr>
      <dsp:spPr>
        <a:xfrm>
          <a:off x="0" y="0"/>
          <a:ext cx="8915400" cy="608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just" defTabSz="1155700" rtl="0">
            <a:lnSpc>
              <a:spcPct val="90000"/>
            </a:lnSpc>
            <a:spcBef>
              <a:spcPct val="0"/>
            </a:spcBef>
            <a:spcAft>
              <a:spcPct val="35000"/>
            </a:spcAft>
          </a:pPr>
          <a:r>
            <a:rPr lang="en-US" sz="2600" b="1" kern="1200" dirty="0" smtClean="0">
              <a:latin typeface="Times New Roman" pitchFamily="18" charset="0"/>
              <a:cs typeface="Times New Roman" pitchFamily="18" charset="0"/>
            </a:rPr>
            <a:t>1.7. Definition of Church </a:t>
          </a:r>
          <a:endParaRPr lang="en-US" sz="2600" kern="1200" dirty="0">
            <a:latin typeface="Times New Roman" pitchFamily="18" charset="0"/>
            <a:cs typeface="Times New Roman" pitchFamily="18" charset="0"/>
          </a:endParaRPr>
        </a:p>
      </dsp:txBody>
      <dsp:txXfrm>
        <a:off x="29700" y="29700"/>
        <a:ext cx="8856000" cy="549000"/>
      </dsp:txXfrm>
    </dsp:sp>
    <dsp:sp modelId="{710910AF-0C5F-4178-8332-9730B701564C}">
      <dsp:nvSpPr>
        <dsp:cNvPr id="0" name=""/>
        <dsp:cNvSpPr/>
      </dsp:nvSpPr>
      <dsp:spPr>
        <a:xfrm>
          <a:off x="0" y="651466"/>
          <a:ext cx="8915400" cy="5858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064" tIns="33020" rIns="184912" bIns="33020" numCol="1" spcCol="1270" anchor="t" anchorCtr="0">
          <a:noAutofit/>
        </a:bodyPr>
        <a:lstStyle/>
        <a:p>
          <a:pPr marL="228600" lvl="1" indent="-228600" algn="just"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Christianity and Christian church  was established by Jesus Christ (Matt 16:18)</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Christian church is the assembly (community) of the Christians who are chosen for the heavily glory.</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US" sz="2000" kern="1200" smtClean="0">
              <a:latin typeface="Times New Roman" pitchFamily="18" charset="0"/>
              <a:cs typeface="Times New Roman" pitchFamily="18" charset="0"/>
            </a:rPr>
            <a:t>The word Church allegorically may refer to one of the three things: </a:t>
          </a:r>
          <a:endParaRPr lang="en-US" sz="2000" kern="120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The lord’s Body (the individual)</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US" sz="2000" kern="1200" smtClean="0">
              <a:latin typeface="Times New Roman" pitchFamily="18" charset="0"/>
              <a:cs typeface="Times New Roman" pitchFamily="18" charset="0"/>
            </a:rPr>
            <a:t>The Congregation of the believers</a:t>
          </a:r>
          <a:endParaRPr lang="en-US" sz="2000" kern="120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US" sz="2000" kern="1200" smtClean="0">
              <a:latin typeface="Times New Roman" pitchFamily="18" charset="0"/>
              <a:cs typeface="Times New Roman" pitchFamily="18" charset="0"/>
            </a:rPr>
            <a:t>The Lord’s house or the Consecrated building </a:t>
          </a:r>
          <a:endParaRPr lang="en-US" sz="2000" kern="120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am-ET" sz="2000" b="1" kern="1200" dirty="0" smtClean="0">
              <a:cs typeface="Times New Roman" pitchFamily="18" charset="0"/>
            </a:rPr>
            <a:t>ቤተ ክርስቲያን በባሕርይዋ አንዲት ብትሆንም</a:t>
          </a:r>
          <a:r>
            <a:rPr lang="en-US" sz="2000" b="1" kern="1200" dirty="0" smtClean="0">
              <a:latin typeface="Times New Roman" pitchFamily="18" charset="0"/>
              <a:cs typeface="Times New Roman" pitchFamily="18" charset="0"/>
            </a:rPr>
            <a:t> </a:t>
          </a:r>
          <a:r>
            <a:rPr lang="am-ET" sz="2000" b="1" kern="1200" dirty="0" smtClean="0">
              <a:cs typeface="Times New Roman" pitchFamily="18" charset="0"/>
            </a:rPr>
            <a:t>ሐዋርያትም በተለያየ ስም ጠ</a:t>
          </a:r>
          <a:r>
            <a:rPr lang="en-US" sz="2000" b="1" kern="1200" dirty="0" err="1" smtClean="0">
              <a:latin typeface="Times New Roman" pitchFamily="18" charset="0"/>
              <a:cs typeface="Times New Roman" pitchFamily="18" charset="0"/>
            </a:rPr>
            <a:t>ርተዋታል</a:t>
          </a:r>
          <a:r>
            <a:rPr lang="am-ET" sz="2000" b="1" kern="1200" dirty="0" smtClean="0">
              <a:cs typeface="Times New Roman" pitchFamily="18" charset="0"/>
            </a:rPr>
            <a:t>፡፡</a:t>
          </a:r>
          <a:endParaRPr lang="en-US" sz="2000" b="1"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am-ET" sz="2000" b="1" kern="1200" dirty="0" smtClean="0">
              <a:cs typeface="Times New Roman" pitchFamily="18" charset="0"/>
            </a:rPr>
            <a:t>ቤተ ክርስቲያን ዘክርስቶስ/ዘእግዚአብሔር </a:t>
          </a:r>
          <a:r>
            <a:rPr lang="am-ET" sz="2000" kern="1200" dirty="0" smtClean="0">
              <a:cs typeface="Times New Roman" pitchFamily="18" charset="0"/>
            </a:rPr>
            <a:t>(ሮሜ ፲፮ ፥፲፮፣ ፩ ጢሞ ፫፥፭፣ ፪ተሰ ፪፥፬፣  ገላ ፩፥፲፫፣ ፪ኛ ቆሮ ፩፥፩፣ ፩ተሰ ፪፥፲፬)</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am-ET" sz="2000" b="1" kern="1200" dirty="0" smtClean="0">
              <a:cs typeface="Times New Roman" pitchFamily="18" charset="0"/>
            </a:rPr>
            <a:t>ማኅደረ እግዚአብሔር/የእግዚአብሔር</a:t>
          </a:r>
          <a:r>
            <a:rPr lang="en-US" sz="2000" b="1" kern="1200" dirty="0" smtClean="0">
              <a:cs typeface="Times New Roman" pitchFamily="18" charset="0"/>
            </a:rPr>
            <a:t> </a:t>
          </a:r>
          <a:r>
            <a:rPr lang="am-ET" sz="2000" b="1" kern="1200" dirty="0" smtClean="0">
              <a:cs typeface="Times New Roman" pitchFamily="18" charset="0"/>
            </a:rPr>
            <a:t>ማደሪያ</a:t>
          </a:r>
          <a:r>
            <a:rPr lang="en-US" sz="2000" b="1" kern="1200" dirty="0" smtClean="0">
              <a:latin typeface="Times New Roman" pitchFamily="18" charset="0"/>
              <a:cs typeface="Times New Roman" pitchFamily="18" charset="0"/>
            </a:rPr>
            <a:t> </a:t>
          </a:r>
          <a:r>
            <a:rPr lang="am-ET" sz="2000" kern="1200" dirty="0" smtClean="0">
              <a:cs typeface="Times New Roman" pitchFamily="18" charset="0"/>
            </a:rPr>
            <a:t>(ዘፀ ፳፭፥፰፣ ኢሳ ፴፮፥፩፣ ፩ነገ ፰፥፳፯-ፍፃሜ፣ ኤፌ ፪፥፳‐፳፪፣ ፪ዜና፯፥፲፪‐፲፮፣ ማቴ ፲፰፥፳፣ ፩ቆሮ፲፫፥፲፮)</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am-ET" sz="2000" b="1" kern="1200" dirty="0" smtClean="0">
              <a:cs typeface="Times New Roman" pitchFamily="18" charset="0"/>
            </a:rPr>
            <a:t>መዝገበ ጸጋ/የጸጋ ግምጃ  ቤት</a:t>
          </a:r>
          <a:r>
            <a:rPr lang="en-US" sz="2000" b="1" kern="1200" dirty="0" smtClean="0">
              <a:latin typeface="Times New Roman" pitchFamily="18" charset="0"/>
              <a:cs typeface="Times New Roman" pitchFamily="18" charset="0"/>
            </a:rPr>
            <a:t> </a:t>
          </a:r>
          <a:r>
            <a:rPr lang="am-ET" sz="2000" kern="1200" dirty="0" smtClean="0">
              <a:cs typeface="Times New Roman" pitchFamily="18" charset="0"/>
            </a:rPr>
            <a:t>(፩ ቆሮ ፲፪፥፲፩፣ዕብ ፬፥፲፮)</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am-ET" sz="2000" b="1" kern="1200" smtClean="0">
              <a:cs typeface="Times New Roman" pitchFamily="18" charset="0"/>
            </a:rPr>
            <a:t>ቤተ ጸሎት/የጸሎት ቤት</a:t>
          </a:r>
          <a:r>
            <a:rPr lang="en-US" sz="2000" b="1" kern="1200" smtClean="0">
              <a:latin typeface="Times New Roman" pitchFamily="18" charset="0"/>
              <a:cs typeface="Times New Roman" pitchFamily="18" charset="0"/>
            </a:rPr>
            <a:t> </a:t>
          </a:r>
          <a:r>
            <a:rPr lang="am-ET" sz="2000" kern="1200" smtClean="0">
              <a:cs typeface="Times New Roman" pitchFamily="18" charset="0"/>
            </a:rPr>
            <a:t>(ኢሳ ፶፮፥፯፣ ማቴ ፭፥፳፫‐፳፬፣ ማቴ ፮፥፲፪ ፣ ፩ቆሮ ፲፬፥፴፫፣ ማር ፲፩፥፭‐፳፮፣ ገላ ፫፥፮‐፳፰)</a:t>
          </a:r>
          <a:endParaRPr lang="en-US" sz="2000" kern="120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am-ET" sz="2000" b="1" kern="1200" dirty="0" smtClean="0">
              <a:cs typeface="Times New Roman" pitchFamily="18" charset="0"/>
            </a:rPr>
            <a:t>ምስካየ</a:t>
          </a:r>
          <a:r>
            <a:rPr lang="en-US" sz="2000" b="1" kern="1200" dirty="0" smtClean="0">
              <a:latin typeface="Times New Roman" pitchFamily="18" charset="0"/>
              <a:cs typeface="Times New Roman" pitchFamily="18" charset="0"/>
            </a:rPr>
            <a:t> </a:t>
          </a:r>
          <a:r>
            <a:rPr lang="am-ET" sz="2000" b="1" kern="1200" dirty="0" smtClean="0">
              <a:cs typeface="Times New Roman" pitchFamily="18" charset="0"/>
            </a:rPr>
            <a:t>ኅዙናን/የነዳያን መጠጊያ</a:t>
          </a:r>
          <a:r>
            <a:rPr lang="en-US" sz="2000" b="1" kern="1200" dirty="0" smtClean="0">
              <a:latin typeface="Times New Roman" pitchFamily="18" charset="0"/>
              <a:cs typeface="Times New Roman" pitchFamily="18" charset="0"/>
            </a:rPr>
            <a:t> </a:t>
          </a:r>
          <a:r>
            <a:rPr lang="am-ET" sz="2000" b="1" kern="1200" dirty="0" smtClean="0">
              <a:cs typeface="Times New Roman" pitchFamily="18" charset="0"/>
            </a:rPr>
            <a:t>(</a:t>
          </a:r>
          <a:r>
            <a:rPr lang="am-ET" sz="2000" kern="1200" dirty="0" smtClean="0">
              <a:cs typeface="Times New Roman" pitchFamily="18" charset="0"/>
            </a:rPr>
            <a:t>ሉቃ ፲፮፥፲፱‐፴፩፤ ሮሜ ፲፪፥፬‐፲፣ ፩ጴጥ</a:t>
          </a:r>
          <a:r>
            <a:rPr lang="en-US" sz="2000" kern="1200" dirty="0" smtClean="0">
              <a:latin typeface="Times New Roman" pitchFamily="18" charset="0"/>
              <a:cs typeface="Times New Roman" pitchFamily="18" charset="0"/>
            </a:rPr>
            <a:t> </a:t>
          </a:r>
          <a:r>
            <a:rPr lang="am-ET" sz="2000" kern="1200" dirty="0" smtClean="0">
              <a:cs typeface="Times New Roman" pitchFamily="18" charset="0"/>
            </a:rPr>
            <a:t>፬፥፱‐፲፩)</a:t>
          </a:r>
          <a:endParaRPr lang="en-US" sz="2000" kern="1200" dirty="0">
            <a:latin typeface="Times New Roman" pitchFamily="18" charset="0"/>
            <a:cs typeface="Times New Roman" pitchFamily="18" charset="0"/>
          </a:endParaRPr>
        </a:p>
      </dsp:txBody>
      <dsp:txXfrm>
        <a:off x="0" y="651466"/>
        <a:ext cx="8915400" cy="585866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D80712-029C-4832-A110-7EBF0DC68142}">
      <dsp:nvSpPr>
        <dsp:cNvPr id="0" name=""/>
        <dsp:cNvSpPr/>
      </dsp:nvSpPr>
      <dsp:spPr>
        <a:xfrm>
          <a:off x="0" y="76199"/>
          <a:ext cx="8839200" cy="748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just" defTabSz="1422400" rtl="0">
            <a:lnSpc>
              <a:spcPct val="90000"/>
            </a:lnSpc>
            <a:spcBef>
              <a:spcPct val="0"/>
            </a:spcBef>
            <a:spcAft>
              <a:spcPct val="35000"/>
            </a:spcAft>
          </a:pPr>
          <a:r>
            <a:rPr lang="en-US" sz="3200" b="1" kern="1200" dirty="0" smtClean="0">
              <a:latin typeface="Times New Roman" pitchFamily="18" charset="0"/>
              <a:cs typeface="Times New Roman" pitchFamily="18" charset="0"/>
            </a:rPr>
            <a:t>2.4. Principles of Church Administration</a:t>
          </a:r>
          <a:endParaRPr lang="en-US" sz="3200" kern="1200" dirty="0">
            <a:latin typeface="Times New Roman" pitchFamily="18" charset="0"/>
            <a:cs typeface="Times New Roman" pitchFamily="18" charset="0"/>
          </a:endParaRPr>
        </a:p>
      </dsp:txBody>
      <dsp:txXfrm>
        <a:off x="36553" y="112752"/>
        <a:ext cx="8766094" cy="675694"/>
      </dsp:txXfrm>
    </dsp:sp>
    <dsp:sp modelId="{AD46D1B3-047A-490B-B3C4-A07666A3BBA4}">
      <dsp:nvSpPr>
        <dsp:cNvPr id="0" name=""/>
        <dsp:cNvSpPr/>
      </dsp:nvSpPr>
      <dsp:spPr>
        <a:xfrm>
          <a:off x="0" y="824999"/>
          <a:ext cx="8839200" cy="745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40640" rIns="227584" bIns="40640" numCol="1" spcCol="1270" anchor="t" anchorCtr="0">
          <a:noAutofit/>
        </a:bodyPr>
        <a:lstStyle/>
        <a:p>
          <a:pPr marL="228600" lvl="1" indent="-228600" algn="just" defTabSz="1111250" rtl="0">
            <a:lnSpc>
              <a:spcPct val="90000"/>
            </a:lnSpc>
            <a:spcBef>
              <a:spcPct val="0"/>
            </a:spcBef>
            <a:spcAft>
              <a:spcPct val="20000"/>
            </a:spcAft>
            <a:buChar char="••"/>
          </a:pPr>
          <a:r>
            <a:rPr lang="en-US" sz="2500" kern="1200" dirty="0" smtClean="0">
              <a:latin typeface="Times New Roman" pitchFamily="18" charset="0"/>
              <a:cs typeface="Times New Roman" pitchFamily="18" charset="0"/>
            </a:rPr>
            <a:t>The following are some of the principles, which can be applied in lead  a  Christian church. </a:t>
          </a:r>
          <a:endParaRPr lang="en-US" sz="2500" kern="1200" dirty="0">
            <a:latin typeface="Times New Roman" pitchFamily="18" charset="0"/>
            <a:cs typeface="Times New Roman" pitchFamily="18" charset="0"/>
          </a:endParaRPr>
        </a:p>
      </dsp:txBody>
      <dsp:txXfrm>
        <a:off x="0" y="824999"/>
        <a:ext cx="8839200" cy="745200"/>
      </dsp:txXfrm>
    </dsp:sp>
    <dsp:sp modelId="{243555F5-D055-458E-98C8-011762A9162C}">
      <dsp:nvSpPr>
        <dsp:cNvPr id="0" name=""/>
        <dsp:cNvSpPr/>
      </dsp:nvSpPr>
      <dsp:spPr>
        <a:xfrm>
          <a:off x="0" y="1570199"/>
          <a:ext cx="8839200" cy="748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just" defTabSz="1422400" rtl="0">
            <a:lnSpc>
              <a:spcPct val="90000"/>
            </a:lnSpc>
            <a:spcBef>
              <a:spcPct val="0"/>
            </a:spcBef>
            <a:spcAft>
              <a:spcPct val="35000"/>
            </a:spcAft>
          </a:pPr>
          <a:r>
            <a:rPr lang="en-US" sz="3200" b="1" kern="1200" dirty="0" smtClean="0">
              <a:latin typeface="Times New Roman" pitchFamily="18" charset="0"/>
              <a:cs typeface="Times New Roman" pitchFamily="18" charset="0"/>
            </a:rPr>
            <a:t>A. Mobilization of the laity</a:t>
          </a:r>
          <a:endParaRPr lang="en-US" sz="3200" kern="1200" dirty="0">
            <a:latin typeface="Times New Roman" pitchFamily="18" charset="0"/>
            <a:cs typeface="Times New Roman" pitchFamily="18" charset="0"/>
          </a:endParaRPr>
        </a:p>
      </dsp:txBody>
      <dsp:txXfrm>
        <a:off x="36553" y="1606752"/>
        <a:ext cx="8766094" cy="675694"/>
      </dsp:txXfrm>
    </dsp:sp>
    <dsp:sp modelId="{7C95647C-D5AD-4EC9-94BE-BE5B9C1DEB2C}">
      <dsp:nvSpPr>
        <dsp:cNvPr id="0" name=""/>
        <dsp:cNvSpPr/>
      </dsp:nvSpPr>
      <dsp:spPr>
        <a:xfrm>
          <a:off x="0" y="2318999"/>
          <a:ext cx="8839200" cy="149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40640" rIns="227584" bIns="40640" numCol="1" spcCol="1270" anchor="t" anchorCtr="0">
          <a:noAutofit/>
        </a:bodyPr>
        <a:lstStyle/>
        <a:p>
          <a:pPr marL="228600" lvl="1" indent="-228600" algn="just" defTabSz="1111250" rtl="0">
            <a:lnSpc>
              <a:spcPct val="90000"/>
            </a:lnSpc>
            <a:spcBef>
              <a:spcPct val="0"/>
            </a:spcBef>
            <a:spcAft>
              <a:spcPct val="20000"/>
            </a:spcAft>
            <a:buChar char="••"/>
          </a:pPr>
          <a:r>
            <a:rPr lang="en-US" sz="2500" kern="1200" dirty="0" smtClean="0">
              <a:latin typeface="Times New Roman" pitchFamily="18" charset="0"/>
              <a:cs typeface="Times New Roman" pitchFamily="18" charset="0"/>
            </a:rPr>
            <a:t>Good administration will utilize the skill of mobilizing the laity in doing the work of the church. </a:t>
          </a:r>
          <a:endParaRPr lang="en-US" sz="2500" kern="1200" dirty="0">
            <a:latin typeface="Times New Roman" pitchFamily="18" charset="0"/>
            <a:cs typeface="Times New Roman" pitchFamily="18" charset="0"/>
          </a:endParaRPr>
        </a:p>
        <a:p>
          <a:pPr marL="228600" lvl="1" indent="-228600" algn="just" defTabSz="1111250" rtl="0">
            <a:lnSpc>
              <a:spcPct val="90000"/>
            </a:lnSpc>
            <a:spcBef>
              <a:spcPct val="0"/>
            </a:spcBef>
            <a:spcAft>
              <a:spcPct val="20000"/>
            </a:spcAft>
            <a:buChar char="••"/>
          </a:pPr>
          <a:r>
            <a:rPr lang="en-US" sz="2500" kern="1200" dirty="0" smtClean="0">
              <a:latin typeface="Times New Roman" pitchFamily="18" charset="0"/>
              <a:cs typeface="Times New Roman" pitchFamily="18" charset="0"/>
            </a:rPr>
            <a:t>This has been identified as the primary principles for church growth before other principles can be directed towards growth.</a:t>
          </a:r>
          <a:endParaRPr lang="en-US" sz="2500" kern="1200" dirty="0">
            <a:latin typeface="Times New Roman" pitchFamily="18" charset="0"/>
            <a:cs typeface="Times New Roman" pitchFamily="18" charset="0"/>
          </a:endParaRPr>
        </a:p>
      </dsp:txBody>
      <dsp:txXfrm>
        <a:off x="0" y="2318999"/>
        <a:ext cx="8839200" cy="1490400"/>
      </dsp:txXfrm>
    </dsp:sp>
    <dsp:sp modelId="{289107E0-CAA1-47E5-9B78-7B51F8289291}">
      <dsp:nvSpPr>
        <dsp:cNvPr id="0" name=""/>
        <dsp:cNvSpPr/>
      </dsp:nvSpPr>
      <dsp:spPr>
        <a:xfrm>
          <a:off x="0" y="3809399"/>
          <a:ext cx="8839200" cy="748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just" defTabSz="1422400" rtl="0">
            <a:lnSpc>
              <a:spcPct val="90000"/>
            </a:lnSpc>
            <a:spcBef>
              <a:spcPct val="0"/>
            </a:spcBef>
            <a:spcAft>
              <a:spcPct val="35000"/>
            </a:spcAft>
          </a:pPr>
          <a:r>
            <a:rPr lang="en-US" sz="3200" b="1" kern="1200" dirty="0" smtClean="0">
              <a:latin typeface="Times New Roman" pitchFamily="18" charset="0"/>
              <a:cs typeface="Times New Roman" pitchFamily="18" charset="0"/>
            </a:rPr>
            <a:t>B. Discipleship Training </a:t>
          </a:r>
          <a:endParaRPr lang="en-US" sz="3200" kern="1200" dirty="0">
            <a:latin typeface="Times New Roman" pitchFamily="18" charset="0"/>
            <a:cs typeface="Times New Roman" pitchFamily="18" charset="0"/>
          </a:endParaRPr>
        </a:p>
      </dsp:txBody>
      <dsp:txXfrm>
        <a:off x="36553" y="3845952"/>
        <a:ext cx="8766094" cy="675694"/>
      </dsp:txXfrm>
    </dsp:sp>
    <dsp:sp modelId="{E508A4EE-DEA5-4142-810B-4DFBFC96B604}">
      <dsp:nvSpPr>
        <dsp:cNvPr id="0" name=""/>
        <dsp:cNvSpPr/>
      </dsp:nvSpPr>
      <dsp:spPr>
        <a:xfrm>
          <a:off x="0" y="4558199"/>
          <a:ext cx="8839200" cy="191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40640" rIns="227584" bIns="40640" numCol="1" spcCol="1270" anchor="t" anchorCtr="0">
          <a:noAutofit/>
        </a:bodyPr>
        <a:lstStyle/>
        <a:p>
          <a:pPr marL="228600" lvl="1" indent="-228600" algn="just" defTabSz="1111250" rtl="0">
            <a:lnSpc>
              <a:spcPct val="90000"/>
            </a:lnSpc>
            <a:spcBef>
              <a:spcPct val="0"/>
            </a:spcBef>
            <a:spcAft>
              <a:spcPct val="20000"/>
            </a:spcAft>
            <a:buChar char="••"/>
          </a:pPr>
          <a:r>
            <a:rPr lang="en-US" sz="2500" kern="1200" dirty="0" smtClean="0">
              <a:latin typeface="Times New Roman" pitchFamily="18" charset="0"/>
              <a:cs typeface="Times New Roman" pitchFamily="18" charset="0"/>
            </a:rPr>
            <a:t>Numerical growth ought to be a primary concern for the church.</a:t>
          </a:r>
          <a:endParaRPr lang="en-US" sz="2500" kern="1200" dirty="0">
            <a:latin typeface="Times New Roman" pitchFamily="18" charset="0"/>
            <a:cs typeface="Times New Roman" pitchFamily="18" charset="0"/>
          </a:endParaRPr>
        </a:p>
        <a:p>
          <a:pPr marL="228600" lvl="1" indent="-228600" algn="just" defTabSz="1111250" rtl="0">
            <a:lnSpc>
              <a:spcPct val="90000"/>
            </a:lnSpc>
            <a:spcBef>
              <a:spcPct val="0"/>
            </a:spcBef>
            <a:spcAft>
              <a:spcPct val="20000"/>
            </a:spcAft>
            <a:buChar char="••"/>
          </a:pPr>
          <a:r>
            <a:rPr lang="en-US" sz="2500" kern="1200" dirty="0" smtClean="0">
              <a:latin typeface="Times New Roman" pitchFamily="18" charset="0"/>
              <a:cs typeface="Times New Roman" pitchFamily="18" charset="0"/>
            </a:rPr>
            <a:t>Church growth focuses attention on Matthew 28:19 and the emphasis not on producing changes, but on making disciples.</a:t>
          </a:r>
          <a:endParaRPr lang="en-US" sz="2500" kern="1200" dirty="0">
            <a:latin typeface="Times New Roman" pitchFamily="18" charset="0"/>
            <a:cs typeface="Times New Roman" pitchFamily="18" charset="0"/>
          </a:endParaRPr>
        </a:p>
      </dsp:txBody>
      <dsp:txXfrm>
        <a:off x="0" y="4558199"/>
        <a:ext cx="8839200" cy="191880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EE9363-5821-41E9-9696-B78BDFFB56DB}">
      <dsp:nvSpPr>
        <dsp:cNvPr id="0" name=""/>
        <dsp:cNvSpPr/>
      </dsp:nvSpPr>
      <dsp:spPr>
        <a:xfrm>
          <a:off x="0" y="76500"/>
          <a:ext cx="8839200" cy="702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l" defTabSz="1333500" rtl="0">
            <a:lnSpc>
              <a:spcPct val="90000"/>
            </a:lnSpc>
            <a:spcBef>
              <a:spcPct val="0"/>
            </a:spcBef>
            <a:spcAft>
              <a:spcPct val="35000"/>
            </a:spcAft>
          </a:pPr>
          <a:r>
            <a:rPr lang="en-US" sz="3000" b="1" kern="1200" dirty="0" smtClean="0">
              <a:latin typeface="Times New Roman" pitchFamily="18" charset="0"/>
              <a:cs typeface="Times New Roman" pitchFamily="18" charset="0"/>
            </a:rPr>
            <a:t>Principles of Church Administration….</a:t>
          </a:r>
          <a:endParaRPr lang="en-US" sz="3000" kern="1200" dirty="0">
            <a:latin typeface="Times New Roman" pitchFamily="18" charset="0"/>
            <a:cs typeface="Times New Roman" pitchFamily="18" charset="0"/>
          </a:endParaRPr>
        </a:p>
      </dsp:txBody>
      <dsp:txXfrm>
        <a:off x="34269" y="110769"/>
        <a:ext cx="8770662" cy="633462"/>
      </dsp:txXfrm>
    </dsp:sp>
    <dsp:sp modelId="{F5BC0803-857B-42F7-BF23-896A9F5346B3}">
      <dsp:nvSpPr>
        <dsp:cNvPr id="0" name=""/>
        <dsp:cNvSpPr/>
      </dsp:nvSpPr>
      <dsp:spPr>
        <a:xfrm>
          <a:off x="0" y="864900"/>
          <a:ext cx="8839200" cy="702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just" defTabSz="1333500" rtl="0">
            <a:lnSpc>
              <a:spcPct val="90000"/>
            </a:lnSpc>
            <a:spcBef>
              <a:spcPct val="0"/>
            </a:spcBef>
            <a:spcAft>
              <a:spcPct val="35000"/>
            </a:spcAft>
          </a:pPr>
          <a:r>
            <a:rPr lang="en-US" sz="3000" b="1" kern="1200" dirty="0" smtClean="0">
              <a:latin typeface="Times New Roman" pitchFamily="18" charset="0"/>
              <a:cs typeface="Times New Roman" pitchFamily="18" charset="0"/>
            </a:rPr>
            <a:t>C. Developing spiritual gifts</a:t>
          </a:r>
          <a:endParaRPr lang="en-US" sz="3000" kern="1200" dirty="0">
            <a:latin typeface="Times New Roman" pitchFamily="18" charset="0"/>
            <a:cs typeface="Times New Roman" pitchFamily="18" charset="0"/>
          </a:endParaRPr>
        </a:p>
      </dsp:txBody>
      <dsp:txXfrm>
        <a:off x="34269" y="899169"/>
        <a:ext cx="8770662" cy="633462"/>
      </dsp:txXfrm>
    </dsp:sp>
    <dsp:sp modelId="{7A8C420F-B6BF-4664-A2AA-414068CBC44E}">
      <dsp:nvSpPr>
        <dsp:cNvPr id="0" name=""/>
        <dsp:cNvSpPr/>
      </dsp:nvSpPr>
      <dsp:spPr>
        <a:xfrm>
          <a:off x="0" y="1566900"/>
          <a:ext cx="8839200"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38100" rIns="213360" bIns="38100" numCol="1" spcCol="1270" anchor="t" anchorCtr="0">
          <a:noAutofit/>
        </a:bodyPr>
        <a:lstStyle/>
        <a:p>
          <a:pPr marL="228600" lvl="1" indent="-228600" algn="just" defTabSz="1022350" rtl="0">
            <a:lnSpc>
              <a:spcPct val="90000"/>
            </a:lnSpc>
            <a:spcBef>
              <a:spcPct val="0"/>
            </a:spcBef>
            <a:spcAft>
              <a:spcPct val="20000"/>
            </a:spcAft>
            <a:buChar char="••"/>
          </a:pPr>
          <a:r>
            <a:rPr lang="en-US" sz="2300" kern="1200" dirty="0" smtClean="0">
              <a:latin typeface="Times New Roman" pitchFamily="18" charset="0"/>
              <a:cs typeface="Times New Roman" pitchFamily="18" charset="0"/>
            </a:rPr>
            <a:t>The laity is individually gifted, as such when these gifts are developed and employed in the service of the church; it promotes team work and growth.</a:t>
          </a:r>
          <a:endParaRPr lang="en-US" sz="2300" kern="1200" dirty="0">
            <a:latin typeface="Times New Roman" pitchFamily="18" charset="0"/>
            <a:cs typeface="Times New Roman" pitchFamily="18" charset="0"/>
          </a:endParaRPr>
        </a:p>
      </dsp:txBody>
      <dsp:txXfrm>
        <a:off x="0" y="1566900"/>
        <a:ext cx="8839200" cy="993600"/>
      </dsp:txXfrm>
    </dsp:sp>
    <dsp:sp modelId="{C84DE4EF-7792-4583-B393-307F118DA42F}">
      <dsp:nvSpPr>
        <dsp:cNvPr id="0" name=""/>
        <dsp:cNvSpPr/>
      </dsp:nvSpPr>
      <dsp:spPr>
        <a:xfrm>
          <a:off x="0" y="2560500"/>
          <a:ext cx="8839200" cy="702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just" defTabSz="1333500" rtl="0">
            <a:lnSpc>
              <a:spcPct val="90000"/>
            </a:lnSpc>
            <a:spcBef>
              <a:spcPct val="0"/>
            </a:spcBef>
            <a:spcAft>
              <a:spcPct val="35000"/>
            </a:spcAft>
          </a:pPr>
          <a:r>
            <a:rPr lang="en-US" sz="3000" b="1" kern="1200" dirty="0" smtClean="0">
              <a:latin typeface="Times New Roman" pitchFamily="18" charset="0"/>
              <a:cs typeface="Times New Roman" pitchFamily="18" charset="0"/>
            </a:rPr>
            <a:t>D. Utilization of resources</a:t>
          </a:r>
          <a:endParaRPr lang="en-US" sz="3000" kern="1200" dirty="0">
            <a:latin typeface="Times New Roman" pitchFamily="18" charset="0"/>
            <a:cs typeface="Times New Roman" pitchFamily="18" charset="0"/>
          </a:endParaRPr>
        </a:p>
      </dsp:txBody>
      <dsp:txXfrm>
        <a:off x="34269" y="2594769"/>
        <a:ext cx="8770662" cy="633462"/>
      </dsp:txXfrm>
    </dsp:sp>
    <dsp:sp modelId="{F4988FF0-318A-4034-9BF0-46215BBE304F}">
      <dsp:nvSpPr>
        <dsp:cNvPr id="0" name=""/>
        <dsp:cNvSpPr/>
      </dsp:nvSpPr>
      <dsp:spPr>
        <a:xfrm>
          <a:off x="0" y="3262500"/>
          <a:ext cx="8839200" cy="683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38100" rIns="213360" bIns="38100" numCol="1" spcCol="1270" anchor="t" anchorCtr="0">
          <a:noAutofit/>
        </a:bodyPr>
        <a:lstStyle/>
        <a:p>
          <a:pPr marL="228600" lvl="1" indent="-228600" algn="l" defTabSz="1022350" rtl="0">
            <a:lnSpc>
              <a:spcPct val="90000"/>
            </a:lnSpc>
            <a:spcBef>
              <a:spcPct val="0"/>
            </a:spcBef>
            <a:spcAft>
              <a:spcPct val="20000"/>
            </a:spcAft>
            <a:buChar char="••"/>
          </a:pPr>
          <a:r>
            <a:rPr lang="en-US" sz="2300" kern="1200" dirty="0" smtClean="0">
              <a:latin typeface="Times New Roman" pitchFamily="18" charset="0"/>
              <a:cs typeface="Times New Roman" pitchFamily="18" charset="0"/>
            </a:rPr>
            <a:t>Church growth involves concentrating church’s resources on responsive elements in the society.</a:t>
          </a:r>
          <a:endParaRPr lang="en-US" sz="2300" kern="1200" dirty="0">
            <a:latin typeface="Times New Roman" pitchFamily="18" charset="0"/>
            <a:cs typeface="Times New Roman" pitchFamily="18" charset="0"/>
          </a:endParaRPr>
        </a:p>
      </dsp:txBody>
      <dsp:txXfrm>
        <a:off x="0" y="3262500"/>
        <a:ext cx="8839200" cy="683100"/>
      </dsp:txXfrm>
    </dsp:sp>
    <dsp:sp modelId="{F6DDAC0F-62D8-4276-91BE-6CF0CFDA8E57}">
      <dsp:nvSpPr>
        <dsp:cNvPr id="0" name=""/>
        <dsp:cNvSpPr/>
      </dsp:nvSpPr>
      <dsp:spPr>
        <a:xfrm>
          <a:off x="0" y="3945600"/>
          <a:ext cx="8839200" cy="702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just" defTabSz="1333500" rtl="0">
            <a:lnSpc>
              <a:spcPct val="90000"/>
            </a:lnSpc>
            <a:spcBef>
              <a:spcPct val="0"/>
            </a:spcBef>
            <a:spcAft>
              <a:spcPct val="35000"/>
            </a:spcAft>
          </a:pPr>
          <a:r>
            <a:rPr lang="en-US" sz="3000" b="1" kern="1200" dirty="0" smtClean="0">
              <a:latin typeface="Times New Roman" pitchFamily="18" charset="0"/>
              <a:cs typeface="Times New Roman" pitchFamily="18" charset="0"/>
            </a:rPr>
            <a:t>D. Good demographic Setting</a:t>
          </a:r>
          <a:endParaRPr lang="en-US" sz="3000" kern="1200" dirty="0">
            <a:latin typeface="Times New Roman" pitchFamily="18" charset="0"/>
            <a:cs typeface="Times New Roman" pitchFamily="18" charset="0"/>
          </a:endParaRPr>
        </a:p>
      </dsp:txBody>
      <dsp:txXfrm>
        <a:off x="34269" y="3979869"/>
        <a:ext cx="8770662" cy="633462"/>
      </dsp:txXfrm>
    </dsp:sp>
    <dsp:sp modelId="{861052D9-826F-42B7-8C7E-DF5210BCE4F0}">
      <dsp:nvSpPr>
        <dsp:cNvPr id="0" name=""/>
        <dsp:cNvSpPr/>
      </dsp:nvSpPr>
      <dsp:spPr>
        <a:xfrm>
          <a:off x="0" y="4647600"/>
          <a:ext cx="8839200" cy="1676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38100" rIns="213360" bIns="38100" numCol="1" spcCol="1270" anchor="t" anchorCtr="0">
          <a:noAutofit/>
        </a:bodyPr>
        <a:lstStyle/>
        <a:p>
          <a:pPr marL="228600" lvl="1" indent="-228600" algn="just" defTabSz="1022350" rtl="0">
            <a:lnSpc>
              <a:spcPct val="90000"/>
            </a:lnSpc>
            <a:spcBef>
              <a:spcPct val="0"/>
            </a:spcBef>
            <a:spcAft>
              <a:spcPct val="20000"/>
            </a:spcAft>
            <a:buChar char="••"/>
          </a:pPr>
          <a:r>
            <a:rPr lang="en-US" sz="2300" kern="1200" dirty="0" smtClean="0">
              <a:latin typeface="Times New Roman" pitchFamily="18" charset="0"/>
              <a:cs typeface="Times New Roman" pitchFamily="18" charset="0"/>
            </a:rPr>
            <a:t>Church growth is not an event but a process. It is not static but dynamic. </a:t>
          </a:r>
          <a:endParaRPr lang="en-US" sz="2300" kern="1200" dirty="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US" sz="2300" kern="1200" dirty="0" smtClean="0">
              <a:latin typeface="Times New Roman" pitchFamily="18" charset="0"/>
              <a:cs typeface="Times New Roman" pitchFamily="18" charset="0"/>
            </a:rPr>
            <a:t>Principle as a fundamental truth demands that the church grows up in a place and fashion its ministry in a setting that is natural to the community</a:t>
          </a:r>
          <a:endParaRPr lang="en-US" sz="2300" kern="1200" dirty="0">
            <a:latin typeface="Times New Roman" pitchFamily="18" charset="0"/>
            <a:cs typeface="Times New Roman" pitchFamily="18" charset="0"/>
          </a:endParaRPr>
        </a:p>
      </dsp:txBody>
      <dsp:txXfrm>
        <a:off x="0" y="4647600"/>
        <a:ext cx="8839200" cy="167670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E39687-2A9A-4FF2-ABA8-77EBB8DF2AB1}">
      <dsp:nvSpPr>
        <dsp:cNvPr id="0" name=""/>
        <dsp:cNvSpPr/>
      </dsp:nvSpPr>
      <dsp:spPr>
        <a:xfrm>
          <a:off x="0" y="0"/>
          <a:ext cx="8781288" cy="7517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just" defTabSz="1200150" rtl="0">
            <a:lnSpc>
              <a:spcPct val="90000"/>
            </a:lnSpc>
            <a:spcBef>
              <a:spcPct val="0"/>
            </a:spcBef>
            <a:spcAft>
              <a:spcPct val="35000"/>
            </a:spcAft>
          </a:pPr>
          <a:r>
            <a:rPr lang="en-US" sz="2700" b="1" kern="1200" dirty="0" smtClean="0">
              <a:latin typeface="Times New Roman" pitchFamily="18" charset="0"/>
              <a:cs typeface="Times New Roman" pitchFamily="18" charset="0"/>
            </a:rPr>
            <a:t>2.5. Who are Church Administers?</a:t>
          </a:r>
          <a:endParaRPr lang="en-US" sz="2700" kern="1200" dirty="0">
            <a:latin typeface="Times New Roman" pitchFamily="18" charset="0"/>
            <a:cs typeface="Times New Roman" pitchFamily="18" charset="0"/>
          </a:endParaRPr>
        </a:p>
      </dsp:txBody>
      <dsp:txXfrm>
        <a:off x="36696" y="36696"/>
        <a:ext cx="8707896" cy="678338"/>
      </dsp:txXfrm>
    </dsp:sp>
    <dsp:sp modelId="{4A3FE25F-879A-43D6-9B9C-5584A6DDDCDF}">
      <dsp:nvSpPr>
        <dsp:cNvPr id="0" name=""/>
        <dsp:cNvSpPr/>
      </dsp:nvSpPr>
      <dsp:spPr>
        <a:xfrm>
          <a:off x="0" y="804052"/>
          <a:ext cx="8781288" cy="5696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806" tIns="31750" rIns="177800" bIns="31750" numCol="1" spcCol="1270" anchor="t" anchorCtr="0">
          <a:noAutofit/>
        </a:bodyPr>
        <a:lstStyle/>
        <a:p>
          <a:pPr marL="228600" lvl="1" indent="-228600" algn="just" defTabSz="1111250" rtl="0">
            <a:lnSpc>
              <a:spcPct val="150000"/>
            </a:lnSpc>
            <a:spcBef>
              <a:spcPct val="0"/>
            </a:spcBef>
            <a:spcAft>
              <a:spcPct val="20000"/>
            </a:spcAft>
            <a:buChar char="••"/>
          </a:pPr>
          <a:r>
            <a:rPr lang="en-US" sz="2500" kern="1200" dirty="0" smtClean="0">
              <a:latin typeface="Times New Roman" pitchFamily="18" charset="0"/>
              <a:cs typeface="Times New Roman" pitchFamily="18" charset="0"/>
            </a:rPr>
            <a:t>In general, anyone who is responsible to carry others can be a leader like: </a:t>
          </a:r>
          <a:endParaRPr lang="en-US" sz="2500" kern="1200" dirty="0">
            <a:latin typeface="Times New Roman" pitchFamily="18" charset="0"/>
            <a:cs typeface="Times New Roman" pitchFamily="18" charset="0"/>
          </a:endParaRPr>
        </a:p>
        <a:p>
          <a:pPr marL="228600" lvl="1" indent="-228600" algn="just" defTabSz="1111250" rtl="0">
            <a:lnSpc>
              <a:spcPct val="150000"/>
            </a:lnSpc>
            <a:spcBef>
              <a:spcPct val="0"/>
            </a:spcBef>
            <a:spcAft>
              <a:spcPct val="20000"/>
            </a:spcAft>
            <a:buChar char="••"/>
          </a:pPr>
          <a:r>
            <a:rPr lang="en-US" sz="2500" kern="1200" dirty="0" smtClean="0">
              <a:latin typeface="Times New Roman" pitchFamily="18" charset="0"/>
              <a:cs typeface="Times New Roman" pitchFamily="18" charset="0"/>
            </a:rPr>
            <a:t>Pastor is a administer to the church.</a:t>
          </a:r>
          <a:endParaRPr lang="en-US" sz="2500" kern="1200" dirty="0">
            <a:latin typeface="Times New Roman" pitchFamily="18" charset="0"/>
            <a:cs typeface="Times New Roman" pitchFamily="18" charset="0"/>
          </a:endParaRPr>
        </a:p>
        <a:p>
          <a:pPr marL="228600" lvl="1" indent="-228600" algn="just" defTabSz="1111250" rtl="0">
            <a:lnSpc>
              <a:spcPct val="150000"/>
            </a:lnSpc>
            <a:spcBef>
              <a:spcPct val="0"/>
            </a:spcBef>
            <a:spcAft>
              <a:spcPct val="20000"/>
            </a:spcAft>
            <a:buChar char="••"/>
          </a:pPr>
          <a:r>
            <a:rPr lang="en-US" sz="2500" kern="1200" dirty="0" smtClean="0">
              <a:latin typeface="Times New Roman" pitchFamily="18" charset="0"/>
              <a:cs typeface="Times New Roman" pitchFamily="18" charset="0"/>
            </a:rPr>
            <a:t>An elder or deacon is a administer within the church. </a:t>
          </a:r>
          <a:endParaRPr lang="en-US" sz="2500" kern="1200" dirty="0">
            <a:latin typeface="Times New Roman" pitchFamily="18" charset="0"/>
            <a:cs typeface="Times New Roman" pitchFamily="18" charset="0"/>
          </a:endParaRPr>
        </a:p>
        <a:p>
          <a:pPr marL="228600" lvl="1" indent="-228600" algn="just" defTabSz="1111250" rtl="0">
            <a:lnSpc>
              <a:spcPct val="150000"/>
            </a:lnSpc>
            <a:spcBef>
              <a:spcPct val="0"/>
            </a:spcBef>
            <a:spcAft>
              <a:spcPct val="20000"/>
            </a:spcAft>
            <a:buChar char="••"/>
          </a:pPr>
          <a:r>
            <a:rPr lang="en-US" sz="2500" kern="1200" dirty="0" smtClean="0">
              <a:latin typeface="Times New Roman" pitchFamily="18" charset="0"/>
              <a:cs typeface="Times New Roman" pitchFamily="18" charset="0"/>
            </a:rPr>
            <a:t>A husband is a administer to his wife. </a:t>
          </a:r>
          <a:endParaRPr lang="en-US" sz="2500" kern="1200" dirty="0">
            <a:latin typeface="Times New Roman" pitchFamily="18" charset="0"/>
            <a:cs typeface="Times New Roman" pitchFamily="18" charset="0"/>
          </a:endParaRPr>
        </a:p>
        <a:p>
          <a:pPr marL="228600" lvl="1" indent="-228600" algn="just" defTabSz="1111250" rtl="0">
            <a:lnSpc>
              <a:spcPct val="150000"/>
            </a:lnSpc>
            <a:spcBef>
              <a:spcPct val="0"/>
            </a:spcBef>
            <a:spcAft>
              <a:spcPct val="20000"/>
            </a:spcAft>
            <a:buChar char="••"/>
          </a:pPr>
          <a:r>
            <a:rPr lang="en-US" sz="2500" kern="1200" dirty="0" smtClean="0">
              <a:latin typeface="Times New Roman" pitchFamily="18" charset="0"/>
              <a:cs typeface="Times New Roman" pitchFamily="18" charset="0"/>
            </a:rPr>
            <a:t>Parents are administer to their children.</a:t>
          </a:r>
          <a:endParaRPr lang="en-US" sz="2500" kern="1200" dirty="0">
            <a:latin typeface="Times New Roman" pitchFamily="18" charset="0"/>
            <a:cs typeface="Times New Roman" pitchFamily="18" charset="0"/>
          </a:endParaRPr>
        </a:p>
        <a:p>
          <a:pPr marL="228600" lvl="1" indent="-228600" algn="just" defTabSz="1111250" rtl="0">
            <a:lnSpc>
              <a:spcPct val="150000"/>
            </a:lnSpc>
            <a:spcBef>
              <a:spcPct val="0"/>
            </a:spcBef>
            <a:spcAft>
              <a:spcPct val="20000"/>
            </a:spcAft>
            <a:buChar char="••"/>
          </a:pPr>
          <a:r>
            <a:rPr lang="en-US" sz="2500" kern="1200" dirty="0" smtClean="0">
              <a:latin typeface="Times New Roman" pitchFamily="18" charset="0"/>
              <a:cs typeface="Times New Roman" pitchFamily="18" charset="0"/>
            </a:rPr>
            <a:t>Teachers are administer to their students.</a:t>
          </a:r>
          <a:endParaRPr lang="en-US" sz="2500" kern="1200" dirty="0">
            <a:latin typeface="Times New Roman" pitchFamily="18" charset="0"/>
            <a:cs typeface="Times New Roman" pitchFamily="18" charset="0"/>
          </a:endParaRPr>
        </a:p>
        <a:p>
          <a:pPr marL="228600" lvl="1" indent="-228600" algn="just" defTabSz="1111250" rtl="0">
            <a:lnSpc>
              <a:spcPct val="150000"/>
            </a:lnSpc>
            <a:spcBef>
              <a:spcPct val="0"/>
            </a:spcBef>
            <a:spcAft>
              <a:spcPct val="20000"/>
            </a:spcAft>
            <a:buChar char="••"/>
          </a:pPr>
          <a:r>
            <a:rPr lang="en-US" sz="2500" kern="1200" dirty="0" smtClean="0">
              <a:latin typeface="Times New Roman" pitchFamily="18" charset="0"/>
              <a:cs typeface="Times New Roman" pitchFamily="18" charset="0"/>
            </a:rPr>
            <a:t>Employers are administer to their employees. </a:t>
          </a:r>
          <a:endParaRPr lang="en-US" sz="2500" kern="1200" dirty="0">
            <a:latin typeface="Times New Roman" pitchFamily="18" charset="0"/>
            <a:cs typeface="Times New Roman" pitchFamily="18" charset="0"/>
          </a:endParaRPr>
        </a:p>
        <a:p>
          <a:pPr marL="228600" lvl="1" indent="-228600" algn="just" defTabSz="1111250" rtl="0">
            <a:lnSpc>
              <a:spcPct val="150000"/>
            </a:lnSpc>
            <a:spcBef>
              <a:spcPct val="0"/>
            </a:spcBef>
            <a:spcAft>
              <a:spcPct val="20000"/>
            </a:spcAft>
            <a:buChar char="••"/>
          </a:pPr>
          <a:r>
            <a:rPr lang="en-US" sz="2500" kern="1200" dirty="0" smtClean="0">
              <a:latin typeface="Times New Roman" pitchFamily="18" charset="0"/>
              <a:cs typeface="Times New Roman" pitchFamily="18" charset="0"/>
            </a:rPr>
            <a:t>An older child is a administer to his younger brothers and sisters</a:t>
          </a:r>
          <a:r>
            <a:rPr lang="en-US" sz="2600" kern="1200" dirty="0" smtClean="0">
              <a:latin typeface="Times New Roman" pitchFamily="18" charset="0"/>
              <a:cs typeface="Times New Roman" pitchFamily="18" charset="0"/>
            </a:rPr>
            <a:t>. </a:t>
          </a:r>
          <a:endParaRPr lang="en-US" sz="2600" kern="1200" dirty="0">
            <a:latin typeface="Times New Roman" pitchFamily="18" charset="0"/>
            <a:cs typeface="Times New Roman" pitchFamily="18" charset="0"/>
          </a:endParaRPr>
        </a:p>
      </dsp:txBody>
      <dsp:txXfrm>
        <a:off x="0" y="804052"/>
        <a:ext cx="8781288" cy="569682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7C97C0-D54C-417E-BB51-F0B43BC81D99}">
      <dsp:nvSpPr>
        <dsp:cNvPr id="0" name=""/>
        <dsp:cNvSpPr/>
      </dsp:nvSpPr>
      <dsp:spPr>
        <a:xfrm>
          <a:off x="0" y="157424"/>
          <a:ext cx="8781288" cy="6493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US" sz="2800" b="1" kern="1200" dirty="0" smtClean="0">
              <a:latin typeface="Times New Roman" pitchFamily="18" charset="0"/>
              <a:cs typeface="Times New Roman" pitchFamily="18" charset="0"/>
            </a:rPr>
            <a:t>2.6. The Features of good church Administers</a:t>
          </a:r>
          <a:endParaRPr lang="en-US" sz="2800" kern="1200" dirty="0">
            <a:latin typeface="Times New Roman" pitchFamily="18" charset="0"/>
            <a:cs typeface="Times New Roman" pitchFamily="18" charset="0"/>
          </a:endParaRPr>
        </a:p>
      </dsp:txBody>
      <dsp:txXfrm>
        <a:off x="31699" y="189123"/>
        <a:ext cx="8717890" cy="585952"/>
      </dsp:txXfrm>
    </dsp:sp>
    <dsp:sp modelId="{5A8454E9-5FFC-466C-9305-CBD0A4D58049}">
      <dsp:nvSpPr>
        <dsp:cNvPr id="0" name=""/>
        <dsp:cNvSpPr/>
      </dsp:nvSpPr>
      <dsp:spPr>
        <a:xfrm>
          <a:off x="0" y="806774"/>
          <a:ext cx="8781288" cy="558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806" tIns="38100" rIns="213360" bIns="38100" numCol="1" spcCol="1270" anchor="t" anchorCtr="0">
          <a:noAutofit/>
        </a:bodyPr>
        <a:lstStyle/>
        <a:p>
          <a:pPr marL="228600" lvl="1" indent="-228600" algn="just" defTabSz="1022350" rtl="0">
            <a:lnSpc>
              <a:spcPct val="150000"/>
            </a:lnSpc>
            <a:spcBef>
              <a:spcPct val="0"/>
            </a:spcBef>
            <a:spcAft>
              <a:spcPct val="20000"/>
            </a:spcAft>
            <a:buChar char="••"/>
          </a:pPr>
          <a:r>
            <a:rPr lang="en-US" sz="2300" kern="1200" dirty="0" smtClean="0">
              <a:latin typeface="Times New Roman" pitchFamily="18" charset="0"/>
              <a:cs typeface="Times New Roman" pitchFamily="18" charset="0"/>
            </a:rPr>
            <a:t>The ultimate aim of church </a:t>
          </a:r>
          <a:r>
            <a:rPr lang="en-US" sz="2300" b="0" kern="1200" dirty="0" smtClean="0">
              <a:latin typeface="Times New Roman" pitchFamily="18" charset="0"/>
              <a:cs typeface="Times New Roman" pitchFamily="18" charset="0"/>
            </a:rPr>
            <a:t>administers</a:t>
          </a:r>
          <a:r>
            <a:rPr lang="en-US" sz="2300" kern="1200" dirty="0" smtClean="0">
              <a:latin typeface="Times New Roman" pitchFamily="18" charset="0"/>
              <a:cs typeface="Times New Roman" pitchFamily="18" charset="0"/>
            </a:rPr>
            <a:t> should be that of serving rather than that of being served. </a:t>
          </a:r>
          <a:endParaRPr lang="en-US" sz="2300" kern="1200" dirty="0">
            <a:latin typeface="Times New Roman" pitchFamily="18" charset="0"/>
            <a:cs typeface="Times New Roman" pitchFamily="18" charset="0"/>
          </a:endParaRPr>
        </a:p>
        <a:p>
          <a:pPr marL="228600" lvl="1" indent="-228600" algn="just" defTabSz="1022350" rtl="0">
            <a:lnSpc>
              <a:spcPct val="150000"/>
            </a:lnSpc>
            <a:spcBef>
              <a:spcPct val="0"/>
            </a:spcBef>
            <a:spcAft>
              <a:spcPct val="20000"/>
            </a:spcAft>
            <a:buChar char="••"/>
          </a:pPr>
          <a:r>
            <a:rPr lang="en-US" sz="2300" kern="1200" dirty="0" smtClean="0">
              <a:latin typeface="Times New Roman" pitchFamily="18" charset="0"/>
              <a:cs typeface="Times New Roman" pitchFamily="18" charset="0"/>
            </a:rPr>
            <a:t>They must be willing to accept responsibility for directing the ministries of the church.</a:t>
          </a:r>
          <a:endParaRPr lang="en-US" sz="2300" kern="1200" dirty="0">
            <a:latin typeface="Times New Roman" pitchFamily="18" charset="0"/>
            <a:cs typeface="Times New Roman" pitchFamily="18" charset="0"/>
          </a:endParaRPr>
        </a:p>
        <a:p>
          <a:pPr marL="228600" lvl="1" indent="-228600" algn="just" defTabSz="1022350" rtl="0">
            <a:lnSpc>
              <a:spcPct val="150000"/>
            </a:lnSpc>
            <a:spcBef>
              <a:spcPct val="0"/>
            </a:spcBef>
            <a:spcAft>
              <a:spcPct val="20000"/>
            </a:spcAft>
            <a:buChar char="••"/>
          </a:pPr>
          <a:r>
            <a:rPr lang="en-US" sz="2300" kern="1200" dirty="0" smtClean="0">
              <a:latin typeface="Times New Roman" pitchFamily="18" charset="0"/>
              <a:cs typeface="Times New Roman" pitchFamily="18" charset="0"/>
            </a:rPr>
            <a:t>When we are serving  “church”, we are to do it in a proper manner, it mean that:</a:t>
          </a:r>
          <a:endParaRPr lang="en-US" sz="2300" kern="1200" dirty="0">
            <a:latin typeface="Times New Roman" pitchFamily="18" charset="0"/>
            <a:cs typeface="Times New Roman" pitchFamily="18" charset="0"/>
          </a:endParaRPr>
        </a:p>
        <a:p>
          <a:pPr marL="228600" lvl="1" indent="-228600" algn="just" defTabSz="1022350" rtl="0">
            <a:lnSpc>
              <a:spcPct val="150000"/>
            </a:lnSpc>
            <a:spcBef>
              <a:spcPct val="0"/>
            </a:spcBef>
            <a:spcAft>
              <a:spcPct val="20000"/>
            </a:spcAft>
            <a:buChar char="••"/>
          </a:pPr>
          <a:r>
            <a:rPr lang="en-US" sz="2300" kern="1200" dirty="0" smtClean="0">
              <a:latin typeface="Times New Roman" pitchFamily="18" charset="0"/>
              <a:cs typeface="Times New Roman" pitchFamily="18" charset="0"/>
            </a:rPr>
            <a:t>There should be order, not disorder.</a:t>
          </a:r>
          <a:endParaRPr lang="en-US" sz="2300" kern="1200" dirty="0">
            <a:latin typeface="Times New Roman" pitchFamily="18" charset="0"/>
            <a:cs typeface="Times New Roman" pitchFamily="18" charset="0"/>
          </a:endParaRPr>
        </a:p>
        <a:p>
          <a:pPr marL="228600" lvl="1" indent="-228600" algn="just" defTabSz="1022350" rtl="0">
            <a:lnSpc>
              <a:spcPct val="150000"/>
            </a:lnSpc>
            <a:spcBef>
              <a:spcPct val="0"/>
            </a:spcBef>
            <a:spcAft>
              <a:spcPct val="20000"/>
            </a:spcAft>
            <a:buChar char="••"/>
          </a:pPr>
          <a:r>
            <a:rPr lang="en-US" sz="2300" kern="1200" dirty="0" smtClean="0">
              <a:latin typeface="Times New Roman" pitchFamily="18" charset="0"/>
              <a:cs typeface="Times New Roman" pitchFamily="18" charset="0"/>
            </a:rPr>
            <a:t>There should be emotional response, not selfishness.</a:t>
          </a:r>
          <a:endParaRPr lang="en-US" sz="2300" kern="1200" dirty="0">
            <a:latin typeface="Times New Roman" pitchFamily="18" charset="0"/>
            <a:cs typeface="Times New Roman" pitchFamily="18" charset="0"/>
          </a:endParaRPr>
        </a:p>
        <a:p>
          <a:pPr marL="228600" lvl="1" indent="-228600" algn="just" defTabSz="1022350" rtl="0">
            <a:lnSpc>
              <a:spcPct val="150000"/>
            </a:lnSpc>
            <a:spcBef>
              <a:spcPct val="0"/>
            </a:spcBef>
            <a:spcAft>
              <a:spcPct val="20000"/>
            </a:spcAft>
            <a:buChar char="••"/>
          </a:pPr>
          <a:r>
            <a:rPr lang="en-US" sz="2300" kern="1200" smtClean="0">
              <a:latin typeface="Times New Roman" pitchFamily="18" charset="0"/>
              <a:cs typeface="Times New Roman" pitchFamily="18" charset="0"/>
            </a:rPr>
            <a:t>There should be consistency, not disharmony.</a:t>
          </a:r>
          <a:endParaRPr lang="en-US" sz="2300" kern="1200">
            <a:latin typeface="Times New Roman" pitchFamily="18" charset="0"/>
            <a:cs typeface="Times New Roman" pitchFamily="18" charset="0"/>
          </a:endParaRPr>
        </a:p>
        <a:p>
          <a:pPr marL="228600" lvl="1" indent="-228600" algn="just" defTabSz="1022350" rtl="0">
            <a:lnSpc>
              <a:spcPct val="150000"/>
            </a:lnSpc>
            <a:spcBef>
              <a:spcPct val="0"/>
            </a:spcBef>
            <a:spcAft>
              <a:spcPct val="20000"/>
            </a:spcAft>
            <a:buChar char="••"/>
          </a:pPr>
          <a:r>
            <a:rPr lang="en-US" sz="2300" kern="1200" dirty="0" smtClean="0">
              <a:latin typeface="Times New Roman" pitchFamily="18" charset="0"/>
              <a:cs typeface="Times New Roman" pitchFamily="18" charset="0"/>
            </a:rPr>
            <a:t>There should be guidance, not negligence </a:t>
          </a:r>
          <a:r>
            <a:rPr lang="en-US" sz="2300" b="1" kern="1200" dirty="0" smtClean="0">
              <a:latin typeface="Times New Roman" pitchFamily="18" charset="0"/>
              <a:cs typeface="Times New Roman" pitchFamily="18" charset="0"/>
            </a:rPr>
            <a:t>(Corinthians 14:26-40).</a:t>
          </a:r>
          <a:endParaRPr lang="en-US" sz="2300" kern="1200" dirty="0">
            <a:latin typeface="Times New Roman" pitchFamily="18" charset="0"/>
            <a:cs typeface="Times New Roman" pitchFamily="18" charset="0"/>
          </a:endParaRPr>
        </a:p>
      </dsp:txBody>
      <dsp:txXfrm>
        <a:off x="0" y="806774"/>
        <a:ext cx="8781288" cy="558900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C78ED2-9D5E-4B99-AC19-1846F0812DB9}">
      <dsp:nvSpPr>
        <dsp:cNvPr id="0" name=""/>
        <dsp:cNvSpPr/>
      </dsp:nvSpPr>
      <dsp:spPr>
        <a:xfrm>
          <a:off x="0" y="45629"/>
          <a:ext cx="8781288" cy="655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US" sz="2800" b="1" kern="1200" dirty="0" smtClean="0">
              <a:latin typeface="Times New Roman" pitchFamily="18" charset="0"/>
              <a:cs typeface="Times New Roman" pitchFamily="18" charset="0"/>
            </a:rPr>
            <a:t>2.7. Qualities of  church Administers</a:t>
          </a:r>
          <a:endParaRPr lang="en-US" sz="2800" kern="1200" dirty="0">
            <a:latin typeface="Times New Roman" pitchFamily="18" charset="0"/>
            <a:cs typeface="Times New Roman" pitchFamily="18" charset="0"/>
          </a:endParaRPr>
        </a:p>
      </dsp:txBody>
      <dsp:txXfrm>
        <a:off x="31984" y="77613"/>
        <a:ext cx="8717320" cy="591232"/>
      </dsp:txXfrm>
    </dsp:sp>
    <dsp:sp modelId="{A473577C-83CF-4F83-B735-7A43E2E2A958}">
      <dsp:nvSpPr>
        <dsp:cNvPr id="0" name=""/>
        <dsp:cNvSpPr/>
      </dsp:nvSpPr>
      <dsp:spPr>
        <a:xfrm>
          <a:off x="0" y="781469"/>
          <a:ext cx="8781288" cy="655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b="1" kern="1200" dirty="0" smtClean="0">
              <a:latin typeface="Times New Roman" pitchFamily="18" charset="0"/>
              <a:cs typeface="Times New Roman" pitchFamily="18" charset="0"/>
            </a:rPr>
            <a:t>A. The one who established Boundaries </a:t>
          </a:r>
          <a:endParaRPr lang="en-US" sz="2800" kern="1200" dirty="0">
            <a:latin typeface="Times New Roman" pitchFamily="18" charset="0"/>
            <a:cs typeface="Times New Roman" pitchFamily="18" charset="0"/>
          </a:endParaRPr>
        </a:p>
      </dsp:txBody>
      <dsp:txXfrm>
        <a:off x="31984" y="813453"/>
        <a:ext cx="8717320" cy="591232"/>
      </dsp:txXfrm>
    </dsp:sp>
    <dsp:sp modelId="{209B3937-B60F-4142-A7DE-E87E206EE1DB}">
      <dsp:nvSpPr>
        <dsp:cNvPr id="0" name=""/>
        <dsp:cNvSpPr/>
      </dsp:nvSpPr>
      <dsp:spPr>
        <a:xfrm>
          <a:off x="0" y="1436670"/>
          <a:ext cx="8781288" cy="289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806" tIns="35560" rIns="199136" bIns="35560" numCol="1" spcCol="1270" anchor="t" anchorCtr="0">
          <a:noAutofit/>
        </a:bodyPr>
        <a:lstStyle/>
        <a:p>
          <a:pPr marL="228600" lvl="1" indent="-228600" algn="just" defTabSz="977900" rtl="0">
            <a:lnSpc>
              <a:spcPct val="90000"/>
            </a:lnSpc>
            <a:spcBef>
              <a:spcPct val="0"/>
            </a:spcBef>
            <a:spcAft>
              <a:spcPct val="20000"/>
            </a:spcAft>
            <a:buChar char="••"/>
          </a:pPr>
          <a:r>
            <a:rPr lang="en-US" sz="2200" kern="1200" dirty="0" smtClean="0">
              <a:latin typeface="Times New Roman" pitchFamily="18" charset="0"/>
              <a:cs typeface="Times New Roman" pitchFamily="18" charset="0"/>
            </a:rPr>
            <a:t>Every relationship is defined and preserved by boundaries. </a:t>
          </a:r>
          <a:endParaRPr lang="en-US" sz="2200" kern="1200" dirty="0">
            <a:latin typeface="Times New Roman" pitchFamily="18" charset="0"/>
            <a:cs typeface="Times New Roman" pitchFamily="18" charset="0"/>
          </a:endParaRPr>
        </a:p>
        <a:p>
          <a:pPr marL="228600" lvl="1" indent="-228600" algn="just" defTabSz="977900" rtl="0">
            <a:lnSpc>
              <a:spcPct val="90000"/>
            </a:lnSpc>
            <a:spcBef>
              <a:spcPct val="0"/>
            </a:spcBef>
            <a:spcAft>
              <a:spcPct val="20000"/>
            </a:spcAft>
            <a:buChar char="••"/>
          </a:pPr>
          <a:r>
            <a:rPr lang="en-US" sz="2200" kern="1200" dirty="0" smtClean="0">
              <a:latin typeface="Times New Roman" pitchFamily="18" charset="0"/>
              <a:cs typeface="Times New Roman" pitchFamily="18" charset="0"/>
            </a:rPr>
            <a:t>Stepping over those boundaries damages or destroys the relationship of laities and the </a:t>
          </a:r>
          <a:r>
            <a:rPr lang="en-US" sz="2200" b="0" kern="1200" dirty="0" smtClean="0">
              <a:latin typeface="Times New Roman" pitchFamily="18" charset="0"/>
              <a:cs typeface="Times New Roman" pitchFamily="18" charset="0"/>
            </a:rPr>
            <a:t>Administers</a:t>
          </a:r>
          <a:r>
            <a:rPr lang="en-US" sz="2200" kern="1200" dirty="0" smtClean="0">
              <a:latin typeface="Times New Roman" pitchFamily="18" charset="0"/>
              <a:cs typeface="Times New Roman" pitchFamily="18" charset="0"/>
            </a:rPr>
            <a:t>. A good </a:t>
          </a:r>
          <a:r>
            <a:rPr lang="en-US" sz="2200" b="0" kern="1200" dirty="0" smtClean="0">
              <a:latin typeface="Times New Roman" pitchFamily="18" charset="0"/>
              <a:cs typeface="Times New Roman" pitchFamily="18" charset="0"/>
            </a:rPr>
            <a:t>administers</a:t>
          </a:r>
          <a:r>
            <a:rPr lang="en-US" sz="2200" kern="1200" dirty="0" smtClean="0">
              <a:latin typeface="Times New Roman" pitchFamily="18" charset="0"/>
              <a:cs typeface="Times New Roman" pitchFamily="18" charset="0"/>
            </a:rPr>
            <a:t> will establish and maintain boundaries. </a:t>
          </a:r>
          <a:endParaRPr lang="en-US" sz="2200" kern="1200" dirty="0">
            <a:latin typeface="Times New Roman" pitchFamily="18" charset="0"/>
            <a:cs typeface="Times New Roman" pitchFamily="18" charset="0"/>
          </a:endParaRPr>
        </a:p>
        <a:p>
          <a:pPr marL="228600" lvl="1" indent="-228600" algn="just" defTabSz="977900" rtl="0">
            <a:lnSpc>
              <a:spcPct val="90000"/>
            </a:lnSpc>
            <a:spcBef>
              <a:spcPct val="0"/>
            </a:spcBef>
            <a:spcAft>
              <a:spcPct val="20000"/>
            </a:spcAft>
            <a:buChar char="••"/>
          </a:pPr>
          <a:r>
            <a:rPr lang="en-US" sz="2200" kern="1200" dirty="0" smtClean="0">
              <a:latin typeface="Times New Roman" pitchFamily="18" charset="0"/>
              <a:cs typeface="Times New Roman" pitchFamily="18" charset="0"/>
            </a:rPr>
            <a:t>For the shepherd, there is a sheep pen within which only his sheep may gather (John 10:1-2).</a:t>
          </a:r>
          <a:endParaRPr lang="en-US" sz="2200" kern="1200" dirty="0">
            <a:latin typeface="Times New Roman" pitchFamily="18" charset="0"/>
            <a:cs typeface="Times New Roman" pitchFamily="18" charset="0"/>
          </a:endParaRPr>
        </a:p>
        <a:p>
          <a:pPr marL="228600" lvl="1" indent="-228600" algn="just" defTabSz="977900" rtl="0">
            <a:lnSpc>
              <a:spcPct val="90000"/>
            </a:lnSpc>
            <a:spcBef>
              <a:spcPct val="0"/>
            </a:spcBef>
            <a:spcAft>
              <a:spcPct val="20000"/>
            </a:spcAft>
            <a:buChar char="••"/>
          </a:pPr>
          <a:r>
            <a:rPr lang="en-US" sz="2200" kern="1200" dirty="0" smtClean="0">
              <a:latin typeface="Times New Roman" pitchFamily="18" charset="0"/>
              <a:cs typeface="Times New Roman" pitchFamily="18" charset="0"/>
            </a:rPr>
            <a:t>For good leaders, there are appropriate ethical, moral, and other boundaries that </a:t>
          </a:r>
          <a:r>
            <a:rPr lang="en-US" sz="2200" b="0" kern="1200" dirty="0" smtClean="0">
              <a:latin typeface="Times New Roman" pitchFamily="18" charset="0"/>
              <a:cs typeface="Times New Roman" pitchFamily="18" charset="0"/>
            </a:rPr>
            <a:t>administers or </a:t>
          </a:r>
          <a:r>
            <a:rPr lang="en-US" sz="2200" kern="1200" dirty="0" smtClean="0">
              <a:latin typeface="Times New Roman" pitchFamily="18" charset="0"/>
              <a:cs typeface="Times New Roman" pitchFamily="18" charset="0"/>
            </a:rPr>
            <a:t>leaders need to establish and maintain for the benefit of those they lead.</a:t>
          </a:r>
          <a:endParaRPr lang="en-US" sz="2200" kern="1200" dirty="0">
            <a:latin typeface="Times New Roman" pitchFamily="18" charset="0"/>
            <a:cs typeface="Times New Roman" pitchFamily="18" charset="0"/>
          </a:endParaRPr>
        </a:p>
      </dsp:txBody>
      <dsp:txXfrm>
        <a:off x="0" y="1436670"/>
        <a:ext cx="8781288" cy="2898000"/>
      </dsp:txXfrm>
    </dsp:sp>
    <dsp:sp modelId="{F0A03587-C97F-4B87-814F-ECDB5EE05FF0}">
      <dsp:nvSpPr>
        <dsp:cNvPr id="0" name=""/>
        <dsp:cNvSpPr/>
      </dsp:nvSpPr>
      <dsp:spPr>
        <a:xfrm>
          <a:off x="0" y="4334670"/>
          <a:ext cx="8781288" cy="655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b="1" kern="1200" dirty="0" smtClean="0">
              <a:latin typeface="Times New Roman" pitchFamily="18" charset="0"/>
              <a:cs typeface="Times New Roman" pitchFamily="18" charset="0"/>
            </a:rPr>
            <a:t>B. The one who have  an exemplary life </a:t>
          </a:r>
          <a:endParaRPr lang="en-US" sz="2800" kern="1200" dirty="0">
            <a:latin typeface="Times New Roman" pitchFamily="18" charset="0"/>
            <a:cs typeface="Times New Roman" pitchFamily="18" charset="0"/>
          </a:endParaRPr>
        </a:p>
      </dsp:txBody>
      <dsp:txXfrm>
        <a:off x="31984" y="4366654"/>
        <a:ext cx="8717320" cy="591232"/>
      </dsp:txXfrm>
    </dsp:sp>
    <dsp:sp modelId="{4D1E1587-6250-4D86-9B1E-231FD7D766A8}">
      <dsp:nvSpPr>
        <dsp:cNvPr id="0" name=""/>
        <dsp:cNvSpPr/>
      </dsp:nvSpPr>
      <dsp:spPr>
        <a:xfrm>
          <a:off x="0" y="4989870"/>
          <a:ext cx="8781288" cy="1593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806" tIns="35560" rIns="199136" bIns="35560" numCol="1" spcCol="1270" anchor="t" anchorCtr="0">
          <a:noAutofit/>
        </a:bodyPr>
        <a:lstStyle/>
        <a:p>
          <a:pPr marL="228600" lvl="1" indent="-228600" algn="just" defTabSz="977900" rtl="0">
            <a:lnSpc>
              <a:spcPct val="90000"/>
            </a:lnSpc>
            <a:spcBef>
              <a:spcPct val="0"/>
            </a:spcBef>
            <a:spcAft>
              <a:spcPct val="20000"/>
            </a:spcAft>
            <a:buChar char="••"/>
          </a:pPr>
          <a:r>
            <a:rPr lang="en-US" sz="2200" kern="1200" dirty="0" smtClean="0">
              <a:latin typeface="Times New Roman" pitchFamily="18" charset="0"/>
              <a:cs typeface="Times New Roman" pitchFamily="18" charset="0"/>
            </a:rPr>
            <a:t>The shepherd “goes on ahead of the sheep, and his sheep follow him” (10:3-4). </a:t>
          </a:r>
          <a:endParaRPr lang="en-US" sz="2200" kern="1200" dirty="0">
            <a:latin typeface="Times New Roman" pitchFamily="18" charset="0"/>
            <a:cs typeface="Times New Roman" pitchFamily="18" charset="0"/>
          </a:endParaRPr>
        </a:p>
        <a:p>
          <a:pPr marL="228600" lvl="1" indent="-228600" algn="just" defTabSz="977900" rtl="0">
            <a:lnSpc>
              <a:spcPct val="90000"/>
            </a:lnSpc>
            <a:spcBef>
              <a:spcPct val="0"/>
            </a:spcBef>
            <a:spcAft>
              <a:spcPct val="20000"/>
            </a:spcAft>
            <a:buChar char="••"/>
          </a:pPr>
          <a:r>
            <a:rPr lang="en-US" sz="2200" kern="1200" dirty="0" smtClean="0">
              <a:latin typeface="Times New Roman" pitchFamily="18" charset="0"/>
              <a:cs typeface="Times New Roman" pitchFamily="18" charset="0"/>
            </a:rPr>
            <a:t>Any true </a:t>
          </a:r>
          <a:r>
            <a:rPr lang="en-US" sz="2200" b="0" kern="1200" dirty="0" smtClean="0">
              <a:latin typeface="Times New Roman" pitchFamily="18" charset="0"/>
              <a:cs typeface="Times New Roman" pitchFamily="18" charset="0"/>
            </a:rPr>
            <a:t>administers</a:t>
          </a:r>
          <a:r>
            <a:rPr lang="en-US" sz="2200" kern="1200" dirty="0" smtClean="0">
              <a:latin typeface="Times New Roman" pitchFamily="18" charset="0"/>
              <a:cs typeface="Times New Roman" pitchFamily="18" charset="0"/>
            </a:rPr>
            <a:t> will lead by example. It is not a case of do as I say, not as I do. True </a:t>
          </a:r>
          <a:r>
            <a:rPr lang="en-US" sz="2200" b="0" kern="1200" dirty="0" smtClean="0">
              <a:latin typeface="Times New Roman" pitchFamily="18" charset="0"/>
              <a:cs typeface="Times New Roman" pitchFamily="18" charset="0"/>
            </a:rPr>
            <a:t>administers</a:t>
          </a:r>
          <a:r>
            <a:rPr lang="en-US" sz="2200" kern="1200" dirty="0" smtClean="0">
              <a:latin typeface="Times New Roman" pitchFamily="18" charset="0"/>
              <a:cs typeface="Times New Roman" pitchFamily="18" charset="0"/>
            </a:rPr>
            <a:t> must be worthy models to the followers.</a:t>
          </a:r>
          <a:endParaRPr lang="en-US" sz="2200" kern="1200" dirty="0">
            <a:latin typeface="Times New Roman" pitchFamily="18" charset="0"/>
            <a:cs typeface="Times New Roman" pitchFamily="18" charset="0"/>
          </a:endParaRPr>
        </a:p>
      </dsp:txBody>
      <dsp:txXfrm>
        <a:off x="0" y="4989870"/>
        <a:ext cx="8781288" cy="159390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8F711E-8BF4-48A1-9B2F-459A3D94E4A6}">
      <dsp:nvSpPr>
        <dsp:cNvPr id="0" name=""/>
        <dsp:cNvSpPr/>
      </dsp:nvSpPr>
      <dsp:spPr>
        <a:xfrm>
          <a:off x="0" y="0"/>
          <a:ext cx="8781288" cy="585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en-US" sz="2500" b="1" kern="1200" dirty="0" smtClean="0">
              <a:latin typeface="Times New Roman" pitchFamily="18" charset="0"/>
              <a:cs typeface="Times New Roman" pitchFamily="18" charset="0"/>
            </a:rPr>
            <a:t>Qualities of  church Administers…</a:t>
          </a:r>
          <a:endParaRPr lang="en-US" sz="2500" kern="1200" dirty="0">
            <a:latin typeface="Times New Roman" pitchFamily="18" charset="0"/>
            <a:cs typeface="Times New Roman" pitchFamily="18" charset="0"/>
          </a:endParaRPr>
        </a:p>
      </dsp:txBody>
      <dsp:txXfrm>
        <a:off x="28557" y="28557"/>
        <a:ext cx="8724174" cy="527886"/>
      </dsp:txXfrm>
    </dsp:sp>
    <dsp:sp modelId="{F4E4BB54-FAB1-442E-B475-EAE04AE37E8C}">
      <dsp:nvSpPr>
        <dsp:cNvPr id="0" name=""/>
        <dsp:cNvSpPr/>
      </dsp:nvSpPr>
      <dsp:spPr>
        <a:xfrm>
          <a:off x="0" y="613329"/>
          <a:ext cx="8781288" cy="585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just" defTabSz="1111250" rtl="0">
            <a:lnSpc>
              <a:spcPct val="90000"/>
            </a:lnSpc>
            <a:spcBef>
              <a:spcPct val="0"/>
            </a:spcBef>
            <a:spcAft>
              <a:spcPct val="35000"/>
            </a:spcAft>
          </a:pPr>
          <a:r>
            <a:rPr lang="en-US" sz="2500" b="1" kern="1200" dirty="0" smtClean="0">
              <a:latin typeface="Times New Roman" pitchFamily="18" charset="0"/>
              <a:cs typeface="Times New Roman" pitchFamily="18" charset="0"/>
            </a:rPr>
            <a:t>C. Trustworthy </a:t>
          </a:r>
          <a:r>
            <a:rPr lang="en-US" sz="2500" kern="1200" dirty="0" smtClean="0">
              <a:latin typeface="Times New Roman" pitchFamily="18" charset="0"/>
              <a:cs typeface="Times New Roman" pitchFamily="18" charset="0"/>
            </a:rPr>
            <a:t> </a:t>
          </a:r>
          <a:endParaRPr lang="en-US" sz="2500" kern="1200" dirty="0">
            <a:latin typeface="Times New Roman" pitchFamily="18" charset="0"/>
            <a:cs typeface="Times New Roman" pitchFamily="18" charset="0"/>
          </a:endParaRPr>
        </a:p>
      </dsp:txBody>
      <dsp:txXfrm>
        <a:off x="28557" y="641886"/>
        <a:ext cx="8724174" cy="527886"/>
      </dsp:txXfrm>
    </dsp:sp>
    <dsp:sp modelId="{7AAC7FB3-C521-4E56-A59E-3A7B62B7F2C6}">
      <dsp:nvSpPr>
        <dsp:cNvPr id="0" name=""/>
        <dsp:cNvSpPr/>
      </dsp:nvSpPr>
      <dsp:spPr>
        <a:xfrm>
          <a:off x="0" y="1267100"/>
          <a:ext cx="8781288" cy="1707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806" tIns="31750" rIns="177800" bIns="31750" numCol="1" spcCol="1270" anchor="t" anchorCtr="0">
          <a:noAutofit/>
        </a:bodyPr>
        <a:lstStyle/>
        <a:p>
          <a:pPr marL="228600" lvl="1" indent="-228600" algn="just"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Sheep follow the good shepherd because they know his voice (John 10:4).  This is learned over time from the consistent and caring treatment of the sheep by the shepherd. </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A leader needs to cultivate a deep sense of trust within those he leads. This is a quality in which one’s voice evokes the character and care of a shepherd-leader.</a:t>
          </a:r>
          <a:endParaRPr lang="en-US" sz="2000" kern="1200" dirty="0">
            <a:latin typeface="Times New Roman" pitchFamily="18" charset="0"/>
            <a:cs typeface="Times New Roman" pitchFamily="18" charset="0"/>
          </a:endParaRPr>
        </a:p>
      </dsp:txBody>
      <dsp:txXfrm>
        <a:off x="0" y="1267100"/>
        <a:ext cx="8781288" cy="1707750"/>
      </dsp:txXfrm>
    </dsp:sp>
    <dsp:sp modelId="{AEE1C47E-E2C3-47F0-A64B-61C85DEDD1A7}">
      <dsp:nvSpPr>
        <dsp:cNvPr id="0" name=""/>
        <dsp:cNvSpPr/>
      </dsp:nvSpPr>
      <dsp:spPr>
        <a:xfrm>
          <a:off x="0" y="2974850"/>
          <a:ext cx="8781288" cy="585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just" defTabSz="1111250" rtl="0">
            <a:lnSpc>
              <a:spcPct val="90000"/>
            </a:lnSpc>
            <a:spcBef>
              <a:spcPct val="0"/>
            </a:spcBef>
            <a:spcAft>
              <a:spcPct val="35000"/>
            </a:spcAft>
          </a:pPr>
          <a:r>
            <a:rPr lang="en-US" sz="2500" kern="1200" dirty="0" smtClean="0">
              <a:latin typeface="Times New Roman" pitchFamily="18" charset="0"/>
              <a:cs typeface="Times New Roman" pitchFamily="18" charset="0"/>
            </a:rPr>
            <a:t>D. </a:t>
          </a:r>
          <a:r>
            <a:rPr lang="en-US" sz="2500" b="1" kern="1200" dirty="0" smtClean="0">
              <a:latin typeface="Times New Roman" pitchFamily="18" charset="0"/>
              <a:cs typeface="Times New Roman" pitchFamily="18" charset="0"/>
            </a:rPr>
            <a:t>The one who deliver good thing to the flock </a:t>
          </a:r>
          <a:endParaRPr lang="en-US" sz="2500" kern="1200" dirty="0">
            <a:latin typeface="Times New Roman" pitchFamily="18" charset="0"/>
            <a:cs typeface="Times New Roman" pitchFamily="18" charset="0"/>
          </a:endParaRPr>
        </a:p>
      </dsp:txBody>
      <dsp:txXfrm>
        <a:off x="28557" y="3003407"/>
        <a:ext cx="8724174" cy="527886"/>
      </dsp:txXfrm>
    </dsp:sp>
    <dsp:sp modelId="{7494A583-23D3-446C-97AB-8027EA310771}">
      <dsp:nvSpPr>
        <dsp:cNvPr id="0" name=""/>
        <dsp:cNvSpPr/>
      </dsp:nvSpPr>
      <dsp:spPr>
        <a:xfrm>
          <a:off x="0" y="3559850"/>
          <a:ext cx="8781288" cy="2892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806" tIns="31750" rIns="177800" bIns="31750" numCol="1" spcCol="1270" anchor="t" anchorCtr="0">
          <a:noAutofit/>
        </a:bodyPr>
        <a:lstStyle/>
        <a:p>
          <a:pPr marL="228600" lvl="1" indent="-228600" algn="just"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A shepherd provides good pasture (John 10:9). In Psalm 23, a 'sheep' says of the Shepherd: I shall not be in want. He makes me lie down in green pastures. He leads me beside quiet waters. He restores my soul. </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True leaders provide for the real needs of those they lead.  For instance, they do not grind down their employees in unhealthy environments at less than livable wages. </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They do not fire them without caring about what happens to them. When it comes to a leader's choices, a person is more important than a profit. A leader acts in a way that gives life to those he leads (John 10:10)</a:t>
          </a:r>
          <a:endParaRPr lang="en-US" sz="2000" kern="1200" dirty="0">
            <a:latin typeface="Times New Roman" pitchFamily="18" charset="0"/>
            <a:cs typeface="Times New Roman" pitchFamily="18" charset="0"/>
          </a:endParaRPr>
        </a:p>
      </dsp:txBody>
      <dsp:txXfrm>
        <a:off x="0" y="3559850"/>
        <a:ext cx="8781288" cy="2892048"/>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AAA1E3-EE1D-492F-84FD-C5132DB44490}">
      <dsp:nvSpPr>
        <dsp:cNvPr id="0" name=""/>
        <dsp:cNvSpPr/>
      </dsp:nvSpPr>
      <dsp:spPr>
        <a:xfrm>
          <a:off x="0" y="64350"/>
          <a:ext cx="8857488" cy="725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just" defTabSz="1377950" rtl="0">
            <a:lnSpc>
              <a:spcPct val="90000"/>
            </a:lnSpc>
            <a:spcBef>
              <a:spcPct val="0"/>
            </a:spcBef>
            <a:spcAft>
              <a:spcPct val="35000"/>
            </a:spcAft>
          </a:pPr>
          <a:r>
            <a:rPr lang="en-US" sz="3100" b="1" kern="1200" dirty="0" smtClean="0">
              <a:latin typeface="Times New Roman" pitchFamily="18" charset="0"/>
              <a:cs typeface="Times New Roman" pitchFamily="18" charset="0"/>
            </a:rPr>
            <a:t>Qualities of  church Administers…</a:t>
          </a:r>
          <a:endParaRPr lang="en-US" sz="3100" kern="1200" dirty="0">
            <a:latin typeface="Times New Roman" pitchFamily="18" charset="0"/>
            <a:cs typeface="Times New Roman" pitchFamily="18" charset="0"/>
          </a:endParaRPr>
        </a:p>
      </dsp:txBody>
      <dsp:txXfrm>
        <a:off x="35411" y="99761"/>
        <a:ext cx="8786666" cy="654577"/>
      </dsp:txXfrm>
    </dsp:sp>
    <dsp:sp modelId="{66796B8F-8012-434B-B23F-A4BD926EA53F}">
      <dsp:nvSpPr>
        <dsp:cNvPr id="0" name=""/>
        <dsp:cNvSpPr/>
      </dsp:nvSpPr>
      <dsp:spPr>
        <a:xfrm>
          <a:off x="0" y="879030"/>
          <a:ext cx="8857488" cy="725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just" defTabSz="1377950" rtl="0">
            <a:lnSpc>
              <a:spcPct val="90000"/>
            </a:lnSpc>
            <a:spcBef>
              <a:spcPct val="0"/>
            </a:spcBef>
            <a:spcAft>
              <a:spcPct val="35000"/>
            </a:spcAft>
          </a:pPr>
          <a:r>
            <a:rPr lang="en-US" sz="3100" b="1" kern="1200" dirty="0" smtClean="0">
              <a:latin typeface="Times New Roman" pitchFamily="18" charset="0"/>
              <a:cs typeface="Times New Roman" pitchFamily="18" charset="0"/>
            </a:rPr>
            <a:t>E. The one who Scarify his life to the flock </a:t>
          </a:r>
          <a:endParaRPr lang="en-US" sz="3100" kern="1200" dirty="0">
            <a:latin typeface="Times New Roman" pitchFamily="18" charset="0"/>
            <a:cs typeface="Times New Roman" pitchFamily="18" charset="0"/>
          </a:endParaRPr>
        </a:p>
      </dsp:txBody>
      <dsp:txXfrm>
        <a:off x="35411" y="914441"/>
        <a:ext cx="8786666" cy="654577"/>
      </dsp:txXfrm>
    </dsp:sp>
    <dsp:sp modelId="{359B07CD-22E7-4D53-B96C-C629B4FDE2F0}">
      <dsp:nvSpPr>
        <dsp:cNvPr id="0" name=""/>
        <dsp:cNvSpPr/>
      </dsp:nvSpPr>
      <dsp:spPr>
        <a:xfrm>
          <a:off x="0" y="1604430"/>
          <a:ext cx="8857488" cy="2438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1225" tIns="39370" rIns="220472" bIns="39370" numCol="1" spcCol="1270" anchor="t" anchorCtr="0">
          <a:noAutofit/>
        </a:bodyPr>
        <a:lstStyle/>
        <a:p>
          <a:pPr marL="228600" lvl="1" indent="-228600" algn="just"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Five times Jesus speaks about laying down his life for the sheep (John 10:11, 15, 17-18). </a:t>
          </a:r>
          <a:endParaRPr lang="en-US" sz="2400" kern="1200" dirty="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The good shepherd chooses personal sacrifice for the welfare of his sheep. </a:t>
          </a:r>
          <a:endParaRPr lang="en-US" sz="2400" kern="1200" dirty="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The same is true of shepherd-leaders. They willingly experience personal sacrifice for the benefit of those they lead. It’s not about the leader; it’s about those being led.</a:t>
          </a:r>
          <a:endParaRPr lang="en-US" sz="2400" kern="1200" dirty="0">
            <a:latin typeface="Times New Roman" pitchFamily="18" charset="0"/>
            <a:cs typeface="Times New Roman" pitchFamily="18" charset="0"/>
          </a:endParaRPr>
        </a:p>
      </dsp:txBody>
      <dsp:txXfrm>
        <a:off x="0" y="1604430"/>
        <a:ext cx="8857488" cy="2438460"/>
      </dsp:txXfrm>
    </dsp:sp>
    <dsp:sp modelId="{543A459D-29F4-4E62-89A2-43DFEFE5AA7B}">
      <dsp:nvSpPr>
        <dsp:cNvPr id="0" name=""/>
        <dsp:cNvSpPr/>
      </dsp:nvSpPr>
      <dsp:spPr>
        <a:xfrm>
          <a:off x="0" y="4042890"/>
          <a:ext cx="8857488" cy="725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just" defTabSz="1377950" rtl="0">
            <a:lnSpc>
              <a:spcPct val="90000"/>
            </a:lnSpc>
            <a:spcBef>
              <a:spcPct val="0"/>
            </a:spcBef>
            <a:spcAft>
              <a:spcPct val="35000"/>
            </a:spcAft>
          </a:pPr>
          <a:r>
            <a:rPr lang="en-US" sz="3100" b="1" kern="1200" dirty="0" smtClean="0">
              <a:latin typeface="Times New Roman" pitchFamily="18" charset="0"/>
              <a:cs typeface="Times New Roman" pitchFamily="18" charset="0"/>
            </a:rPr>
            <a:t>F. The one who Advanced his flock  </a:t>
          </a:r>
          <a:endParaRPr lang="en-US" sz="3100" kern="1200" dirty="0">
            <a:latin typeface="Times New Roman" pitchFamily="18" charset="0"/>
            <a:cs typeface="Times New Roman" pitchFamily="18" charset="0"/>
          </a:endParaRPr>
        </a:p>
      </dsp:txBody>
      <dsp:txXfrm>
        <a:off x="35411" y="4078301"/>
        <a:ext cx="8786666" cy="654577"/>
      </dsp:txXfrm>
    </dsp:sp>
    <dsp:sp modelId="{FCB0A608-DA90-4BB8-BDEF-B239E0DBD24C}">
      <dsp:nvSpPr>
        <dsp:cNvPr id="0" name=""/>
        <dsp:cNvSpPr/>
      </dsp:nvSpPr>
      <dsp:spPr>
        <a:xfrm>
          <a:off x="0" y="4768289"/>
          <a:ext cx="8857488" cy="1796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1225" tIns="39370" rIns="220472" bIns="39370" numCol="1" spcCol="1270" anchor="t" anchorCtr="0">
          <a:noAutofit/>
        </a:bodyPr>
        <a:lstStyle/>
        <a:p>
          <a:pPr marL="228600" lvl="1" indent="-228600" algn="just"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The shepherd has a personal stake in the well-being of the sheep. </a:t>
          </a:r>
          <a:endParaRPr lang="en-US" sz="2400" kern="1200" dirty="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A hired hand will abandon them when the going gets tough or dangerous for him, it’s only a job. The shepherd is invested in the sheep and sticks with them through thick and thin (John 10:12).  </a:t>
          </a:r>
          <a:endParaRPr lang="en-US" sz="2400" kern="1200" dirty="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US" sz="2400" kern="1200" dirty="0" smtClean="0">
              <a:latin typeface="Times New Roman" pitchFamily="18" charset="0"/>
              <a:cs typeface="Times New Roman" pitchFamily="18" charset="0"/>
            </a:rPr>
            <a:t>They are personally invested in those they lead. </a:t>
          </a:r>
          <a:endParaRPr lang="en-US" sz="2400" kern="1200" dirty="0">
            <a:latin typeface="Times New Roman" pitchFamily="18" charset="0"/>
            <a:cs typeface="Times New Roman" pitchFamily="18" charset="0"/>
          </a:endParaRPr>
        </a:p>
      </dsp:txBody>
      <dsp:txXfrm>
        <a:off x="0" y="4768289"/>
        <a:ext cx="8857488" cy="179676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93C49-A396-4057-A575-C62228CC2662}">
      <dsp:nvSpPr>
        <dsp:cNvPr id="0" name=""/>
        <dsp:cNvSpPr/>
      </dsp:nvSpPr>
      <dsp:spPr>
        <a:xfrm>
          <a:off x="0" y="0"/>
          <a:ext cx="8781288" cy="8189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lvl="0" algn="l" defTabSz="1555750" rtl="0">
            <a:lnSpc>
              <a:spcPct val="90000"/>
            </a:lnSpc>
            <a:spcBef>
              <a:spcPct val="0"/>
            </a:spcBef>
            <a:spcAft>
              <a:spcPct val="35000"/>
            </a:spcAft>
          </a:pPr>
          <a:r>
            <a:rPr lang="en-US" sz="3500" b="1" kern="1200" dirty="0" smtClean="0">
              <a:latin typeface="Times New Roman" pitchFamily="18" charset="0"/>
              <a:cs typeface="Times New Roman" pitchFamily="18" charset="0"/>
            </a:rPr>
            <a:t>Qualities of  church Administers…</a:t>
          </a:r>
          <a:endParaRPr lang="en-US" sz="3500" kern="1200" dirty="0">
            <a:latin typeface="Times New Roman" pitchFamily="18" charset="0"/>
            <a:cs typeface="Times New Roman" pitchFamily="18" charset="0"/>
          </a:endParaRPr>
        </a:p>
      </dsp:txBody>
      <dsp:txXfrm>
        <a:off x="39980" y="39980"/>
        <a:ext cx="8701328" cy="739039"/>
      </dsp:txXfrm>
    </dsp:sp>
    <dsp:sp modelId="{8078EC47-322C-4653-831D-26CFB782B864}">
      <dsp:nvSpPr>
        <dsp:cNvPr id="0" name=""/>
        <dsp:cNvSpPr/>
      </dsp:nvSpPr>
      <dsp:spPr>
        <a:xfrm>
          <a:off x="0" y="912359"/>
          <a:ext cx="8781288" cy="8189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rtl="0">
            <a:lnSpc>
              <a:spcPct val="90000"/>
            </a:lnSpc>
            <a:spcBef>
              <a:spcPct val="0"/>
            </a:spcBef>
            <a:spcAft>
              <a:spcPct val="35000"/>
            </a:spcAft>
          </a:pPr>
          <a:r>
            <a:rPr lang="en-US" sz="2400" b="1" kern="1200" dirty="0" smtClean="0">
              <a:latin typeface="Times New Roman" pitchFamily="18" charset="0"/>
              <a:cs typeface="Times New Roman" pitchFamily="18" charset="0"/>
            </a:rPr>
            <a:t>G. The One who have Social life with his Flock (Interpersonal)</a:t>
          </a:r>
          <a:endParaRPr lang="en-US" sz="2400" kern="1200" dirty="0">
            <a:latin typeface="Times New Roman" pitchFamily="18" charset="0"/>
            <a:cs typeface="Times New Roman" pitchFamily="18" charset="0"/>
          </a:endParaRPr>
        </a:p>
      </dsp:txBody>
      <dsp:txXfrm>
        <a:off x="39980" y="952339"/>
        <a:ext cx="8701328" cy="739039"/>
      </dsp:txXfrm>
    </dsp:sp>
    <dsp:sp modelId="{FC4980B3-45F6-4FE6-945E-6A75CB9CE89B}">
      <dsp:nvSpPr>
        <dsp:cNvPr id="0" name=""/>
        <dsp:cNvSpPr/>
      </dsp:nvSpPr>
      <dsp:spPr>
        <a:xfrm>
          <a:off x="0" y="1963349"/>
          <a:ext cx="8781288" cy="2028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806" tIns="44450" rIns="248920" bIns="44450" numCol="1" spcCol="1270" anchor="t" anchorCtr="0">
          <a:noAutofit/>
        </a:bodyPr>
        <a:lstStyle/>
        <a:p>
          <a:pPr marL="228600" lvl="1" indent="-228600" algn="just" defTabSz="1200150" rtl="0">
            <a:lnSpc>
              <a:spcPct val="90000"/>
            </a:lnSpc>
            <a:spcBef>
              <a:spcPct val="0"/>
            </a:spcBef>
            <a:spcAft>
              <a:spcPct val="20000"/>
            </a:spcAft>
            <a:buChar char="••"/>
          </a:pPr>
          <a:r>
            <a:rPr lang="en-US" sz="2700" kern="1200" dirty="0" smtClean="0">
              <a:latin typeface="Times New Roman" pitchFamily="18" charset="0"/>
              <a:cs typeface="Times New Roman" pitchFamily="18" charset="0"/>
            </a:rPr>
            <a:t>I know my sheep and my sheep know me (John 10:14).  </a:t>
          </a:r>
          <a:endParaRPr lang="en-US" sz="2700" kern="1200" dirty="0">
            <a:latin typeface="Times New Roman" pitchFamily="18" charset="0"/>
            <a:cs typeface="Times New Roman" pitchFamily="18" charset="0"/>
          </a:endParaRPr>
        </a:p>
        <a:p>
          <a:pPr marL="228600" lvl="1" indent="-228600" algn="just" defTabSz="1200150" rtl="0">
            <a:lnSpc>
              <a:spcPct val="90000"/>
            </a:lnSpc>
            <a:spcBef>
              <a:spcPct val="0"/>
            </a:spcBef>
            <a:spcAft>
              <a:spcPct val="20000"/>
            </a:spcAft>
            <a:buChar char="••"/>
          </a:pPr>
          <a:r>
            <a:rPr lang="en-US" sz="2700" kern="1200" dirty="0" smtClean="0">
              <a:latin typeface="Times New Roman" pitchFamily="18" charset="0"/>
              <a:cs typeface="Times New Roman" pitchFamily="18" charset="0"/>
            </a:rPr>
            <a:t>The true leader takes the time and energy to build solid and genuine relationships with those he or she leads. </a:t>
          </a:r>
          <a:endParaRPr lang="en-US" sz="2700" kern="1200" dirty="0">
            <a:latin typeface="Times New Roman" pitchFamily="18" charset="0"/>
            <a:cs typeface="Times New Roman" pitchFamily="18" charset="0"/>
          </a:endParaRPr>
        </a:p>
        <a:p>
          <a:pPr marL="228600" lvl="1" indent="-228600" algn="just" defTabSz="1200150" rtl="0">
            <a:lnSpc>
              <a:spcPct val="90000"/>
            </a:lnSpc>
            <a:spcBef>
              <a:spcPct val="0"/>
            </a:spcBef>
            <a:spcAft>
              <a:spcPct val="20000"/>
            </a:spcAft>
            <a:buChar char="••"/>
          </a:pPr>
          <a:r>
            <a:rPr lang="en-US" sz="2700" kern="1200" dirty="0" smtClean="0">
              <a:latin typeface="Times New Roman" pitchFamily="18" charset="0"/>
              <a:cs typeface="Times New Roman" pitchFamily="18" charset="0"/>
            </a:rPr>
            <a:t>Those led are not viewed as mere employees, servants, or objects; each is known and treated as an “image of God.”</a:t>
          </a:r>
          <a:endParaRPr lang="en-US" sz="2700" kern="1200" dirty="0">
            <a:latin typeface="Times New Roman" pitchFamily="18" charset="0"/>
            <a:cs typeface="Times New Roman" pitchFamily="18" charset="0"/>
          </a:endParaRPr>
        </a:p>
      </dsp:txBody>
      <dsp:txXfrm>
        <a:off x="0" y="1963349"/>
        <a:ext cx="8781288" cy="2028600"/>
      </dsp:txXfrm>
    </dsp:sp>
    <dsp:sp modelId="{8A811CEE-5AE5-4DE4-8B92-3D75B3948578}">
      <dsp:nvSpPr>
        <dsp:cNvPr id="0" name=""/>
        <dsp:cNvSpPr/>
      </dsp:nvSpPr>
      <dsp:spPr>
        <a:xfrm>
          <a:off x="0" y="3991950"/>
          <a:ext cx="8781288" cy="8189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b="1" kern="1200" dirty="0" smtClean="0">
              <a:latin typeface="Times New Roman" pitchFamily="18" charset="0"/>
              <a:cs typeface="Times New Roman" pitchFamily="18" charset="0"/>
            </a:rPr>
            <a:t>H. The One who have Vision (being  Visionary) </a:t>
          </a:r>
          <a:endParaRPr lang="en-US" sz="2800" kern="1200" dirty="0">
            <a:latin typeface="Times New Roman" pitchFamily="18" charset="0"/>
            <a:cs typeface="Times New Roman" pitchFamily="18" charset="0"/>
          </a:endParaRPr>
        </a:p>
      </dsp:txBody>
      <dsp:txXfrm>
        <a:off x="39980" y="4031930"/>
        <a:ext cx="8701328" cy="739039"/>
      </dsp:txXfrm>
    </dsp:sp>
    <dsp:sp modelId="{4DE82299-CBD3-4DA1-96D6-F670070CA3C0}">
      <dsp:nvSpPr>
        <dsp:cNvPr id="0" name=""/>
        <dsp:cNvSpPr/>
      </dsp:nvSpPr>
      <dsp:spPr>
        <a:xfrm>
          <a:off x="0" y="4810949"/>
          <a:ext cx="8781288" cy="1593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806" tIns="44450" rIns="248920" bIns="44450" numCol="1" spcCol="1270" anchor="t" anchorCtr="0">
          <a:noAutofit/>
        </a:bodyPr>
        <a:lstStyle/>
        <a:p>
          <a:pPr marL="228600" lvl="1" indent="-228600" algn="just" defTabSz="1200150" rtl="0">
            <a:lnSpc>
              <a:spcPct val="90000"/>
            </a:lnSpc>
            <a:spcBef>
              <a:spcPct val="0"/>
            </a:spcBef>
            <a:spcAft>
              <a:spcPct val="20000"/>
            </a:spcAft>
            <a:buChar char="••"/>
          </a:pPr>
          <a:r>
            <a:rPr lang="en-US" sz="2700" kern="1200" dirty="0" smtClean="0">
              <a:latin typeface="Times New Roman" pitchFamily="18" charset="0"/>
              <a:cs typeface="Times New Roman" pitchFamily="18" charset="0"/>
            </a:rPr>
            <a:t>Jesus had a vision of the future and lived for the fulfillment of that vision. </a:t>
          </a:r>
          <a:endParaRPr lang="en-US" sz="2700" kern="1200" dirty="0">
            <a:latin typeface="Times New Roman" pitchFamily="18" charset="0"/>
            <a:cs typeface="Times New Roman" pitchFamily="18" charset="0"/>
          </a:endParaRPr>
        </a:p>
        <a:p>
          <a:pPr marL="228600" lvl="1" indent="-228600" algn="just" defTabSz="1200150" rtl="0">
            <a:lnSpc>
              <a:spcPct val="90000"/>
            </a:lnSpc>
            <a:spcBef>
              <a:spcPct val="0"/>
            </a:spcBef>
            <a:spcAft>
              <a:spcPct val="20000"/>
            </a:spcAft>
            <a:buChar char="••"/>
          </a:pPr>
          <a:r>
            <a:rPr lang="en-US" sz="2700" kern="1200" dirty="0" smtClean="0">
              <a:latin typeface="Times New Roman" pitchFamily="18" charset="0"/>
              <a:cs typeface="Times New Roman" pitchFamily="18" charset="0"/>
            </a:rPr>
            <a:t>In this case, it was increasing the size of his flock those who would become his genuine followers (John 10:16). </a:t>
          </a:r>
          <a:r>
            <a:rPr lang="en-US" sz="2700" kern="1200" dirty="0" smtClean="0"/>
            <a:t> </a:t>
          </a:r>
          <a:endParaRPr lang="en-US" sz="2700" kern="1200" dirty="0"/>
        </a:p>
      </dsp:txBody>
      <dsp:txXfrm>
        <a:off x="0" y="4810949"/>
        <a:ext cx="8781288" cy="159390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7B0EA5-44F9-4667-B48C-0F8E60AB3381}">
      <dsp:nvSpPr>
        <dsp:cNvPr id="0" name=""/>
        <dsp:cNvSpPr/>
      </dsp:nvSpPr>
      <dsp:spPr>
        <a:xfrm>
          <a:off x="0" y="76200"/>
          <a:ext cx="8839200" cy="538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just" defTabSz="1022350" rtl="0">
            <a:lnSpc>
              <a:spcPct val="90000"/>
            </a:lnSpc>
            <a:spcBef>
              <a:spcPct val="0"/>
            </a:spcBef>
            <a:spcAft>
              <a:spcPct val="35000"/>
            </a:spcAft>
          </a:pPr>
          <a:r>
            <a:rPr lang="en-US" sz="2300" b="1" kern="1200" dirty="0" smtClean="0">
              <a:latin typeface="Times New Roman" pitchFamily="18" charset="0"/>
              <a:cs typeface="Times New Roman" pitchFamily="18" charset="0"/>
            </a:rPr>
            <a:t>Chapter Three: Duties and Responsibility of Church Administers</a:t>
          </a:r>
          <a:endParaRPr lang="en-US" sz="2300" kern="1200" dirty="0">
            <a:latin typeface="Times New Roman" pitchFamily="18" charset="0"/>
            <a:cs typeface="Times New Roman" pitchFamily="18" charset="0"/>
          </a:endParaRPr>
        </a:p>
      </dsp:txBody>
      <dsp:txXfrm>
        <a:off x="26273" y="102473"/>
        <a:ext cx="8786654" cy="485654"/>
      </dsp:txXfrm>
    </dsp:sp>
    <dsp:sp modelId="{53B6514B-6E93-4460-BE96-FC62B3CF750D}">
      <dsp:nvSpPr>
        <dsp:cNvPr id="0" name=""/>
        <dsp:cNvSpPr/>
      </dsp:nvSpPr>
      <dsp:spPr>
        <a:xfrm>
          <a:off x="0" y="685775"/>
          <a:ext cx="8839200" cy="538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rtl="0">
            <a:lnSpc>
              <a:spcPct val="90000"/>
            </a:lnSpc>
            <a:spcBef>
              <a:spcPct val="0"/>
            </a:spcBef>
            <a:spcAft>
              <a:spcPct val="35000"/>
            </a:spcAft>
          </a:pPr>
          <a:r>
            <a:rPr lang="en-US" sz="2300" b="1" kern="1200" dirty="0" smtClean="0">
              <a:latin typeface="Times New Roman" pitchFamily="18" charset="0"/>
              <a:cs typeface="Times New Roman" pitchFamily="18" charset="0"/>
            </a:rPr>
            <a:t>3.1. Administering Church Education</a:t>
          </a:r>
          <a:endParaRPr lang="en-US" sz="2300" kern="1200" dirty="0">
            <a:latin typeface="Times New Roman" pitchFamily="18" charset="0"/>
            <a:cs typeface="Times New Roman" pitchFamily="18" charset="0"/>
          </a:endParaRPr>
        </a:p>
      </dsp:txBody>
      <dsp:txXfrm>
        <a:off x="26273" y="712048"/>
        <a:ext cx="8786654" cy="485654"/>
      </dsp:txXfrm>
    </dsp:sp>
    <dsp:sp modelId="{73110461-A05F-4FE9-A02F-DC62B303074B}">
      <dsp:nvSpPr>
        <dsp:cNvPr id="0" name=""/>
        <dsp:cNvSpPr/>
      </dsp:nvSpPr>
      <dsp:spPr>
        <a:xfrm>
          <a:off x="0" y="1305570"/>
          <a:ext cx="8839200" cy="523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29210" rIns="163576" bIns="29210" numCol="1" spcCol="1270" anchor="t" anchorCtr="0">
          <a:noAutofit/>
        </a:bodyPr>
        <a:lstStyle/>
        <a:p>
          <a:pPr marL="171450" lvl="1" indent="-171450" algn="just" defTabSz="800100" rtl="0">
            <a:lnSpc>
              <a:spcPct val="90000"/>
            </a:lnSpc>
            <a:spcBef>
              <a:spcPct val="0"/>
            </a:spcBef>
            <a:spcAft>
              <a:spcPct val="20000"/>
            </a:spcAft>
            <a:buChar char="••"/>
          </a:pPr>
          <a:r>
            <a:rPr lang="en-GB" sz="1800" kern="1200" dirty="0" smtClean="0">
              <a:latin typeface="Times New Roman" pitchFamily="18" charset="0"/>
              <a:cs typeface="Times New Roman" pitchFamily="18" charset="0"/>
            </a:rPr>
            <a:t>The church should have a school to keep her teaching, unity and perform, the gifts with the help of the grace of God.</a:t>
          </a:r>
          <a:endParaRPr lang="en-US" sz="1800" kern="1200" dirty="0">
            <a:latin typeface="Times New Roman" pitchFamily="18" charset="0"/>
            <a:cs typeface="Times New Roman" pitchFamily="18" charset="0"/>
          </a:endParaRPr>
        </a:p>
        <a:p>
          <a:pPr marL="171450" lvl="1" indent="-171450" algn="just" defTabSz="800100" rtl="0">
            <a:lnSpc>
              <a:spcPct val="90000"/>
            </a:lnSpc>
            <a:spcBef>
              <a:spcPct val="0"/>
            </a:spcBef>
            <a:spcAft>
              <a:spcPct val="20000"/>
            </a:spcAft>
            <a:buChar char="••"/>
          </a:pPr>
          <a:r>
            <a:rPr lang="en-GB" sz="1800" kern="1200" dirty="0" smtClean="0">
              <a:latin typeface="Times New Roman" pitchFamily="18" charset="0"/>
              <a:cs typeface="Times New Roman" pitchFamily="18" charset="0"/>
            </a:rPr>
            <a:t>The unity of the church is  kept based on the unity of faith. </a:t>
          </a:r>
          <a:endParaRPr lang="en-US" sz="1800" kern="1200" dirty="0">
            <a:latin typeface="Times New Roman" pitchFamily="18" charset="0"/>
            <a:cs typeface="Times New Roman" pitchFamily="18" charset="0"/>
          </a:endParaRPr>
        </a:p>
        <a:p>
          <a:pPr marL="171450" lvl="1" indent="-171450" algn="just" defTabSz="800100" rtl="0">
            <a:lnSpc>
              <a:spcPct val="90000"/>
            </a:lnSpc>
            <a:spcBef>
              <a:spcPct val="0"/>
            </a:spcBef>
            <a:spcAft>
              <a:spcPct val="20000"/>
            </a:spcAft>
            <a:buChar char="••"/>
          </a:pPr>
          <a:r>
            <a:rPr lang="en-GB" sz="1800" kern="1200" dirty="0" smtClean="0">
              <a:latin typeface="Times New Roman" pitchFamily="18" charset="0"/>
              <a:cs typeface="Times New Roman" pitchFamily="18" charset="0"/>
            </a:rPr>
            <a:t>If there is no unity of faith, the revealed Christian teaching cannot be kept; the unity of the church will not exist. </a:t>
          </a:r>
          <a:endParaRPr lang="en-US" sz="1800" kern="1200" dirty="0">
            <a:latin typeface="Times New Roman" pitchFamily="18" charset="0"/>
            <a:cs typeface="Times New Roman" pitchFamily="18" charset="0"/>
          </a:endParaRPr>
        </a:p>
        <a:p>
          <a:pPr marL="171450" lvl="1" indent="-171450" algn="just" defTabSz="800100" rtl="0">
            <a:lnSpc>
              <a:spcPct val="90000"/>
            </a:lnSpc>
            <a:spcBef>
              <a:spcPct val="0"/>
            </a:spcBef>
            <a:spcAft>
              <a:spcPct val="20000"/>
            </a:spcAft>
            <a:buChar char="••"/>
          </a:pPr>
          <a:r>
            <a:rPr lang="en-GB" sz="1800" kern="1200" smtClean="0">
              <a:latin typeface="Times New Roman" pitchFamily="18" charset="0"/>
              <a:cs typeface="Times New Roman" pitchFamily="18" charset="0"/>
            </a:rPr>
            <a:t>The organ that can keep the unity of the church is the bishop. The bishop is expected to preach the gospel in order to make the persons inherit the kingdom of God. </a:t>
          </a:r>
          <a:endParaRPr lang="en-US" sz="1800" kern="1200">
            <a:latin typeface="Times New Roman" pitchFamily="18" charset="0"/>
            <a:cs typeface="Times New Roman" pitchFamily="18" charset="0"/>
          </a:endParaRPr>
        </a:p>
        <a:p>
          <a:pPr marL="171450" lvl="1" indent="-171450" algn="just" defTabSz="800100" rtl="0">
            <a:lnSpc>
              <a:spcPct val="90000"/>
            </a:lnSpc>
            <a:spcBef>
              <a:spcPct val="0"/>
            </a:spcBef>
            <a:spcAft>
              <a:spcPct val="20000"/>
            </a:spcAft>
            <a:buChar char="••"/>
          </a:pPr>
          <a:r>
            <a:rPr lang="en-GB" sz="1800" kern="1200" dirty="0" smtClean="0">
              <a:latin typeface="Times New Roman" pitchFamily="18" charset="0"/>
              <a:cs typeface="Times New Roman" pitchFamily="18" charset="0"/>
            </a:rPr>
            <a:t>Due to  this every bishop is assigned to a place where he is in a position to keep the true teaching the Church. And also all bishops are regarded as representative of the apostles on the earth. </a:t>
          </a:r>
          <a:endParaRPr lang="en-US" sz="1800" kern="1200" dirty="0">
            <a:latin typeface="Times New Roman" pitchFamily="18" charset="0"/>
            <a:cs typeface="Times New Roman" pitchFamily="18" charset="0"/>
          </a:endParaRPr>
        </a:p>
        <a:p>
          <a:pPr marL="171450" lvl="1" indent="-171450" algn="just" defTabSz="800100" rtl="0">
            <a:lnSpc>
              <a:spcPct val="90000"/>
            </a:lnSpc>
            <a:spcBef>
              <a:spcPct val="0"/>
            </a:spcBef>
            <a:spcAft>
              <a:spcPct val="20000"/>
            </a:spcAft>
            <a:buChar char="••"/>
          </a:pPr>
          <a:r>
            <a:rPr lang="en-GB" sz="1800" kern="1200" smtClean="0">
              <a:latin typeface="Times New Roman" pitchFamily="18" charset="0"/>
              <a:cs typeface="Times New Roman" pitchFamily="18" charset="0"/>
            </a:rPr>
            <a:t>All bishops have the same power and dignity. In case, any quarrel is created regarding the faith, which touches all or the unity of the church and threatened purity as well as the integrity of the truth discovered, must listen the voice of the whole bishops.</a:t>
          </a:r>
          <a:endParaRPr lang="en-US" sz="1800" kern="1200">
            <a:latin typeface="Times New Roman" pitchFamily="18" charset="0"/>
            <a:cs typeface="Times New Roman" pitchFamily="18" charset="0"/>
          </a:endParaRPr>
        </a:p>
        <a:p>
          <a:pPr marL="171450" lvl="1" indent="-171450" algn="just" defTabSz="800100" rtl="0">
            <a:lnSpc>
              <a:spcPct val="90000"/>
            </a:lnSpc>
            <a:spcBef>
              <a:spcPct val="0"/>
            </a:spcBef>
            <a:spcAft>
              <a:spcPct val="20000"/>
            </a:spcAft>
            <a:buChar char="••"/>
          </a:pPr>
          <a:r>
            <a:rPr lang="en-GB" sz="1800" kern="1200" dirty="0" smtClean="0">
              <a:latin typeface="Times New Roman" pitchFamily="18" charset="0"/>
              <a:cs typeface="Times New Roman" pitchFamily="18" charset="0"/>
            </a:rPr>
            <a:t>In relation with the question of belief and the decision about what to be believed, the church does not create a new dogma but witness only the truth discovered as well as the unchangeable tradition.</a:t>
          </a:r>
          <a:endParaRPr lang="en-US" sz="1800" kern="1200" dirty="0">
            <a:latin typeface="Times New Roman" pitchFamily="18" charset="0"/>
            <a:cs typeface="Times New Roman" pitchFamily="18" charset="0"/>
          </a:endParaRPr>
        </a:p>
        <a:p>
          <a:pPr marL="171450" lvl="1" indent="-171450" algn="just" defTabSz="800100" rtl="0">
            <a:lnSpc>
              <a:spcPct val="90000"/>
            </a:lnSpc>
            <a:spcBef>
              <a:spcPct val="0"/>
            </a:spcBef>
            <a:spcAft>
              <a:spcPct val="20000"/>
            </a:spcAft>
            <a:buChar char="••"/>
          </a:pPr>
          <a:r>
            <a:rPr lang="en-GB" sz="1800" kern="1200" smtClean="0">
              <a:latin typeface="Times New Roman" pitchFamily="18" charset="0"/>
              <a:cs typeface="Times New Roman" pitchFamily="18" charset="0"/>
            </a:rPr>
            <a:t>The definitions of fixed dogmas by legal authorities are compulsory for all the members of the church unconditionally.</a:t>
          </a:r>
          <a:endParaRPr lang="en-US" sz="1800" kern="1200">
            <a:latin typeface="Times New Roman" pitchFamily="18" charset="0"/>
            <a:cs typeface="Times New Roman" pitchFamily="18" charset="0"/>
          </a:endParaRPr>
        </a:p>
        <a:p>
          <a:pPr marL="171450" lvl="1" indent="-171450" algn="just" defTabSz="800100" rtl="0">
            <a:lnSpc>
              <a:spcPct val="90000"/>
            </a:lnSpc>
            <a:spcBef>
              <a:spcPct val="0"/>
            </a:spcBef>
            <a:spcAft>
              <a:spcPct val="20000"/>
            </a:spcAft>
            <a:buChar char="••"/>
          </a:pPr>
          <a:r>
            <a:rPr lang="en-GB" sz="1800" kern="1200" dirty="0" smtClean="0">
              <a:latin typeface="Times New Roman" pitchFamily="18" charset="0"/>
              <a:cs typeface="Times New Roman" pitchFamily="18" charset="0"/>
            </a:rPr>
            <a:t>Thus obligation power has the origin in the content of those definitions which do not include any innovation but only the explanation of the traditional belief. </a:t>
          </a:r>
          <a:endParaRPr lang="en-US" sz="1800" kern="1200" dirty="0">
            <a:latin typeface="Times New Roman" pitchFamily="18" charset="0"/>
            <a:cs typeface="Times New Roman" pitchFamily="18" charset="0"/>
          </a:endParaRPr>
        </a:p>
      </dsp:txBody>
      <dsp:txXfrm>
        <a:off x="0" y="1305570"/>
        <a:ext cx="8839200" cy="5237100"/>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8F6050-2DD7-40C4-BB5D-32C484DDEA95}">
      <dsp:nvSpPr>
        <dsp:cNvPr id="0" name=""/>
        <dsp:cNvSpPr/>
      </dsp:nvSpPr>
      <dsp:spPr>
        <a:xfrm>
          <a:off x="0" y="0"/>
          <a:ext cx="8839200" cy="585791"/>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US" sz="2800" b="1" kern="1200" dirty="0" smtClean="0">
              <a:latin typeface="Times New Roman" pitchFamily="18" charset="0"/>
              <a:cs typeface="Times New Roman" pitchFamily="18" charset="0"/>
            </a:rPr>
            <a:t>Purposes of  Church Education:</a:t>
          </a:r>
          <a:endParaRPr lang="en-US" sz="2800" kern="1200" dirty="0">
            <a:latin typeface="Times New Roman" pitchFamily="18" charset="0"/>
            <a:cs typeface="Times New Roman" pitchFamily="18" charset="0"/>
          </a:endParaRPr>
        </a:p>
      </dsp:txBody>
      <dsp:txXfrm>
        <a:off x="28596" y="28596"/>
        <a:ext cx="8782008" cy="528599"/>
      </dsp:txXfrm>
    </dsp:sp>
    <dsp:sp modelId="{0D8B8E5C-AA5D-4FE0-A441-3D34E82B39EC}">
      <dsp:nvSpPr>
        <dsp:cNvPr id="0" name=""/>
        <dsp:cNvSpPr/>
      </dsp:nvSpPr>
      <dsp:spPr>
        <a:xfrm>
          <a:off x="0" y="684152"/>
          <a:ext cx="8839200" cy="5770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40640" rIns="227584" bIns="40640" numCol="1" spcCol="1270" anchor="t" anchorCtr="0">
          <a:noAutofit/>
        </a:bodyPr>
        <a:lstStyle/>
        <a:p>
          <a:pPr marL="285750" lvl="1" indent="-285750" algn="just" defTabSz="1422400" rtl="0">
            <a:lnSpc>
              <a:spcPct val="100000"/>
            </a:lnSpc>
            <a:spcBef>
              <a:spcPct val="0"/>
            </a:spcBef>
            <a:spcAft>
              <a:spcPts val="0"/>
            </a:spcAft>
            <a:buChar char="••"/>
          </a:pPr>
          <a:r>
            <a:rPr lang="en-US" sz="3200" b="1" kern="1200" dirty="0" smtClean="0">
              <a:latin typeface="Times New Roman" pitchFamily="18" charset="0"/>
              <a:cs typeface="Times New Roman" pitchFamily="18" charset="0"/>
            </a:rPr>
            <a:t>Church Education is used: </a:t>
          </a:r>
          <a:endParaRPr lang="en-US" sz="3200" kern="1200" dirty="0">
            <a:latin typeface="Times New Roman" pitchFamily="18" charset="0"/>
            <a:cs typeface="Times New Roman" pitchFamily="18" charset="0"/>
          </a:endParaRPr>
        </a:p>
        <a:p>
          <a:pPr marL="285750" lvl="1" indent="-285750" algn="just" defTabSz="1422400" rtl="0">
            <a:lnSpc>
              <a:spcPct val="100000"/>
            </a:lnSpc>
            <a:spcBef>
              <a:spcPct val="0"/>
            </a:spcBef>
            <a:spcAft>
              <a:spcPts val="0"/>
            </a:spcAft>
            <a:buChar char="••"/>
          </a:pPr>
          <a:r>
            <a:rPr lang="en-US" sz="3200" kern="1200" dirty="0" smtClean="0">
              <a:latin typeface="Times New Roman" pitchFamily="18" charset="0"/>
              <a:cs typeface="Times New Roman" pitchFamily="18" charset="0"/>
            </a:rPr>
            <a:t>To keep the loyalty of Holy Scriptures. </a:t>
          </a:r>
          <a:endParaRPr lang="en-US" sz="3200" kern="1200" dirty="0">
            <a:latin typeface="Times New Roman" pitchFamily="18" charset="0"/>
            <a:cs typeface="Times New Roman" pitchFamily="18" charset="0"/>
          </a:endParaRPr>
        </a:p>
        <a:p>
          <a:pPr marL="285750" lvl="1" indent="-285750" algn="just" defTabSz="1422400" rtl="0">
            <a:lnSpc>
              <a:spcPct val="100000"/>
            </a:lnSpc>
            <a:spcBef>
              <a:spcPct val="0"/>
            </a:spcBef>
            <a:spcAft>
              <a:spcPts val="0"/>
            </a:spcAft>
            <a:buChar char="••"/>
          </a:pPr>
          <a:r>
            <a:rPr lang="en-US" sz="3200" kern="1200" dirty="0" smtClean="0">
              <a:latin typeface="Times New Roman" pitchFamily="18" charset="0"/>
              <a:cs typeface="Times New Roman" pitchFamily="18" charset="0"/>
            </a:rPr>
            <a:t>To preserve the early Tradition of the Church </a:t>
          </a:r>
          <a:endParaRPr lang="en-US" sz="3200" kern="1200" dirty="0">
            <a:latin typeface="Times New Roman" pitchFamily="18" charset="0"/>
            <a:cs typeface="Times New Roman" pitchFamily="18" charset="0"/>
          </a:endParaRPr>
        </a:p>
        <a:p>
          <a:pPr marL="285750" lvl="1" indent="-285750" algn="just" defTabSz="1422400" rtl="0">
            <a:lnSpc>
              <a:spcPct val="100000"/>
            </a:lnSpc>
            <a:spcBef>
              <a:spcPct val="0"/>
            </a:spcBef>
            <a:spcAft>
              <a:spcPts val="0"/>
            </a:spcAft>
            <a:buChar char="••"/>
          </a:pPr>
          <a:r>
            <a:rPr lang="en-US" sz="3200" kern="1200" dirty="0" smtClean="0">
              <a:latin typeface="Times New Roman" pitchFamily="18" charset="0"/>
              <a:cs typeface="Times New Roman" pitchFamily="18" charset="0"/>
            </a:rPr>
            <a:t>To protect or defend Orthodoxy from false teaching </a:t>
          </a:r>
          <a:endParaRPr lang="en-US" sz="3200" kern="1200" dirty="0">
            <a:latin typeface="Times New Roman" pitchFamily="18" charset="0"/>
            <a:cs typeface="Times New Roman" pitchFamily="18" charset="0"/>
          </a:endParaRPr>
        </a:p>
        <a:p>
          <a:pPr marL="285750" lvl="1" indent="-285750" algn="just" defTabSz="1422400" rtl="0">
            <a:lnSpc>
              <a:spcPct val="100000"/>
            </a:lnSpc>
            <a:spcBef>
              <a:spcPct val="0"/>
            </a:spcBef>
            <a:spcAft>
              <a:spcPts val="0"/>
            </a:spcAft>
            <a:buChar char="••"/>
          </a:pPr>
          <a:r>
            <a:rPr lang="en-US" sz="3200" kern="1200" dirty="0" smtClean="0">
              <a:latin typeface="Times New Roman" pitchFamily="18" charset="0"/>
              <a:cs typeface="Times New Roman" pitchFamily="18" charset="0"/>
            </a:rPr>
            <a:t>To establishes and sustain the Kingdom of God</a:t>
          </a:r>
          <a:endParaRPr lang="en-US" sz="3200" kern="1200" dirty="0">
            <a:latin typeface="Times New Roman" pitchFamily="18" charset="0"/>
            <a:cs typeface="Times New Roman" pitchFamily="18" charset="0"/>
          </a:endParaRPr>
        </a:p>
        <a:p>
          <a:pPr marL="285750" lvl="1" indent="-285750" algn="just" defTabSz="1422400" rtl="0">
            <a:lnSpc>
              <a:spcPct val="100000"/>
            </a:lnSpc>
            <a:spcBef>
              <a:spcPct val="0"/>
            </a:spcBef>
            <a:spcAft>
              <a:spcPts val="0"/>
            </a:spcAft>
            <a:buChar char="••"/>
          </a:pPr>
          <a:r>
            <a:rPr lang="en-US" sz="3200" kern="1200" dirty="0" smtClean="0">
              <a:latin typeface="Times New Roman" pitchFamily="18" charset="0"/>
              <a:cs typeface="Times New Roman" pitchFamily="18" charset="0"/>
            </a:rPr>
            <a:t>To keep the Unity of the Church with Faith and Love. </a:t>
          </a:r>
          <a:endParaRPr lang="en-US" sz="3200" kern="1200" dirty="0">
            <a:latin typeface="Times New Roman" pitchFamily="18" charset="0"/>
            <a:cs typeface="Times New Roman" pitchFamily="18" charset="0"/>
          </a:endParaRPr>
        </a:p>
        <a:p>
          <a:pPr marL="285750" lvl="1" indent="-285750" algn="just" defTabSz="1422400" rtl="0">
            <a:lnSpc>
              <a:spcPct val="100000"/>
            </a:lnSpc>
            <a:spcBef>
              <a:spcPct val="0"/>
            </a:spcBef>
            <a:spcAft>
              <a:spcPts val="0"/>
            </a:spcAft>
            <a:buChar char="••"/>
          </a:pPr>
          <a:r>
            <a:rPr lang="en-US" sz="3200" kern="1200" dirty="0" smtClean="0">
              <a:latin typeface="Times New Roman" pitchFamily="18" charset="0"/>
              <a:cs typeface="Times New Roman" pitchFamily="18" charset="0"/>
            </a:rPr>
            <a:t>To keep the Dogmatic, canonical teaching and Rites of the Church.</a:t>
          </a:r>
          <a:endParaRPr lang="en-US" sz="3200" kern="1200" dirty="0">
            <a:latin typeface="Times New Roman" pitchFamily="18" charset="0"/>
            <a:cs typeface="Times New Roman" pitchFamily="18" charset="0"/>
          </a:endParaRPr>
        </a:p>
        <a:p>
          <a:pPr marL="285750" lvl="1" indent="-285750" algn="just" defTabSz="1422400" rtl="0">
            <a:lnSpc>
              <a:spcPct val="100000"/>
            </a:lnSpc>
            <a:spcBef>
              <a:spcPct val="0"/>
            </a:spcBef>
            <a:spcAft>
              <a:spcPts val="0"/>
            </a:spcAft>
            <a:buChar char="••"/>
          </a:pPr>
          <a:r>
            <a:rPr lang="en-US" sz="3200" kern="1200" dirty="0" smtClean="0">
              <a:latin typeface="Times New Roman" pitchFamily="18" charset="0"/>
              <a:cs typeface="Times New Roman" pitchFamily="18" charset="0"/>
            </a:rPr>
            <a:t>To  educate the laities about faith and spiritual life.</a:t>
          </a:r>
          <a:endParaRPr lang="en-US" sz="3200" kern="1200" dirty="0">
            <a:latin typeface="Times New Roman" pitchFamily="18" charset="0"/>
            <a:cs typeface="Times New Roman" pitchFamily="18" charset="0"/>
          </a:endParaRPr>
        </a:p>
        <a:p>
          <a:pPr marL="285750" lvl="1" indent="-285750" algn="just" defTabSz="1422400" rtl="0">
            <a:lnSpc>
              <a:spcPct val="100000"/>
            </a:lnSpc>
            <a:spcBef>
              <a:spcPct val="0"/>
            </a:spcBef>
            <a:spcAft>
              <a:spcPts val="0"/>
            </a:spcAft>
            <a:buChar char="••"/>
          </a:pPr>
          <a:endParaRPr lang="en-US" sz="3200" kern="1200" dirty="0">
            <a:latin typeface="Times New Roman" pitchFamily="18" charset="0"/>
            <a:cs typeface="Times New Roman" pitchFamily="18" charset="0"/>
          </a:endParaRPr>
        </a:p>
        <a:p>
          <a:pPr marL="285750" lvl="1" indent="-285750" algn="just" defTabSz="1422400" rtl="0">
            <a:lnSpc>
              <a:spcPct val="100000"/>
            </a:lnSpc>
            <a:spcBef>
              <a:spcPct val="0"/>
            </a:spcBef>
            <a:spcAft>
              <a:spcPts val="0"/>
            </a:spcAft>
            <a:buChar char="••"/>
          </a:pPr>
          <a:endParaRPr lang="en-US" sz="3200" kern="1200" dirty="0">
            <a:latin typeface="Times New Roman" pitchFamily="18" charset="0"/>
            <a:cs typeface="Times New Roman" pitchFamily="18" charset="0"/>
          </a:endParaRPr>
        </a:p>
      </dsp:txBody>
      <dsp:txXfrm>
        <a:off x="0" y="684152"/>
        <a:ext cx="8839200" cy="5770685"/>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311009-0B43-48E6-8A36-3194C5514A92}">
      <dsp:nvSpPr>
        <dsp:cNvPr id="0" name=""/>
        <dsp:cNvSpPr/>
      </dsp:nvSpPr>
      <dsp:spPr>
        <a:xfrm>
          <a:off x="0" y="0"/>
          <a:ext cx="8839200" cy="64583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b="1" kern="1200" dirty="0" smtClean="0">
              <a:latin typeface="Times New Roman" pitchFamily="18" charset="0"/>
              <a:cs typeface="Times New Roman" pitchFamily="18" charset="0"/>
            </a:rPr>
            <a:t>3.2. Preaching the Gospel</a:t>
          </a:r>
          <a:endParaRPr lang="en-US" sz="2800" kern="1200" dirty="0">
            <a:latin typeface="Times New Roman" pitchFamily="18" charset="0"/>
            <a:cs typeface="Times New Roman" pitchFamily="18" charset="0"/>
          </a:endParaRPr>
        </a:p>
      </dsp:txBody>
      <dsp:txXfrm>
        <a:off x="31527" y="31527"/>
        <a:ext cx="8776146" cy="582785"/>
      </dsp:txXfrm>
    </dsp:sp>
    <dsp:sp modelId="{72892AAC-EAF6-4F9C-8DF4-DF1C0933C38D}">
      <dsp:nvSpPr>
        <dsp:cNvPr id="0" name=""/>
        <dsp:cNvSpPr/>
      </dsp:nvSpPr>
      <dsp:spPr>
        <a:xfrm>
          <a:off x="0" y="656819"/>
          <a:ext cx="8839200" cy="5961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25400" rIns="142240" bIns="25400" numCol="1" spcCol="1270" anchor="t" anchorCtr="0">
          <a:noAutofit/>
        </a:bodyPr>
        <a:lstStyle/>
        <a:p>
          <a:pPr marL="228600" lvl="1" indent="-228600" algn="just" defTabSz="889000" rtl="0">
            <a:lnSpc>
              <a:spcPct val="100000"/>
            </a:lnSpc>
            <a:spcBef>
              <a:spcPct val="0"/>
            </a:spcBef>
            <a:spcAft>
              <a:spcPct val="20000"/>
            </a:spcAft>
            <a:buChar char="••"/>
          </a:pPr>
          <a:r>
            <a:rPr lang="en-US" sz="2000" b="0" kern="1200" dirty="0" smtClean="0">
              <a:latin typeface="Times New Roman" pitchFamily="18" charset="0"/>
              <a:cs typeface="Times New Roman" pitchFamily="18" charset="0"/>
            </a:rPr>
            <a:t>Preaching the Gospel is one of the duties and responsibility of church administers or leaders. </a:t>
          </a:r>
          <a:endParaRPr lang="en-US" sz="2000" b="0" kern="1200" dirty="0">
            <a:latin typeface="Times New Roman" pitchFamily="18" charset="0"/>
            <a:cs typeface="Times New Roman" pitchFamily="18" charset="0"/>
          </a:endParaRPr>
        </a:p>
        <a:p>
          <a:pPr marL="228600" lvl="1" indent="-228600" algn="just" defTabSz="889000" rtl="0">
            <a:lnSpc>
              <a:spcPct val="100000"/>
            </a:lnSpc>
            <a:spcBef>
              <a:spcPct val="0"/>
            </a:spcBef>
            <a:spcAft>
              <a:spcPct val="20000"/>
            </a:spcAft>
            <a:buChar char="••"/>
          </a:pPr>
          <a:r>
            <a:rPr lang="en-US" sz="2000" b="1" kern="1200" dirty="0" err="1" smtClean="0">
              <a:latin typeface="Times New Roman" pitchFamily="18" charset="0"/>
              <a:ea typeface="Ebrima" pitchFamily="2" charset="0"/>
              <a:cs typeface="Times New Roman" pitchFamily="18" charset="0"/>
            </a:rPr>
            <a:t>የማስተማር</a:t>
          </a:r>
          <a:r>
            <a:rPr lang="en-US" sz="2000" b="1" kern="1200" dirty="0" smtClean="0">
              <a:latin typeface="Times New Roman" pitchFamily="18" charset="0"/>
              <a:ea typeface="Ebrima" pitchFamily="2" charset="0"/>
              <a:cs typeface="Times New Roman" pitchFamily="18" charset="0"/>
            </a:rPr>
            <a:t>/ </a:t>
          </a:r>
          <a:r>
            <a:rPr lang="en-US" sz="2000" b="1" kern="1200" dirty="0" err="1" smtClean="0">
              <a:latin typeface="Times New Roman" pitchFamily="18" charset="0"/>
              <a:ea typeface="Ebrima" pitchFamily="2" charset="0"/>
              <a:cs typeface="Times New Roman" pitchFamily="18" charset="0"/>
            </a:rPr>
            <a:t>ሰባኪነት</a:t>
          </a:r>
          <a:r>
            <a:rPr lang="en-US" sz="2000" b="1" kern="1200" dirty="0" smtClean="0">
              <a:latin typeface="Times New Roman" pitchFamily="18" charset="0"/>
              <a:ea typeface="Ebrima" pitchFamily="2" charset="0"/>
              <a:cs typeface="Times New Roman" pitchFamily="18" charset="0"/>
            </a:rPr>
            <a:t> </a:t>
          </a:r>
          <a:r>
            <a:rPr lang="en-US" sz="2000" b="1" kern="1200" dirty="0" err="1" smtClean="0">
              <a:latin typeface="Times New Roman" pitchFamily="18" charset="0"/>
              <a:ea typeface="Ebrima" pitchFamily="2" charset="0"/>
              <a:cs typeface="Times New Roman" pitchFamily="18" charset="0"/>
            </a:rPr>
            <a:t>ተግባር</a:t>
          </a:r>
          <a:r>
            <a:rPr lang="en-US" sz="2000" b="1"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ማስተማር</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ማለት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የእግዚአብሔርን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ቃል</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ለሰው</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ልጅ</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ሁሉ</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ማሰማት</a:t>
          </a:r>
          <a:r>
            <a:rPr lang="en-US" sz="2000" kern="1200" dirty="0" smtClean="0">
              <a:latin typeface="Times New Roman" pitchFamily="18" charset="0"/>
              <a:ea typeface="Ebrima" pitchFamily="2" charset="0"/>
              <a:cs typeface="Times New Roman" pitchFamily="18" charset="0"/>
            </a:rPr>
            <a:t> ፤ </a:t>
          </a:r>
          <a:r>
            <a:rPr lang="en-US" sz="2000" kern="1200" dirty="0" err="1" smtClean="0">
              <a:latin typeface="Times New Roman" pitchFamily="18" charset="0"/>
              <a:ea typeface="Ebrima" pitchFamily="2" charset="0"/>
              <a:cs typeface="Times New Roman" pitchFamily="18" charset="0"/>
            </a:rPr>
            <a:t>ማሳወቅ</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ማስረዳት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እንዲሁም</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የሰውን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ልጅ</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ከስተቱ</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ማረም</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መቻል</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ሲሆን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ካህናትም</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በዚህ</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አገልግሎታቸው</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አስተማሪ</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ወይም</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ሰባኪ</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ይባላሉ</a:t>
          </a:r>
          <a:r>
            <a:rPr lang="en-US" sz="2000" kern="1200" dirty="0" smtClean="0">
              <a:latin typeface="Times New Roman" pitchFamily="18" charset="0"/>
              <a:ea typeface="Ebrima" pitchFamily="2" charset="0"/>
              <a:cs typeface="Times New Roman" pitchFamily="18" charset="0"/>
            </a:rPr>
            <a:t> </a:t>
          </a:r>
          <a:r>
            <a:rPr lang="en-US" sz="2000" b="1" kern="1200" dirty="0" smtClean="0">
              <a:latin typeface="Times New Roman" pitchFamily="18" charset="0"/>
              <a:ea typeface="Ebrima" pitchFamily="2" charset="0"/>
              <a:cs typeface="Times New Roman" pitchFamily="18" charset="0"/>
            </a:rPr>
            <a:t>(</a:t>
          </a:r>
          <a:r>
            <a:rPr lang="en-US" sz="2000" b="1" kern="1200" dirty="0" err="1" smtClean="0">
              <a:latin typeface="Times New Roman" pitchFamily="18" charset="0"/>
              <a:ea typeface="Ebrima" pitchFamily="2" charset="0"/>
              <a:cs typeface="Times New Roman" pitchFamily="18" charset="0"/>
            </a:rPr>
            <a:t>ማቴ</a:t>
          </a:r>
          <a:r>
            <a:rPr lang="en-US" sz="2000" b="1" kern="1200" dirty="0" smtClean="0">
              <a:latin typeface="Times New Roman" pitchFamily="18" charset="0"/>
              <a:ea typeface="Ebrima" pitchFamily="2" charset="0"/>
              <a:cs typeface="Times New Roman" pitchFamily="18" charset="0"/>
            </a:rPr>
            <a:t> 28፡19፤ 1ጢሞ 4፡12)</a:t>
          </a:r>
          <a:r>
            <a:rPr lang="en-US" sz="2000" kern="1200" dirty="0" smtClean="0">
              <a:latin typeface="Times New Roman" pitchFamily="18" charset="0"/>
              <a:ea typeface="Ebrima" pitchFamily="2" charset="0"/>
              <a:cs typeface="Times New Roman" pitchFamily="18" charset="0"/>
            </a:rPr>
            <a:t>፡፡</a:t>
          </a:r>
          <a:endParaRPr lang="en-US" sz="2000" b="0" kern="1200" dirty="0">
            <a:latin typeface="Times New Roman" pitchFamily="18" charset="0"/>
            <a:cs typeface="Times New Roman" pitchFamily="18" charset="0"/>
          </a:endParaRPr>
        </a:p>
        <a:p>
          <a:pPr marL="228600" lvl="1" indent="-228600" algn="just" defTabSz="889000" rtl="0">
            <a:lnSpc>
              <a:spcPct val="100000"/>
            </a:lnSpc>
            <a:spcBef>
              <a:spcPct val="0"/>
            </a:spcBef>
            <a:spcAft>
              <a:spcPct val="20000"/>
            </a:spcAft>
            <a:buChar char="••"/>
          </a:pPr>
          <a:r>
            <a:rPr lang="en-US" sz="2000" kern="1200" dirty="0" err="1" smtClean="0">
              <a:latin typeface="Times New Roman" pitchFamily="18" charset="0"/>
              <a:ea typeface="Ebrima" pitchFamily="2" charset="0"/>
              <a:cs typeface="Times New Roman" pitchFamily="18" charset="0"/>
            </a:rPr>
            <a:t>ካህናት</a:t>
          </a:r>
          <a:r>
            <a:rPr lang="en-US" sz="2000" b="1"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በትምህርታቸው</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ያላመነውን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ዓለም</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አስተምሮ</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ማሳመን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የአመነውን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ዓለም</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ማጽናት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የጸናውን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ዓለም</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መጠበቅ</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እንዲሁም</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በሁለት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ልብ</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የሚያነክሰውን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ዓለም</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ሚናውን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እንዲለይ</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ማድረግ</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ይጠበቅባቸዋል</a:t>
          </a:r>
          <a:r>
            <a:rPr lang="en-US" sz="2000" kern="1200" dirty="0" smtClean="0">
              <a:latin typeface="Times New Roman" pitchFamily="18" charset="0"/>
              <a:ea typeface="Ebrima" pitchFamily="2" charset="0"/>
              <a:cs typeface="Times New Roman" pitchFamily="18" charset="0"/>
            </a:rPr>
            <a:t> ፡፡</a:t>
          </a:r>
          <a:endParaRPr lang="en-US" sz="2000" b="0" kern="1200" dirty="0">
            <a:latin typeface="Times New Roman" pitchFamily="18" charset="0"/>
            <a:cs typeface="Times New Roman" pitchFamily="18" charset="0"/>
          </a:endParaRPr>
        </a:p>
        <a:p>
          <a:pPr marL="228600" lvl="1" indent="-228600" algn="just" defTabSz="889000">
            <a:lnSpc>
              <a:spcPct val="90000"/>
            </a:lnSpc>
            <a:spcBef>
              <a:spcPct val="0"/>
            </a:spcBef>
            <a:spcAft>
              <a:spcPct val="20000"/>
            </a:spcAft>
            <a:buChar char="••"/>
          </a:pPr>
          <a:r>
            <a:rPr lang="en-US" sz="2000" kern="1200" dirty="0" err="1" smtClean="0">
              <a:latin typeface="Times New Roman" pitchFamily="18" charset="0"/>
              <a:ea typeface="Ebrima" pitchFamily="2" charset="0"/>
              <a:cs typeface="Times New Roman" pitchFamily="18" charset="0"/>
            </a:rPr>
            <a:t>ካህናት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የሚያስተምሩት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ትምህርት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በመንፈስ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ቅዱስ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ኃይል</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በሕይወት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በኃላፊነት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በበቂ</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ዝግጅት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ጭምር</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የሚገለጥ</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መሆን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አለበት</a:t>
          </a:r>
          <a:r>
            <a:rPr lang="en-US" sz="2000" kern="1200" dirty="0" smtClean="0">
              <a:latin typeface="Times New Roman" pitchFamily="18" charset="0"/>
              <a:ea typeface="Ebrima" pitchFamily="2" charset="0"/>
              <a:cs typeface="Times New Roman" pitchFamily="18" charset="0"/>
            </a:rPr>
            <a:t>፡፡</a:t>
          </a:r>
          <a:endParaRPr lang="en-US" sz="2000" kern="1200" dirty="0">
            <a:latin typeface="Times New Roman" pitchFamily="18" charset="0"/>
            <a:ea typeface="Ebrima" pitchFamily="2" charset="0"/>
            <a:cs typeface="Times New Roman" pitchFamily="18" charset="0"/>
          </a:endParaRPr>
        </a:p>
        <a:p>
          <a:pPr marL="228600" lvl="1" indent="-228600" algn="just" defTabSz="889000">
            <a:lnSpc>
              <a:spcPct val="90000"/>
            </a:lnSpc>
            <a:spcBef>
              <a:spcPct val="0"/>
            </a:spcBef>
            <a:spcAft>
              <a:spcPct val="20000"/>
            </a:spcAft>
            <a:buChar char="••"/>
          </a:pPr>
          <a:r>
            <a:rPr lang="en-US" sz="2000" b="1" kern="1200" dirty="0" smtClean="0">
              <a:latin typeface="Times New Roman" pitchFamily="18" charset="0"/>
              <a:ea typeface="Ebrima" pitchFamily="2" charset="0"/>
              <a:cs typeface="Times New Roman" pitchFamily="18" charset="0"/>
            </a:rPr>
            <a:t>1ተሰ 1፡5- </a:t>
          </a:r>
          <a:r>
            <a:rPr lang="en-US" sz="2000" kern="1200" dirty="0" err="1" smtClean="0">
              <a:latin typeface="Times New Roman" pitchFamily="18" charset="0"/>
              <a:ea typeface="Ebrima" pitchFamily="2" charset="0"/>
              <a:cs typeface="Times New Roman" pitchFamily="18" charset="0"/>
            </a:rPr>
            <a:t>ወንጌላችንን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በኃይልና</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በመንፈስ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ቅዱስ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በብዙ</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መረዳትም</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እንጂ</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በቃል</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ብቻ</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ወደ</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እናንተ</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አላመጣንም</a:t>
          </a:r>
          <a:r>
            <a:rPr lang="en-US" sz="2000" kern="1200" dirty="0" smtClean="0">
              <a:latin typeface="Times New Roman" pitchFamily="18" charset="0"/>
              <a:ea typeface="Ebrima" pitchFamily="2" charset="0"/>
              <a:cs typeface="Times New Roman" pitchFamily="18" charset="0"/>
            </a:rPr>
            <a:t>፡፡ </a:t>
          </a:r>
          <a:endParaRPr lang="en-US" sz="2000" kern="1200" dirty="0">
            <a:latin typeface="Times New Roman" pitchFamily="18" charset="0"/>
            <a:ea typeface="Ebrima" pitchFamily="2" charset="0"/>
            <a:cs typeface="Times New Roman" pitchFamily="18" charset="0"/>
          </a:endParaRPr>
        </a:p>
        <a:p>
          <a:pPr marL="228600" lvl="1" indent="-228600" algn="just" defTabSz="889000">
            <a:lnSpc>
              <a:spcPct val="90000"/>
            </a:lnSpc>
            <a:spcBef>
              <a:spcPct val="0"/>
            </a:spcBef>
            <a:spcAft>
              <a:spcPct val="20000"/>
            </a:spcAft>
            <a:buChar char="••"/>
          </a:pPr>
          <a:r>
            <a:rPr lang="en-US" sz="2000" b="1" kern="1200" dirty="0" smtClean="0">
              <a:latin typeface="Times New Roman" pitchFamily="18" charset="0"/>
              <a:ea typeface="Ebrima" pitchFamily="2" charset="0"/>
              <a:cs typeface="Times New Roman" pitchFamily="18" charset="0"/>
            </a:rPr>
            <a:t>2ቆሮ 10፡11- </a:t>
          </a:r>
          <a:r>
            <a:rPr lang="en-US" sz="2000" kern="1200" dirty="0" err="1" smtClean="0">
              <a:latin typeface="Times New Roman" pitchFamily="18" charset="0"/>
              <a:ea typeface="Ebrima" pitchFamily="2" charset="0"/>
              <a:cs typeface="Times New Roman" pitchFamily="18" charset="0"/>
            </a:rPr>
            <a:t>በመልክታችን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በኩል</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በቃል</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እንዳለን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በፊቱ</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ደግሞ</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ሳለን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በሥራ</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እንዲሁ</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ነን</a:t>
          </a:r>
          <a:r>
            <a:rPr lang="en-US" sz="2000" kern="1200" dirty="0" smtClean="0">
              <a:latin typeface="Times New Roman" pitchFamily="18" charset="0"/>
              <a:ea typeface="Ebrima" pitchFamily="2" charset="0"/>
              <a:cs typeface="Times New Roman" pitchFamily="18" charset="0"/>
            </a:rPr>
            <a:t>፡፡</a:t>
          </a:r>
          <a:endParaRPr lang="en-US" sz="2000" kern="1200" dirty="0">
            <a:latin typeface="Times New Roman" pitchFamily="18" charset="0"/>
            <a:ea typeface="Ebrima" pitchFamily="2" charset="0"/>
            <a:cs typeface="Times New Roman" pitchFamily="18" charset="0"/>
          </a:endParaRPr>
        </a:p>
        <a:p>
          <a:pPr marL="228600" lvl="1" indent="-228600" algn="just" defTabSz="889000">
            <a:lnSpc>
              <a:spcPct val="90000"/>
            </a:lnSpc>
            <a:spcBef>
              <a:spcPct val="0"/>
            </a:spcBef>
            <a:spcAft>
              <a:spcPct val="20000"/>
            </a:spcAft>
            <a:buChar char="••"/>
          </a:pPr>
          <a:r>
            <a:rPr lang="en-US" sz="2000" b="1" kern="1200" dirty="0" smtClean="0">
              <a:latin typeface="Times New Roman" pitchFamily="18" charset="0"/>
              <a:ea typeface="Ebrima" pitchFamily="2" charset="0"/>
              <a:cs typeface="Times New Roman" pitchFamily="18" charset="0"/>
            </a:rPr>
            <a:t>1ጴጥ 3፡15- </a:t>
          </a:r>
          <a:r>
            <a:rPr lang="en-US" sz="2000" kern="1200" dirty="0" err="1" smtClean="0">
              <a:latin typeface="Times New Roman" pitchFamily="18" charset="0"/>
              <a:ea typeface="Ebrima" pitchFamily="2" charset="0"/>
              <a:cs typeface="Times New Roman" pitchFamily="18" charset="0"/>
            </a:rPr>
            <a:t>ለሚጠይቁን</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ሁሉ</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መልስ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ለመስጠት</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ዘወትር</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የተዘጋጃችሁ</a:t>
          </a:r>
          <a:r>
            <a:rPr lang="en-US" sz="2000" kern="1200" dirty="0" smtClean="0">
              <a:latin typeface="Times New Roman" pitchFamily="18" charset="0"/>
              <a:ea typeface="Ebrima" pitchFamily="2" charset="0"/>
              <a:cs typeface="Times New Roman" pitchFamily="18" charset="0"/>
            </a:rPr>
            <a:t> </a:t>
          </a:r>
          <a:r>
            <a:rPr lang="en-US" sz="2000" kern="1200" dirty="0" err="1" smtClean="0">
              <a:latin typeface="Times New Roman" pitchFamily="18" charset="0"/>
              <a:ea typeface="Ebrima" pitchFamily="2" charset="0"/>
              <a:cs typeface="Times New Roman" pitchFamily="18" charset="0"/>
            </a:rPr>
            <a:t>ሁኑ</a:t>
          </a:r>
          <a:r>
            <a:rPr lang="en-US" sz="2000" kern="1200" dirty="0" smtClean="0">
              <a:latin typeface="Times New Roman" pitchFamily="18" charset="0"/>
              <a:ea typeface="Ebrima" pitchFamily="2" charset="0"/>
              <a:cs typeface="Times New Roman" pitchFamily="18" charset="0"/>
            </a:rPr>
            <a:t>፡፡ </a:t>
          </a:r>
          <a:endParaRPr lang="en-US" sz="2000" kern="1200" dirty="0">
            <a:latin typeface="Times New Roman" pitchFamily="18" charset="0"/>
            <a:ea typeface="Ebrima" pitchFamily="2" charset="0"/>
            <a:cs typeface="Times New Roman" pitchFamily="18" charset="0"/>
          </a:endParaRPr>
        </a:p>
        <a:p>
          <a:pPr marL="171450" lvl="1" indent="-171450" algn="l" defTabSz="844550">
            <a:lnSpc>
              <a:spcPct val="90000"/>
            </a:lnSpc>
            <a:spcBef>
              <a:spcPct val="0"/>
            </a:spcBef>
            <a:spcAft>
              <a:spcPct val="20000"/>
            </a:spcAft>
            <a:buChar char="••"/>
          </a:pPr>
          <a:endParaRPr lang="en-US" sz="1900" kern="1200" dirty="0"/>
        </a:p>
      </dsp:txBody>
      <dsp:txXfrm>
        <a:off x="0" y="656819"/>
        <a:ext cx="8839200" cy="5961600"/>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3BC6E2-AF97-4890-8171-9D2A74186916}">
      <dsp:nvSpPr>
        <dsp:cNvPr id="0" name=""/>
        <dsp:cNvSpPr/>
      </dsp:nvSpPr>
      <dsp:spPr>
        <a:xfrm>
          <a:off x="0" y="0"/>
          <a:ext cx="8686800" cy="55557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kern="1200" dirty="0" smtClean="0">
              <a:latin typeface="Times New Roman" pitchFamily="18" charset="0"/>
              <a:cs typeface="Times New Roman" pitchFamily="18" charset="0"/>
            </a:rPr>
            <a:t>Preaching the Gospel…</a:t>
          </a:r>
          <a:endParaRPr lang="en-US" sz="2400" kern="1200" dirty="0">
            <a:latin typeface="Times New Roman" pitchFamily="18" charset="0"/>
            <a:cs typeface="Times New Roman" pitchFamily="18" charset="0"/>
          </a:endParaRPr>
        </a:p>
      </dsp:txBody>
      <dsp:txXfrm>
        <a:off x="27121" y="27121"/>
        <a:ext cx="8632558" cy="501330"/>
      </dsp:txXfrm>
    </dsp:sp>
    <dsp:sp modelId="{B80E8866-6CF2-4467-BC6D-F9B136C11F95}">
      <dsp:nvSpPr>
        <dsp:cNvPr id="0" name=""/>
        <dsp:cNvSpPr/>
      </dsp:nvSpPr>
      <dsp:spPr>
        <a:xfrm>
          <a:off x="0" y="561766"/>
          <a:ext cx="8686800" cy="6061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5806" tIns="22860" rIns="128016" bIns="22860" numCol="1" spcCol="1270" anchor="t" anchorCtr="0">
          <a:noAutofit/>
        </a:bodyPr>
        <a:lstStyle/>
        <a:p>
          <a:pPr marL="171450" lvl="1" indent="-171450" algn="just" defTabSz="800100" rtl="0">
            <a:lnSpc>
              <a:spcPct val="90000"/>
            </a:lnSpc>
            <a:spcBef>
              <a:spcPct val="0"/>
            </a:spcBef>
            <a:spcAft>
              <a:spcPct val="20000"/>
            </a:spcAft>
            <a:buChar char="••"/>
          </a:pPr>
          <a:r>
            <a:rPr lang="en-US" sz="1800" b="1" kern="1200" dirty="0" err="1" smtClean="0">
              <a:latin typeface="Ebrima" pitchFamily="2" charset="0"/>
              <a:ea typeface="Ebrima" pitchFamily="2" charset="0"/>
              <a:cs typeface="Ebrima" pitchFamily="2" charset="0"/>
            </a:rPr>
            <a:t>የመጋቢነት</a:t>
          </a:r>
          <a:r>
            <a:rPr lang="en-US" sz="1800" b="1" kern="1200" dirty="0" smtClean="0">
              <a:latin typeface="Ebrima" pitchFamily="2" charset="0"/>
              <a:ea typeface="Ebrima" pitchFamily="2" charset="0"/>
              <a:cs typeface="Ebrima" pitchFamily="2" charset="0"/>
            </a:rPr>
            <a:t> </a:t>
          </a:r>
          <a:r>
            <a:rPr lang="en-US" sz="1800" b="1" kern="1200" dirty="0" err="1" smtClean="0">
              <a:latin typeface="Ebrima" pitchFamily="2" charset="0"/>
              <a:ea typeface="Ebrima" pitchFamily="2" charset="0"/>
              <a:cs typeface="Ebrima" pitchFamily="2" charset="0"/>
            </a:rPr>
            <a:t>ተግባር</a:t>
          </a:r>
          <a:r>
            <a:rPr lang="en-US" sz="1800" b="1"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መመገብ</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ማለት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ደግሞ</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በክርስቶስ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መከራ</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ሞት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ትንሳኤ</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ለሰው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ልጅ</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ሁሉ</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የተሰጠውን</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ልጅነት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ጸጋ</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ክብር</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ለሚገባው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አካል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ማደል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ወይም</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መስጠት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ሲሆን</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ካህናት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በዚህ</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ግብራቸው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ከእግዚአብሔር</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ቀጥለው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መጋቤ</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ዓለማት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ይባላሉ</a:t>
          </a:r>
          <a:r>
            <a:rPr lang="en-US" sz="1800" kern="1200" dirty="0" smtClean="0">
              <a:latin typeface="Ebrima" pitchFamily="2" charset="0"/>
              <a:ea typeface="Ebrima" pitchFamily="2" charset="0"/>
              <a:cs typeface="Ebrima" pitchFamily="2" charset="0"/>
            </a:rPr>
            <a:t> ፡፡</a:t>
          </a:r>
          <a:endParaRPr lang="en-US" sz="1800" kern="1200" dirty="0">
            <a:latin typeface="Ebrima" pitchFamily="2" charset="0"/>
            <a:ea typeface="Ebrima" pitchFamily="2" charset="0"/>
            <a:cs typeface="Ebrima" pitchFamily="2" charset="0"/>
          </a:endParaRPr>
        </a:p>
        <a:p>
          <a:pPr marL="171450" lvl="1" indent="-171450" algn="just" defTabSz="800100" rtl="0">
            <a:lnSpc>
              <a:spcPct val="90000"/>
            </a:lnSpc>
            <a:spcBef>
              <a:spcPct val="0"/>
            </a:spcBef>
            <a:spcAft>
              <a:spcPct val="20000"/>
            </a:spcAft>
            <a:buChar char="••"/>
          </a:pPr>
          <a:r>
            <a:rPr lang="en-US" sz="1800" b="1" kern="1200" dirty="0" err="1" smtClean="0">
              <a:latin typeface="Ebrima" pitchFamily="2" charset="0"/>
              <a:ea typeface="Ebrima" pitchFamily="2" charset="0"/>
              <a:cs typeface="Ebrima" pitchFamily="2" charset="0"/>
            </a:rPr>
            <a:t>የጠባቂነት</a:t>
          </a:r>
          <a:r>
            <a:rPr lang="en-US" sz="1800" b="1" kern="1200" dirty="0" smtClean="0">
              <a:latin typeface="Ebrima" pitchFamily="2" charset="0"/>
              <a:ea typeface="Ebrima" pitchFamily="2" charset="0"/>
              <a:cs typeface="Ebrima" pitchFamily="2" charset="0"/>
            </a:rPr>
            <a:t> </a:t>
          </a:r>
          <a:r>
            <a:rPr lang="en-US" sz="1800" b="1" kern="1200" dirty="0" err="1" smtClean="0">
              <a:latin typeface="Ebrima" pitchFamily="2" charset="0"/>
              <a:ea typeface="Ebrima" pitchFamily="2" charset="0"/>
              <a:cs typeface="Ebrima" pitchFamily="2" charset="0"/>
            </a:rPr>
            <a:t>ተግባር</a:t>
          </a:r>
          <a:r>
            <a:rPr lang="en-US" sz="1800" b="1"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ጠባቂ</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ማለት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ደግሞ</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ከቀን</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ሰባሪ</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ከሌሊት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ወራሪ</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መታደግ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ወይም</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ማዳን</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ማለት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ሲሆን</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ካህናት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ምዕመናን</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ከተኩላ</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መናፍቅ</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ከክህደት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ትምህርት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ከደዌ</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ኃጢአት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ከርኩሳን</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መናፍስት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ከልዩ</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ልየ</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ፈተናዎች</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ሁሉ</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በየደረጃው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የሚጠብቁ</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በመሆናቸው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በዚህ</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ግብራቸው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ጠባቂ</a:t>
          </a:r>
          <a:r>
            <a:rPr lang="en-US" sz="1800" kern="1200" dirty="0" smtClean="0">
              <a:latin typeface="Ebrima" pitchFamily="2" charset="0"/>
              <a:ea typeface="Ebrima" pitchFamily="2" charset="0"/>
              <a:cs typeface="Ebrima" pitchFamily="2" charset="0"/>
            </a:rPr>
            <a:t>/</a:t>
          </a:r>
          <a:r>
            <a:rPr lang="en-US" sz="1800" kern="1200" dirty="0" err="1" smtClean="0">
              <a:latin typeface="Ebrima" pitchFamily="2" charset="0"/>
              <a:ea typeface="Ebrima" pitchFamily="2" charset="0"/>
              <a:cs typeface="Ebrima" pitchFamily="2" charset="0"/>
            </a:rPr>
            <a:t>ኖላዌ</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ይባላሉ</a:t>
          </a:r>
          <a:r>
            <a:rPr lang="en-US" sz="1800" kern="1200" dirty="0" smtClean="0">
              <a:latin typeface="Ebrima" pitchFamily="2" charset="0"/>
              <a:ea typeface="Ebrima" pitchFamily="2" charset="0"/>
              <a:cs typeface="Ebrima" pitchFamily="2" charset="0"/>
            </a:rPr>
            <a:t> </a:t>
          </a:r>
          <a:r>
            <a:rPr lang="en-US" sz="1800" b="1" kern="1200" dirty="0" smtClean="0">
              <a:latin typeface="Ebrima" pitchFamily="2" charset="0"/>
              <a:ea typeface="Ebrima" pitchFamily="2" charset="0"/>
              <a:cs typeface="Ebrima" pitchFamily="2" charset="0"/>
            </a:rPr>
            <a:t>(</a:t>
          </a:r>
          <a:r>
            <a:rPr lang="en-US" sz="1800" b="1" kern="1200" dirty="0" err="1" smtClean="0">
              <a:latin typeface="Ebrima" pitchFamily="2" charset="0"/>
              <a:ea typeface="Ebrima" pitchFamily="2" charset="0"/>
              <a:cs typeface="Ebrima" pitchFamily="2" charset="0"/>
            </a:rPr>
            <a:t>ዮሐ</a:t>
          </a:r>
          <a:r>
            <a:rPr lang="en-US" sz="1800" b="1" kern="1200" dirty="0" smtClean="0">
              <a:latin typeface="Ebrima" pitchFamily="2" charset="0"/>
              <a:ea typeface="Ebrima" pitchFamily="2" charset="0"/>
              <a:cs typeface="Ebrima" pitchFamily="2" charset="0"/>
            </a:rPr>
            <a:t> 21፡15)</a:t>
          </a:r>
          <a:r>
            <a:rPr lang="en-US" sz="1800" kern="1200" dirty="0" smtClean="0">
              <a:latin typeface="Ebrima" pitchFamily="2" charset="0"/>
              <a:ea typeface="Ebrima" pitchFamily="2" charset="0"/>
              <a:cs typeface="Ebrima" pitchFamily="2" charset="0"/>
            </a:rPr>
            <a:t>፡፡ </a:t>
          </a:r>
          <a:endParaRPr lang="en-US" sz="1800" kern="1200" dirty="0">
            <a:latin typeface="Ebrima" pitchFamily="2" charset="0"/>
            <a:ea typeface="Ebrima" pitchFamily="2" charset="0"/>
            <a:cs typeface="Ebrima" pitchFamily="2" charset="0"/>
          </a:endParaRPr>
        </a:p>
        <a:p>
          <a:pPr marL="171450" lvl="1" indent="-171450" algn="just" defTabSz="800100" rtl="0">
            <a:lnSpc>
              <a:spcPct val="90000"/>
            </a:lnSpc>
            <a:spcBef>
              <a:spcPct val="0"/>
            </a:spcBef>
            <a:spcAft>
              <a:spcPct val="20000"/>
            </a:spcAft>
            <a:buChar char="••"/>
          </a:pPr>
          <a:r>
            <a:rPr lang="en-US" sz="1800" b="1" kern="1200" dirty="0" err="1" smtClean="0">
              <a:latin typeface="Ebrima" pitchFamily="2" charset="0"/>
              <a:ea typeface="Ebrima" pitchFamily="2" charset="0"/>
              <a:cs typeface="Ebrima" pitchFamily="2" charset="0"/>
            </a:rPr>
            <a:t>ማቴ</a:t>
          </a:r>
          <a:r>
            <a:rPr lang="en-US" sz="1800" b="1" kern="1200" dirty="0" smtClean="0">
              <a:latin typeface="Ebrima" pitchFamily="2" charset="0"/>
              <a:ea typeface="Ebrima" pitchFamily="2" charset="0"/>
              <a:cs typeface="Ebrima" pitchFamily="2" charset="0"/>
            </a:rPr>
            <a:t> 24፡45- </a:t>
          </a:r>
          <a:r>
            <a:rPr lang="en-US" sz="1800" kern="1200" dirty="0" err="1" smtClean="0">
              <a:latin typeface="Ebrima" pitchFamily="2" charset="0"/>
              <a:ea typeface="Ebrima" pitchFamily="2" charset="0"/>
              <a:cs typeface="Ebrima" pitchFamily="2" charset="0"/>
            </a:rPr>
            <a:t>ጌታው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በቤተሰቦቹ</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ላይ</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የሾመው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ታማኝና</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ልባም</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ባሪያ</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ማን</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ነው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ጌታው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መጥቶ</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እንዲህ</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ሲያደርግ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የሚያገኘው</a:t>
          </a:r>
          <a:r>
            <a:rPr lang="en-US" sz="1800" kern="1200" dirty="0" smtClean="0">
              <a:latin typeface="Ebrima" pitchFamily="2" charset="0"/>
              <a:ea typeface="Ebrima" pitchFamily="2" charset="0"/>
              <a:cs typeface="Ebrima" pitchFamily="2" charset="0"/>
            </a:rPr>
            <a:t> ያ </a:t>
          </a:r>
          <a:r>
            <a:rPr lang="en-US" sz="1800" kern="1200" dirty="0" err="1" smtClean="0">
              <a:latin typeface="Ebrima" pitchFamily="2" charset="0"/>
              <a:ea typeface="Ebrima" pitchFamily="2" charset="0"/>
              <a:cs typeface="Ebrima" pitchFamily="2" charset="0"/>
            </a:rPr>
            <a:t>ባሪያ</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ብፁዕ</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ነው</a:t>
          </a:r>
          <a:r>
            <a:rPr lang="en-US" sz="1800" kern="1200" dirty="0" smtClean="0">
              <a:latin typeface="Ebrima" pitchFamily="2" charset="0"/>
              <a:ea typeface="Ebrima" pitchFamily="2" charset="0"/>
              <a:cs typeface="Ebrima" pitchFamily="2" charset="0"/>
            </a:rPr>
            <a:t>፡፡</a:t>
          </a:r>
          <a:endParaRPr lang="en-US" sz="1800" kern="1200" dirty="0">
            <a:latin typeface="Ebrima" pitchFamily="2" charset="0"/>
            <a:ea typeface="Ebrima" pitchFamily="2" charset="0"/>
            <a:cs typeface="Ebrima" pitchFamily="2" charset="0"/>
          </a:endParaRPr>
        </a:p>
        <a:p>
          <a:pPr marL="171450" lvl="1" indent="-171450" algn="just" defTabSz="800100" rtl="0">
            <a:lnSpc>
              <a:spcPct val="90000"/>
            </a:lnSpc>
            <a:spcBef>
              <a:spcPct val="0"/>
            </a:spcBef>
            <a:spcAft>
              <a:spcPct val="20000"/>
            </a:spcAft>
            <a:buChar char="••"/>
          </a:pPr>
          <a:r>
            <a:rPr lang="en-US" sz="1800" b="1" kern="1200" dirty="0" err="1" smtClean="0">
              <a:latin typeface="Ebrima" pitchFamily="2" charset="0"/>
              <a:ea typeface="Ebrima" pitchFamily="2" charset="0"/>
              <a:cs typeface="Ebrima" pitchFamily="2" charset="0"/>
            </a:rPr>
            <a:t>የሐስራ</a:t>
          </a:r>
          <a:r>
            <a:rPr lang="en-US" sz="1800" b="1" kern="1200" dirty="0" smtClean="0">
              <a:latin typeface="Ebrima" pitchFamily="2" charset="0"/>
              <a:ea typeface="Ebrima" pitchFamily="2" charset="0"/>
              <a:cs typeface="Ebrima" pitchFamily="2" charset="0"/>
            </a:rPr>
            <a:t> 20፡28- </a:t>
          </a:r>
          <a:r>
            <a:rPr lang="en-US" sz="1800" kern="1200" dirty="0" err="1" smtClean="0">
              <a:latin typeface="Ebrima" pitchFamily="2" charset="0"/>
              <a:ea typeface="Ebrima" pitchFamily="2" charset="0"/>
              <a:cs typeface="Ebrima" pitchFamily="2" charset="0"/>
            </a:rPr>
            <a:t>በገዛ</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ደሙ</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የዋጃትን</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የእግዚአብሔርን</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ቤተ</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ክርስቲያን</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ትጠብቁአት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ዘንድ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መንፈስ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ቅዱስ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እናንተን</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ጳጳሳት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አድርጎ</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ለሾመባት</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ለመንጋው</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ሁሉና</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ለራሳችሁ</a:t>
          </a:r>
          <a:r>
            <a:rPr lang="en-US" sz="1800" kern="1200" dirty="0" smtClean="0">
              <a:latin typeface="Ebrima" pitchFamily="2" charset="0"/>
              <a:ea typeface="Ebrima" pitchFamily="2" charset="0"/>
              <a:cs typeface="Ebrima" pitchFamily="2" charset="0"/>
            </a:rPr>
            <a:t> </a:t>
          </a:r>
          <a:r>
            <a:rPr lang="en-US" sz="1800" kern="1200" dirty="0" err="1" smtClean="0">
              <a:latin typeface="Ebrima" pitchFamily="2" charset="0"/>
              <a:ea typeface="Ebrima" pitchFamily="2" charset="0"/>
              <a:cs typeface="Ebrima" pitchFamily="2" charset="0"/>
            </a:rPr>
            <a:t>ተጠንቀቁ</a:t>
          </a:r>
          <a:r>
            <a:rPr lang="en-US" sz="1800" kern="1200" dirty="0" smtClean="0">
              <a:latin typeface="Ebrima" pitchFamily="2" charset="0"/>
              <a:ea typeface="Ebrima" pitchFamily="2" charset="0"/>
              <a:cs typeface="Ebrima" pitchFamily="2" charset="0"/>
            </a:rPr>
            <a:t>፡፡</a:t>
          </a:r>
          <a:endParaRPr lang="en-US" sz="1800" kern="1200" dirty="0">
            <a:latin typeface="Ebrima" pitchFamily="2" charset="0"/>
            <a:ea typeface="Ebrima" pitchFamily="2" charset="0"/>
            <a:cs typeface="Ebrima" pitchFamily="2" charset="0"/>
          </a:endParaRPr>
        </a:p>
        <a:p>
          <a:pPr marL="171450" lvl="1" indent="-171450" algn="just" defTabSz="800100" rtl="0">
            <a:lnSpc>
              <a:spcPct val="90000"/>
            </a:lnSpc>
            <a:spcBef>
              <a:spcPct val="0"/>
            </a:spcBef>
            <a:spcAft>
              <a:spcPct val="20000"/>
            </a:spcAft>
            <a:buChar char="••"/>
          </a:pPr>
          <a:r>
            <a:rPr lang="en-GB" sz="1800" kern="1200" dirty="0" smtClean="0">
              <a:latin typeface="Ebrima" pitchFamily="2" charset="0"/>
              <a:ea typeface="Ebrima" pitchFamily="2" charset="0"/>
              <a:cs typeface="Ebrima" pitchFamily="2" charset="0"/>
            </a:rPr>
            <a:t>The bishop is expected to preach the gospel in order to make the persons get the kingdom of God. </a:t>
          </a:r>
          <a:endParaRPr lang="en-US" sz="1800" kern="1200" dirty="0">
            <a:latin typeface="Ebrima" pitchFamily="2" charset="0"/>
            <a:ea typeface="Ebrima" pitchFamily="2" charset="0"/>
            <a:cs typeface="Ebrima" pitchFamily="2" charset="0"/>
          </a:endParaRPr>
        </a:p>
        <a:p>
          <a:pPr marL="171450" lvl="1" indent="-171450" algn="just" defTabSz="800100" rtl="0">
            <a:lnSpc>
              <a:spcPct val="90000"/>
            </a:lnSpc>
            <a:spcBef>
              <a:spcPct val="0"/>
            </a:spcBef>
            <a:spcAft>
              <a:spcPct val="20000"/>
            </a:spcAft>
            <a:buChar char="••"/>
          </a:pPr>
          <a:r>
            <a:rPr lang="en-GB" sz="1800" kern="1200" dirty="0" smtClean="0">
              <a:latin typeface="Ebrima" pitchFamily="2" charset="0"/>
              <a:ea typeface="Ebrima" pitchFamily="2" charset="0"/>
              <a:cs typeface="Ebrima" pitchFamily="2" charset="0"/>
            </a:rPr>
            <a:t>To fulfil this every bishop is assigned to a place where he is in a position to keep the truth. </a:t>
          </a:r>
          <a:endParaRPr lang="en-US" sz="1800" kern="1200" dirty="0">
            <a:latin typeface="Ebrima" pitchFamily="2" charset="0"/>
            <a:ea typeface="Ebrima" pitchFamily="2" charset="0"/>
            <a:cs typeface="Ebrima" pitchFamily="2" charset="0"/>
          </a:endParaRPr>
        </a:p>
        <a:p>
          <a:pPr marL="171450" lvl="1" indent="-171450" algn="just" defTabSz="800100" rtl="0">
            <a:lnSpc>
              <a:spcPct val="90000"/>
            </a:lnSpc>
            <a:spcBef>
              <a:spcPct val="0"/>
            </a:spcBef>
            <a:spcAft>
              <a:spcPct val="20000"/>
            </a:spcAft>
            <a:buChar char="••"/>
          </a:pPr>
          <a:r>
            <a:rPr lang="en-GB" sz="1800" kern="1200" dirty="0" smtClean="0">
              <a:latin typeface="Ebrima" pitchFamily="2" charset="0"/>
              <a:ea typeface="Ebrima" pitchFamily="2" charset="0"/>
              <a:cs typeface="Ebrima" pitchFamily="2" charset="0"/>
            </a:rPr>
            <a:t>All bishops are regarded as representative of the apostles on the earth and have the same power and dignity. </a:t>
          </a:r>
          <a:endParaRPr lang="en-US" sz="1800" kern="1200" dirty="0">
            <a:latin typeface="Ebrima" pitchFamily="2" charset="0"/>
            <a:ea typeface="Ebrima" pitchFamily="2" charset="0"/>
            <a:cs typeface="Ebrima" pitchFamily="2" charset="0"/>
          </a:endParaRPr>
        </a:p>
        <a:p>
          <a:pPr marL="171450" lvl="1" indent="-171450" algn="just" defTabSz="800100" rtl="0">
            <a:lnSpc>
              <a:spcPct val="90000"/>
            </a:lnSpc>
            <a:spcBef>
              <a:spcPct val="0"/>
            </a:spcBef>
            <a:spcAft>
              <a:spcPct val="20000"/>
            </a:spcAft>
            <a:buChar char="••"/>
          </a:pPr>
          <a:r>
            <a:rPr lang="en-GB" sz="1800" kern="1200" dirty="0" smtClean="0">
              <a:latin typeface="Ebrima" pitchFamily="2" charset="0"/>
              <a:ea typeface="Ebrima" pitchFamily="2" charset="0"/>
              <a:cs typeface="Ebrima" pitchFamily="2" charset="0"/>
            </a:rPr>
            <a:t>In case, any quarrel is created regarding the faith, which touches all or the unity of the church and threatened purity as well as the integrity of the truth discovered, must listen the voice of the whole bishops.</a:t>
          </a:r>
          <a:endParaRPr lang="en-US" sz="1800" kern="1200" dirty="0">
            <a:latin typeface="Ebrima" pitchFamily="2" charset="0"/>
            <a:ea typeface="Ebrima" pitchFamily="2" charset="0"/>
            <a:cs typeface="Ebrima" pitchFamily="2" charset="0"/>
          </a:endParaRPr>
        </a:p>
      </dsp:txBody>
      <dsp:txXfrm>
        <a:off x="0" y="561766"/>
        <a:ext cx="8686800" cy="6061438"/>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01C85C-2D87-473A-8C9C-092C94755F56}">
      <dsp:nvSpPr>
        <dsp:cNvPr id="0" name=""/>
        <dsp:cNvSpPr/>
      </dsp:nvSpPr>
      <dsp:spPr>
        <a:xfrm>
          <a:off x="0" y="0"/>
          <a:ext cx="8763000" cy="39544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GB" sz="2800" b="1" kern="1200" dirty="0" smtClean="0">
              <a:latin typeface="Times New Roman" pitchFamily="18" charset="0"/>
              <a:cs typeface="Times New Roman" pitchFamily="18" charset="0"/>
            </a:rPr>
            <a:t>3.3. Spreading Christianity</a:t>
          </a:r>
          <a:endParaRPr lang="en-US" sz="2800" kern="1200" dirty="0">
            <a:latin typeface="Times New Roman" pitchFamily="18" charset="0"/>
            <a:cs typeface="Times New Roman" pitchFamily="18" charset="0"/>
          </a:endParaRPr>
        </a:p>
      </dsp:txBody>
      <dsp:txXfrm>
        <a:off x="19304" y="19304"/>
        <a:ext cx="8724392" cy="356839"/>
      </dsp:txXfrm>
    </dsp:sp>
    <dsp:sp modelId="{87A42D73-7D3A-492F-A8A0-35D869E6A1E3}">
      <dsp:nvSpPr>
        <dsp:cNvPr id="0" name=""/>
        <dsp:cNvSpPr/>
      </dsp:nvSpPr>
      <dsp:spPr>
        <a:xfrm>
          <a:off x="0" y="417094"/>
          <a:ext cx="8763000" cy="6038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29210" rIns="163576" bIns="29210" numCol="1" spcCol="1270" anchor="t" anchorCtr="0">
          <a:noAutofit/>
        </a:bodyPr>
        <a:lstStyle/>
        <a:p>
          <a:pPr marL="228600" lvl="1" indent="-228600" algn="just" defTabSz="1022350" rtl="0">
            <a:lnSpc>
              <a:spcPct val="90000"/>
            </a:lnSpc>
            <a:spcBef>
              <a:spcPct val="0"/>
            </a:spcBef>
            <a:spcAft>
              <a:spcPct val="20000"/>
            </a:spcAft>
            <a:buChar char="••"/>
          </a:pPr>
          <a:r>
            <a:rPr lang="en-GB" sz="2300" kern="1200" dirty="0" smtClean="0">
              <a:latin typeface="Times New Roman" pitchFamily="18" charset="0"/>
              <a:ea typeface="Ebrima" pitchFamily="2" charset="0"/>
              <a:cs typeface="Times New Roman" pitchFamily="18" charset="0"/>
            </a:rPr>
            <a:t>The spreading of Christian teaching in a sense of respective/ individual is made through missionary service the church sends her teachers to the people who are not enlightened by Christianity in order to convert them to Christianity.</a:t>
          </a:r>
          <a:endParaRPr lang="en-US" sz="2300" kern="1200" dirty="0">
            <a:latin typeface="Times New Roman" pitchFamily="18" charset="0"/>
            <a:ea typeface="Ebrima" pitchFamily="2"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dirty="0" smtClean="0">
              <a:latin typeface="Times New Roman" pitchFamily="18" charset="0"/>
              <a:ea typeface="Ebrima" pitchFamily="2" charset="0"/>
              <a:cs typeface="Times New Roman" pitchFamily="18" charset="0"/>
            </a:rPr>
            <a:t>The missionary service is a divine order and through the use of it, the church has strived for bringing all human races to Christ.</a:t>
          </a:r>
          <a:endParaRPr lang="en-US" sz="2300" kern="1200" dirty="0">
            <a:latin typeface="Times New Roman" pitchFamily="18" charset="0"/>
            <a:ea typeface="Ebrima" pitchFamily="2"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dirty="0" smtClean="0">
              <a:latin typeface="Times New Roman" pitchFamily="18" charset="0"/>
              <a:ea typeface="Ebrima" pitchFamily="2" charset="0"/>
              <a:cs typeface="Times New Roman" pitchFamily="18" charset="0"/>
            </a:rPr>
            <a:t>The missionaries are in any respect dependents of the dioceses bishop and obligated in interval time to present report in detail over their activities.</a:t>
          </a:r>
          <a:endParaRPr lang="en-US" sz="2300" kern="1200" dirty="0">
            <a:latin typeface="Times New Roman" pitchFamily="18" charset="0"/>
            <a:ea typeface="Ebrima" pitchFamily="2" charset="0"/>
            <a:cs typeface="Times New Roman" pitchFamily="18" charset="0"/>
          </a:endParaRPr>
        </a:p>
        <a:p>
          <a:pPr marL="228600" lvl="1" indent="-228600" algn="just" defTabSz="1022350" rtl="0">
            <a:lnSpc>
              <a:spcPct val="90000"/>
            </a:lnSpc>
            <a:spcBef>
              <a:spcPct val="0"/>
            </a:spcBef>
            <a:spcAft>
              <a:spcPct val="20000"/>
            </a:spcAft>
            <a:buChar char="••"/>
          </a:pPr>
          <a:r>
            <a:rPr lang="en-GB" sz="2300" b="1" kern="1200" dirty="0" smtClean="0">
              <a:latin typeface="Times New Roman" pitchFamily="18" charset="0"/>
              <a:ea typeface="Ebrima" pitchFamily="2" charset="0"/>
              <a:cs typeface="Times New Roman" pitchFamily="18" charset="0"/>
            </a:rPr>
            <a:t>The laws given by the church authorities for missionary requirements are:</a:t>
          </a:r>
          <a:endParaRPr lang="en-US" sz="2300" kern="1200" dirty="0">
            <a:latin typeface="Times New Roman" pitchFamily="18" charset="0"/>
            <a:ea typeface="Ebrima" pitchFamily="2"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dirty="0" smtClean="0">
              <a:latin typeface="Times New Roman" pitchFamily="18" charset="0"/>
              <a:ea typeface="Ebrima" pitchFamily="2" charset="0"/>
              <a:cs typeface="Times New Roman" pitchFamily="18" charset="0"/>
            </a:rPr>
            <a:t>Clear and exact speech of the true Christian belief from which is recommended as a means of foundation of school for the unbelievers,</a:t>
          </a:r>
          <a:endParaRPr lang="en-US" sz="2300" kern="1200" dirty="0">
            <a:latin typeface="Times New Roman" pitchFamily="18" charset="0"/>
            <a:ea typeface="Ebrima" pitchFamily="2"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dirty="0" smtClean="0">
              <a:latin typeface="Times New Roman" pitchFamily="18" charset="0"/>
              <a:ea typeface="Ebrima" pitchFamily="2" charset="0"/>
              <a:cs typeface="Times New Roman" pitchFamily="18" charset="0"/>
            </a:rPr>
            <a:t>The influence over the heart through a kind advice and love through the justification of the belief and moral of unbelievers</a:t>
          </a:r>
          <a:endParaRPr lang="en-US" sz="2300" kern="1200" dirty="0">
            <a:latin typeface="Times New Roman" pitchFamily="18" charset="0"/>
            <a:ea typeface="Ebrima" pitchFamily="2"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dirty="0" smtClean="0">
              <a:latin typeface="Times New Roman" pitchFamily="18" charset="0"/>
              <a:ea typeface="Ebrima" pitchFamily="2" charset="0"/>
              <a:cs typeface="Times New Roman" pitchFamily="18" charset="0"/>
            </a:rPr>
            <a:t>Strengthening the relation among the convert, the church and faith relation and so on.</a:t>
          </a:r>
          <a:endParaRPr lang="en-US" sz="2300" kern="1200" dirty="0">
            <a:latin typeface="Times New Roman" pitchFamily="18" charset="0"/>
            <a:ea typeface="Ebrima" pitchFamily="2" charset="0"/>
            <a:cs typeface="Times New Roman" pitchFamily="18" charset="0"/>
          </a:endParaRPr>
        </a:p>
      </dsp:txBody>
      <dsp:txXfrm>
        <a:off x="0" y="417094"/>
        <a:ext cx="8763000" cy="6038257"/>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175875-7B46-44ED-A5A6-41DE14CA3E3C}">
      <dsp:nvSpPr>
        <dsp:cNvPr id="0" name=""/>
        <dsp:cNvSpPr/>
      </dsp:nvSpPr>
      <dsp:spPr>
        <a:xfrm>
          <a:off x="0" y="0"/>
          <a:ext cx="8763000" cy="725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l" defTabSz="1377950" rtl="0">
            <a:lnSpc>
              <a:spcPct val="90000"/>
            </a:lnSpc>
            <a:spcBef>
              <a:spcPct val="0"/>
            </a:spcBef>
            <a:spcAft>
              <a:spcPct val="35000"/>
            </a:spcAft>
          </a:pPr>
          <a:r>
            <a:rPr lang="en-GB" sz="3100" b="1" kern="1200" dirty="0" smtClean="0">
              <a:latin typeface="Times New Roman" pitchFamily="18" charset="0"/>
              <a:cs typeface="Times New Roman" pitchFamily="18" charset="0"/>
            </a:rPr>
            <a:t>Spreading Christianity…</a:t>
          </a:r>
          <a:endParaRPr lang="en-US" sz="3100" kern="1200" dirty="0">
            <a:latin typeface="Times New Roman" pitchFamily="18" charset="0"/>
            <a:cs typeface="Times New Roman" pitchFamily="18" charset="0"/>
          </a:endParaRPr>
        </a:p>
      </dsp:txBody>
      <dsp:txXfrm>
        <a:off x="35411" y="35411"/>
        <a:ext cx="8692178" cy="654577"/>
      </dsp:txXfrm>
    </dsp:sp>
    <dsp:sp modelId="{BFEFCD57-58DD-4095-9681-7FED285BB9C4}">
      <dsp:nvSpPr>
        <dsp:cNvPr id="0" name=""/>
        <dsp:cNvSpPr/>
      </dsp:nvSpPr>
      <dsp:spPr>
        <a:xfrm>
          <a:off x="0" y="801598"/>
          <a:ext cx="8763000" cy="56754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39370" rIns="220472" bIns="39370" numCol="1" spcCol="1270" anchor="t" anchorCtr="0">
          <a:noAutofit/>
        </a:bodyPr>
        <a:lstStyle/>
        <a:p>
          <a:pPr marL="228600" lvl="1" indent="-228600" algn="just" defTabSz="1066800" rtl="0">
            <a:lnSpc>
              <a:spcPct val="90000"/>
            </a:lnSpc>
            <a:spcBef>
              <a:spcPct val="0"/>
            </a:spcBef>
            <a:spcAft>
              <a:spcPct val="20000"/>
            </a:spcAft>
            <a:buChar char="••"/>
          </a:pPr>
          <a:r>
            <a:rPr lang="en-GB" sz="2400" kern="1200" dirty="0" smtClean="0">
              <a:latin typeface="Times New Roman" pitchFamily="18" charset="0"/>
              <a:cs typeface="Times New Roman" pitchFamily="18" charset="0"/>
            </a:rPr>
            <a:t>Only the bishops have complete rights in the church for preaching without the permission of the bishop nobody can preach in the church.</a:t>
          </a:r>
          <a:endParaRPr lang="en-US" sz="2400" kern="1200" dirty="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GB" sz="2400" kern="1200" dirty="0" smtClean="0">
              <a:latin typeface="Times New Roman" pitchFamily="18" charset="0"/>
              <a:cs typeface="Times New Roman" pitchFamily="18" charset="0"/>
            </a:rPr>
            <a:t>Strengthening and spreading pure Christian teaching is used to make a catechumen one of the member of orthodox church.</a:t>
          </a:r>
          <a:endParaRPr lang="en-US" sz="2400" kern="1200" dirty="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GB" sz="2400" kern="1200" dirty="0" smtClean="0">
              <a:latin typeface="Times New Roman" pitchFamily="18" charset="0"/>
              <a:cs typeface="Times New Roman" pitchFamily="18" charset="0"/>
            </a:rPr>
            <a:t>In the oldest canons of the Oriental church, it is said that the bishop or the priest who neglects the clergy and the people and does not teach on Sunday in devotion is to be deposed. </a:t>
          </a:r>
          <a:endParaRPr lang="en-US" sz="2400" kern="1200" dirty="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GB" sz="2400" kern="1200" dirty="0" smtClean="0">
              <a:latin typeface="Times New Roman" pitchFamily="18" charset="0"/>
              <a:cs typeface="Times New Roman" pitchFamily="18" charset="0"/>
            </a:rPr>
            <a:t>In the earlier period of the church, baptism was preceded/ headed by the instruction about the fundamental truth of the belief and lasted till when it is proved by the respective priest. </a:t>
          </a:r>
          <a:endParaRPr lang="en-US" sz="2400" kern="1200" dirty="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GB" sz="2400" kern="1200" dirty="0" smtClean="0">
              <a:latin typeface="Times New Roman" pitchFamily="18" charset="0"/>
              <a:cs typeface="Times New Roman" pitchFamily="18" charset="0"/>
            </a:rPr>
            <a:t>Later on when baptism is implemented for children the responsibility  is transferred for God-father and Mother. </a:t>
          </a:r>
          <a:endParaRPr lang="en-US" sz="2400" kern="1200" dirty="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GB" sz="2400" kern="1200" dirty="0" smtClean="0">
              <a:latin typeface="Times New Roman" pitchFamily="18" charset="0"/>
              <a:cs typeface="Times New Roman" pitchFamily="18" charset="0"/>
            </a:rPr>
            <a:t>Nowadays, this system is exercised in a way such that the priest gathers the laities in certain time in his parish and will explain to them fundamental belief.</a:t>
          </a:r>
          <a:endParaRPr lang="en-US" sz="2400" kern="1200" dirty="0">
            <a:latin typeface="Times New Roman" pitchFamily="18" charset="0"/>
            <a:cs typeface="Times New Roman" pitchFamily="18" charset="0"/>
          </a:endParaRPr>
        </a:p>
      </dsp:txBody>
      <dsp:txXfrm>
        <a:off x="0" y="801598"/>
        <a:ext cx="8763000" cy="5675403"/>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C0ECCE-9B4D-4246-B13F-7A050CD82E9F}">
      <dsp:nvSpPr>
        <dsp:cNvPr id="0" name=""/>
        <dsp:cNvSpPr/>
      </dsp:nvSpPr>
      <dsp:spPr>
        <a:xfrm>
          <a:off x="0" y="89789"/>
          <a:ext cx="8781288"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lvl="0" algn="l" defTabSz="1466850" rtl="0">
            <a:lnSpc>
              <a:spcPct val="90000"/>
            </a:lnSpc>
            <a:spcBef>
              <a:spcPct val="0"/>
            </a:spcBef>
            <a:spcAft>
              <a:spcPct val="35000"/>
            </a:spcAft>
          </a:pPr>
          <a:r>
            <a:rPr lang="en-US" sz="3300" b="1" kern="1200" dirty="0" smtClean="0">
              <a:latin typeface="Times New Roman" pitchFamily="18" charset="0"/>
              <a:cs typeface="Times New Roman" pitchFamily="18" charset="0"/>
            </a:rPr>
            <a:t>3.4. Administering Sacred Things</a:t>
          </a:r>
          <a:endParaRPr lang="en-US" sz="3300" kern="1200" dirty="0">
            <a:latin typeface="Times New Roman" pitchFamily="18" charset="0"/>
            <a:cs typeface="Times New Roman" pitchFamily="18" charset="0"/>
          </a:endParaRPr>
        </a:p>
      </dsp:txBody>
      <dsp:txXfrm>
        <a:off x="37696" y="127485"/>
        <a:ext cx="8705896" cy="696808"/>
      </dsp:txXfrm>
    </dsp:sp>
    <dsp:sp modelId="{5160C2B0-AC11-47FD-B5C1-2E6C90AD1BA1}">
      <dsp:nvSpPr>
        <dsp:cNvPr id="0" name=""/>
        <dsp:cNvSpPr/>
      </dsp:nvSpPr>
      <dsp:spPr>
        <a:xfrm>
          <a:off x="0" y="861989"/>
          <a:ext cx="8781288" cy="5601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806" tIns="41910" rIns="234696" bIns="41910" numCol="1" spcCol="1270" anchor="t" anchorCtr="0">
          <a:noAutofit/>
        </a:bodyPr>
        <a:lstStyle/>
        <a:p>
          <a:pPr marL="228600" lvl="1" indent="-228600" algn="just" defTabSz="1155700" rtl="0">
            <a:lnSpc>
              <a:spcPct val="90000"/>
            </a:lnSpc>
            <a:spcBef>
              <a:spcPct val="0"/>
            </a:spcBef>
            <a:spcAft>
              <a:spcPts val="0"/>
            </a:spcAft>
            <a:buChar char="••"/>
          </a:pPr>
          <a:r>
            <a:rPr lang="en-US" sz="2600" kern="1200" dirty="0" smtClean="0">
              <a:latin typeface="Times New Roman" pitchFamily="18" charset="0"/>
              <a:cs typeface="Times New Roman" pitchFamily="18" charset="0"/>
            </a:rPr>
            <a:t>Something sacred is Holy, devoted to a religious ceremony or simply worthy of respect like Holy place, Holy Vessels, Hymen, Icons, Cross ….etc. </a:t>
          </a:r>
          <a:endParaRPr lang="en-US" sz="2600" kern="1200" dirty="0">
            <a:latin typeface="Times New Roman" pitchFamily="18" charset="0"/>
            <a:cs typeface="Times New Roman" pitchFamily="18" charset="0"/>
          </a:endParaRPr>
        </a:p>
        <a:p>
          <a:pPr marL="228600" lvl="1" indent="-228600" algn="just" defTabSz="1155700" rtl="0">
            <a:lnSpc>
              <a:spcPct val="90000"/>
            </a:lnSpc>
            <a:spcBef>
              <a:spcPct val="0"/>
            </a:spcBef>
            <a:spcAft>
              <a:spcPts val="0"/>
            </a:spcAft>
            <a:buChar char="••"/>
          </a:pPr>
          <a:r>
            <a:rPr lang="en-GB" sz="2600" kern="1200" dirty="0" smtClean="0">
              <a:latin typeface="Times New Roman" pitchFamily="18" charset="0"/>
              <a:cs typeface="Times New Roman" pitchFamily="18" charset="0"/>
            </a:rPr>
            <a:t>The canons of ecumenical synod give us evidence that the church was very attentive for keeping strictly the old rule of the divine service and condemn any change.</a:t>
          </a:r>
          <a:endParaRPr lang="en-US" sz="2600" kern="1200" dirty="0">
            <a:latin typeface="Times New Roman" pitchFamily="18" charset="0"/>
            <a:cs typeface="Times New Roman" pitchFamily="18" charset="0"/>
          </a:endParaRPr>
        </a:p>
        <a:p>
          <a:pPr marL="228600" lvl="1" indent="-228600" algn="just" defTabSz="1155700" rtl="0">
            <a:lnSpc>
              <a:spcPct val="90000"/>
            </a:lnSpc>
            <a:spcBef>
              <a:spcPct val="0"/>
            </a:spcBef>
            <a:spcAft>
              <a:spcPts val="0"/>
            </a:spcAft>
            <a:buChar char="••"/>
          </a:pPr>
          <a:r>
            <a:rPr lang="en-GB" sz="2600" kern="1200" dirty="0" smtClean="0">
              <a:latin typeface="Times New Roman" pitchFamily="18" charset="0"/>
              <a:cs typeface="Times New Roman" pitchFamily="18" charset="0"/>
            </a:rPr>
            <a:t>Besides the exact observation of the rules mentioned, sacred things must be implemented according to the order of the church with the fear of God; they must be performed publicly in the church and not in particular houses except in the case of jurisdiction.</a:t>
          </a:r>
          <a:endParaRPr lang="en-US" sz="2600" kern="1200" dirty="0">
            <a:latin typeface="Times New Roman" pitchFamily="18" charset="0"/>
            <a:cs typeface="Times New Roman" pitchFamily="18" charset="0"/>
          </a:endParaRPr>
        </a:p>
        <a:p>
          <a:pPr marL="228600" lvl="1" indent="-228600" algn="just" defTabSz="1155700" rtl="0">
            <a:lnSpc>
              <a:spcPct val="90000"/>
            </a:lnSpc>
            <a:spcBef>
              <a:spcPct val="0"/>
            </a:spcBef>
            <a:spcAft>
              <a:spcPts val="0"/>
            </a:spcAft>
            <a:buChar char="••"/>
          </a:pPr>
          <a:r>
            <a:rPr lang="en-GB" sz="2600" kern="1200" dirty="0" smtClean="0">
              <a:latin typeface="Times New Roman" pitchFamily="18" charset="0"/>
              <a:cs typeface="Times New Roman" pitchFamily="18" charset="0"/>
            </a:rPr>
            <a:t>Participating public divine service on Sunday and holydays is compulsory to all believers; the church condemns those who neglect it. </a:t>
          </a:r>
          <a:endParaRPr lang="en-US" sz="2600" kern="1200" dirty="0">
            <a:latin typeface="Times New Roman" pitchFamily="18" charset="0"/>
            <a:cs typeface="Times New Roman" pitchFamily="18" charset="0"/>
          </a:endParaRPr>
        </a:p>
        <a:p>
          <a:pPr marL="228600" lvl="1" indent="-228600" algn="just" defTabSz="1155700" rtl="0">
            <a:lnSpc>
              <a:spcPct val="90000"/>
            </a:lnSpc>
            <a:spcBef>
              <a:spcPct val="0"/>
            </a:spcBef>
            <a:spcAft>
              <a:spcPts val="0"/>
            </a:spcAft>
            <a:buChar char="••"/>
          </a:pPr>
          <a:r>
            <a:rPr lang="en-GB" sz="2600" kern="1200" dirty="0" smtClean="0">
              <a:latin typeface="Times New Roman" pitchFamily="18" charset="0"/>
              <a:cs typeface="Times New Roman" pitchFamily="18" charset="0"/>
            </a:rPr>
            <a:t>The church does not allow the participation of the believers for prayers and sacred rituals with non-Orthodox. </a:t>
          </a:r>
          <a:endParaRPr lang="en-US" sz="2600" kern="1200" dirty="0">
            <a:latin typeface="Times New Roman" pitchFamily="18" charset="0"/>
            <a:cs typeface="Times New Roman" pitchFamily="18" charset="0"/>
          </a:endParaRPr>
        </a:p>
      </dsp:txBody>
      <dsp:txXfrm>
        <a:off x="0" y="861989"/>
        <a:ext cx="8781288" cy="5601420"/>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8CD4D4-9306-430C-A05E-D04B0B914AE1}">
      <dsp:nvSpPr>
        <dsp:cNvPr id="0" name=""/>
        <dsp:cNvSpPr/>
      </dsp:nvSpPr>
      <dsp:spPr>
        <a:xfrm>
          <a:off x="0" y="65459"/>
          <a:ext cx="8763000" cy="608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rtl="0">
            <a:lnSpc>
              <a:spcPct val="90000"/>
            </a:lnSpc>
            <a:spcBef>
              <a:spcPct val="0"/>
            </a:spcBef>
            <a:spcAft>
              <a:spcPct val="35000"/>
            </a:spcAft>
          </a:pPr>
          <a:r>
            <a:rPr lang="en-US" sz="2600" b="1" kern="1200" dirty="0" smtClean="0">
              <a:latin typeface="Times New Roman" pitchFamily="18" charset="0"/>
              <a:cs typeface="Times New Roman" pitchFamily="18" charset="0"/>
            </a:rPr>
            <a:t>A. By whom the sacred things are Administered</a:t>
          </a:r>
          <a:endParaRPr lang="en-US" sz="2600" kern="1200" dirty="0">
            <a:latin typeface="Times New Roman" pitchFamily="18" charset="0"/>
            <a:cs typeface="Times New Roman" pitchFamily="18" charset="0"/>
          </a:endParaRPr>
        </a:p>
      </dsp:txBody>
      <dsp:txXfrm>
        <a:off x="29700" y="95159"/>
        <a:ext cx="8703600" cy="549000"/>
      </dsp:txXfrm>
    </dsp:sp>
    <dsp:sp modelId="{4EC8AAE1-86F4-497D-83F3-17B8B93246F2}">
      <dsp:nvSpPr>
        <dsp:cNvPr id="0" name=""/>
        <dsp:cNvSpPr/>
      </dsp:nvSpPr>
      <dsp:spPr>
        <a:xfrm>
          <a:off x="0" y="673859"/>
          <a:ext cx="8763000" cy="172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33020" rIns="184912" bIns="33020" numCol="1" spcCol="1270" anchor="t" anchorCtr="0">
          <a:noAutofit/>
        </a:bodyPr>
        <a:lstStyle/>
        <a:p>
          <a:pPr marL="228600" lvl="1" indent="-228600" algn="just" defTabSz="889000" rtl="0">
            <a:lnSpc>
              <a:spcPct val="90000"/>
            </a:lnSpc>
            <a:spcBef>
              <a:spcPct val="0"/>
            </a:spcBef>
            <a:spcAft>
              <a:spcPct val="20000"/>
            </a:spcAft>
            <a:buChar char="••"/>
          </a:pPr>
          <a:r>
            <a:rPr lang="en-GB" sz="2000" b="0" kern="1200" dirty="0" smtClean="0">
              <a:latin typeface="Times New Roman" pitchFamily="18" charset="0"/>
              <a:cs typeface="Times New Roman" pitchFamily="18" charset="0"/>
            </a:rPr>
            <a:t>The organs for implementation of sacred things are obliged to watch for whom the priest should instruct them first, otherwise it is forbidden to perform the sacraments for these who do not know the fundamental truth of the belief.</a:t>
          </a:r>
          <a:r>
            <a:rPr lang="en-US" sz="2000" b="0" kern="1200" dirty="0" smtClean="0">
              <a:latin typeface="Times New Roman" pitchFamily="18" charset="0"/>
              <a:cs typeface="Times New Roman" pitchFamily="18" charset="0"/>
            </a:rPr>
            <a:t> </a:t>
          </a:r>
          <a:endParaRPr lang="en-US" sz="2000" b="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b="0" kern="1200" dirty="0" smtClean="0">
              <a:latin typeface="Times New Roman" pitchFamily="18" charset="0"/>
              <a:cs typeface="Times New Roman" pitchFamily="18" charset="0"/>
            </a:rPr>
            <a:t>The priest or the bishop at least convokes (call for a meeting) the Holy Ghost using a certain formula through which the priest performs the sacrament with spiritual power. </a:t>
          </a:r>
          <a:endParaRPr lang="en-US" sz="2000" b="0" kern="1200" dirty="0">
            <a:latin typeface="Times New Roman" pitchFamily="18" charset="0"/>
            <a:cs typeface="Times New Roman" pitchFamily="18" charset="0"/>
          </a:endParaRPr>
        </a:p>
      </dsp:txBody>
      <dsp:txXfrm>
        <a:off x="0" y="673859"/>
        <a:ext cx="8763000" cy="1722240"/>
      </dsp:txXfrm>
    </dsp:sp>
    <dsp:sp modelId="{C98F1B67-AFB4-42FD-BFBE-232EAAF58F58}">
      <dsp:nvSpPr>
        <dsp:cNvPr id="0" name=""/>
        <dsp:cNvSpPr/>
      </dsp:nvSpPr>
      <dsp:spPr>
        <a:xfrm>
          <a:off x="0" y="2396099"/>
          <a:ext cx="8763000" cy="608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just" defTabSz="1155700" rtl="0">
            <a:lnSpc>
              <a:spcPct val="90000"/>
            </a:lnSpc>
            <a:spcBef>
              <a:spcPct val="0"/>
            </a:spcBef>
            <a:spcAft>
              <a:spcPct val="35000"/>
            </a:spcAft>
          </a:pPr>
          <a:r>
            <a:rPr lang="en-US" sz="2600" b="1" kern="1200" dirty="0" smtClean="0">
              <a:latin typeface="Times New Roman" pitchFamily="18" charset="0"/>
              <a:cs typeface="Times New Roman" pitchFamily="18" charset="0"/>
            </a:rPr>
            <a:t>B. How the sacred things are performed:</a:t>
          </a:r>
          <a:endParaRPr lang="en-US" sz="2600" kern="1200" dirty="0">
            <a:latin typeface="Times New Roman" pitchFamily="18" charset="0"/>
            <a:cs typeface="Times New Roman" pitchFamily="18" charset="0"/>
          </a:endParaRPr>
        </a:p>
      </dsp:txBody>
      <dsp:txXfrm>
        <a:off x="29700" y="2425799"/>
        <a:ext cx="8703600" cy="549000"/>
      </dsp:txXfrm>
    </dsp:sp>
    <dsp:sp modelId="{E943514B-13F4-4CE4-963F-1B5C5C851F8F}">
      <dsp:nvSpPr>
        <dsp:cNvPr id="0" name=""/>
        <dsp:cNvSpPr/>
      </dsp:nvSpPr>
      <dsp:spPr>
        <a:xfrm>
          <a:off x="0" y="3004500"/>
          <a:ext cx="8763000" cy="1883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33020" rIns="184912" bIns="33020" numCol="1" spcCol="1270" anchor="t" anchorCtr="0">
          <a:noAutofit/>
        </a:bodyPr>
        <a:lstStyle/>
        <a:p>
          <a:pPr marL="228600" lvl="1" indent="-228600" algn="just"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The sacred things can be performed:</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Through bringing things in to the Tamable of God </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Through praying </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US" sz="2000" kern="1200" smtClean="0">
              <a:latin typeface="Times New Roman" pitchFamily="18" charset="0"/>
              <a:cs typeface="Times New Roman" pitchFamily="18" charset="0"/>
            </a:rPr>
            <a:t>Through Blessing</a:t>
          </a:r>
          <a:endParaRPr lang="en-US" sz="2000" kern="120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kern="1200" dirty="0" smtClean="0">
              <a:latin typeface="Times New Roman" pitchFamily="18" charset="0"/>
              <a:cs typeface="Times New Roman" pitchFamily="18" charset="0"/>
            </a:rPr>
            <a:t>Through the use of different prayers conducted by the bishops or priests according to certain ritual.</a:t>
          </a:r>
          <a:endParaRPr lang="en-US" sz="2000" kern="1200" dirty="0">
            <a:latin typeface="Times New Roman" pitchFamily="18" charset="0"/>
            <a:cs typeface="Times New Roman" pitchFamily="18" charset="0"/>
          </a:endParaRPr>
        </a:p>
      </dsp:txBody>
      <dsp:txXfrm>
        <a:off x="0" y="3004500"/>
        <a:ext cx="8763000" cy="1883700"/>
      </dsp:txXfrm>
    </dsp:sp>
    <dsp:sp modelId="{EE2B04C8-A11C-4721-818E-D79A711CC5EA}">
      <dsp:nvSpPr>
        <dsp:cNvPr id="0" name=""/>
        <dsp:cNvSpPr/>
      </dsp:nvSpPr>
      <dsp:spPr>
        <a:xfrm>
          <a:off x="0" y="4888200"/>
          <a:ext cx="8763000" cy="608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just" defTabSz="1155700" rtl="0">
            <a:lnSpc>
              <a:spcPct val="90000"/>
            </a:lnSpc>
            <a:spcBef>
              <a:spcPct val="0"/>
            </a:spcBef>
            <a:spcAft>
              <a:spcPct val="35000"/>
            </a:spcAft>
          </a:pPr>
          <a:r>
            <a:rPr lang="en-US" sz="2600" b="1" kern="1200" dirty="0" smtClean="0">
              <a:latin typeface="Times New Roman" pitchFamily="18" charset="0"/>
              <a:cs typeface="Times New Roman" pitchFamily="18" charset="0"/>
            </a:rPr>
            <a:t>C. Where the sacred things are performed</a:t>
          </a:r>
          <a:endParaRPr lang="en-US" sz="2600" kern="1200" dirty="0">
            <a:latin typeface="Times New Roman" pitchFamily="18" charset="0"/>
            <a:cs typeface="Times New Roman" pitchFamily="18" charset="0"/>
          </a:endParaRPr>
        </a:p>
      </dsp:txBody>
      <dsp:txXfrm>
        <a:off x="29700" y="4917900"/>
        <a:ext cx="8703600" cy="549000"/>
      </dsp:txXfrm>
    </dsp:sp>
    <dsp:sp modelId="{2503B153-A33C-42F6-A88C-62CCCD2DB4B8}">
      <dsp:nvSpPr>
        <dsp:cNvPr id="0" name=""/>
        <dsp:cNvSpPr/>
      </dsp:nvSpPr>
      <dsp:spPr>
        <a:xfrm>
          <a:off x="0" y="5496600"/>
          <a:ext cx="8763000" cy="914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33020" rIns="184912" bIns="33020" numCol="1" spcCol="1270" anchor="t" anchorCtr="0">
          <a:noAutofit/>
        </a:bodyPr>
        <a:lstStyle/>
        <a:p>
          <a:pPr marL="228600" lvl="1" indent="-228600" algn="just" defTabSz="889000" rtl="0">
            <a:lnSpc>
              <a:spcPct val="90000"/>
            </a:lnSpc>
            <a:spcBef>
              <a:spcPct val="0"/>
            </a:spcBef>
            <a:spcAft>
              <a:spcPct val="20000"/>
            </a:spcAft>
            <a:buChar char="••"/>
          </a:pPr>
          <a:r>
            <a:rPr lang="en-GB" sz="2000" kern="1200" dirty="0" smtClean="0">
              <a:latin typeface="Times New Roman" pitchFamily="18" charset="0"/>
              <a:cs typeface="Times New Roman" pitchFamily="18" charset="0"/>
            </a:rPr>
            <a:t>The church is a place where the great priest brings sacrifice to God for the salvation of human soul.</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kern="1200" dirty="0" smtClean="0">
              <a:latin typeface="Times New Roman" pitchFamily="18" charset="0"/>
              <a:cs typeface="Times New Roman" pitchFamily="18" charset="0"/>
            </a:rPr>
            <a:t>The sacrifice is performed then and now at all times in the church. </a:t>
          </a:r>
          <a:endParaRPr lang="en-US" sz="2000" kern="1200" dirty="0">
            <a:latin typeface="Times New Roman" pitchFamily="18" charset="0"/>
            <a:cs typeface="Times New Roman" pitchFamily="18" charset="0"/>
          </a:endParaRPr>
        </a:p>
      </dsp:txBody>
      <dsp:txXfrm>
        <a:off x="0" y="5496600"/>
        <a:ext cx="8763000" cy="91494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12E8C-0051-4633-87B0-67CDF892252B}">
      <dsp:nvSpPr>
        <dsp:cNvPr id="0" name=""/>
        <dsp:cNvSpPr/>
      </dsp:nvSpPr>
      <dsp:spPr>
        <a:xfrm>
          <a:off x="0" y="13589"/>
          <a:ext cx="8839200"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lvl="0" algn="just" defTabSz="1466850" rtl="0">
            <a:lnSpc>
              <a:spcPct val="90000"/>
            </a:lnSpc>
            <a:spcBef>
              <a:spcPct val="0"/>
            </a:spcBef>
            <a:spcAft>
              <a:spcPct val="35000"/>
            </a:spcAft>
          </a:pPr>
          <a:r>
            <a:rPr lang="en-US" sz="3300" b="1" kern="1200" dirty="0" smtClean="0">
              <a:latin typeface="Times New Roman" pitchFamily="18" charset="0"/>
              <a:cs typeface="Times New Roman" pitchFamily="18" charset="0"/>
            </a:rPr>
            <a:t>D. The Rites of the Seven sacraments </a:t>
          </a:r>
          <a:endParaRPr lang="en-US" sz="3300" kern="1200" dirty="0">
            <a:latin typeface="Times New Roman" pitchFamily="18" charset="0"/>
            <a:cs typeface="Times New Roman" pitchFamily="18" charset="0"/>
          </a:endParaRPr>
        </a:p>
      </dsp:txBody>
      <dsp:txXfrm>
        <a:off x="37696" y="51285"/>
        <a:ext cx="8763808" cy="696808"/>
      </dsp:txXfrm>
    </dsp:sp>
    <dsp:sp modelId="{069B5C7F-62D5-4306-96CA-E42FC0AE51B2}">
      <dsp:nvSpPr>
        <dsp:cNvPr id="0" name=""/>
        <dsp:cNvSpPr/>
      </dsp:nvSpPr>
      <dsp:spPr>
        <a:xfrm>
          <a:off x="0" y="785790"/>
          <a:ext cx="8839200" cy="5601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41910" rIns="234696" bIns="41910" numCol="1" spcCol="1270" anchor="t" anchorCtr="0">
          <a:noAutofit/>
        </a:bodyPr>
        <a:lstStyle/>
        <a:p>
          <a:pPr marL="228600" lvl="1" indent="-228600" algn="just" defTabSz="1155700" rtl="0">
            <a:lnSpc>
              <a:spcPct val="90000"/>
            </a:lnSpc>
            <a:spcBef>
              <a:spcPct val="0"/>
            </a:spcBef>
            <a:spcAft>
              <a:spcPct val="20000"/>
            </a:spcAft>
            <a:buChar char="••"/>
          </a:pPr>
          <a:r>
            <a:rPr lang="en-GB" sz="2600" kern="1200" dirty="0" smtClean="0">
              <a:latin typeface="Times New Roman" pitchFamily="18" charset="0"/>
              <a:cs typeface="Times New Roman" pitchFamily="18" charset="0"/>
            </a:rPr>
            <a:t>It is the great sacrament from which all sacred things which exists today in the Oriental Orthodox Church developed.</a:t>
          </a:r>
          <a:endParaRPr lang="en-US" sz="2600" kern="1200" dirty="0">
            <a:latin typeface="Times New Roman" pitchFamily="18" charset="0"/>
            <a:cs typeface="Times New Roman" pitchFamily="18" charset="0"/>
          </a:endParaRPr>
        </a:p>
        <a:p>
          <a:pPr marL="228600" lvl="1" indent="-228600" algn="just" defTabSz="1155700" rtl="0">
            <a:lnSpc>
              <a:spcPct val="90000"/>
            </a:lnSpc>
            <a:spcBef>
              <a:spcPct val="0"/>
            </a:spcBef>
            <a:spcAft>
              <a:spcPct val="20000"/>
            </a:spcAft>
            <a:buChar char="••"/>
          </a:pPr>
          <a:r>
            <a:rPr lang="en-GB" sz="2600" kern="1200" dirty="0" smtClean="0">
              <a:latin typeface="Times New Roman" pitchFamily="18" charset="0"/>
              <a:cs typeface="Times New Roman" pitchFamily="18" charset="0"/>
            </a:rPr>
            <a:t>Some of them were decided even by the founder of the church (Christ) for the transmission of the divine grace, while others were instituted by the church in the course of time on the basis of the power given to her in order to be holy in her and the blessing of God.</a:t>
          </a:r>
          <a:endParaRPr lang="en-US" sz="2600" kern="1200" dirty="0">
            <a:latin typeface="Times New Roman" pitchFamily="18" charset="0"/>
            <a:cs typeface="Times New Roman" pitchFamily="18" charset="0"/>
          </a:endParaRPr>
        </a:p>
        <a:p>
          <a:pPr marL="228600" lvl="1" indent="-228600" algn="just" defTabSz="1155700" rtl="0">
            <a:lnSpc>
              <a:spcPct val="90000"/>
            </a:lnSpc>
            <a:spcBef>
              <a:spcPct val="0"/>
            </a:spcBef>
            <a:spcAft>
              <a:spcPct val="20000"/>
            </a:spcAft>
            <a:buChar char="••"/>
          </a:pPr>
          <a:r>
            <a:rPr lang="en-GB" sz="2600" kern="1200" dirty="0" smtClean="0">
              <a:latin typeface="Times New Roman" pitchFamily="18" charset="0"/>
              <a:cs typeface="Times New Roman" pitchFamily="18" charset="0"/>
            </a:rPr>
            <a:t>There are seven sacraments: namely baptism, myrrh (anointing), Eucharist, repentance, ordination, marriage and anointing. For a regular performance of any sacraments, it is necessary to have adequate material. </a:t>
          </a:r>
          <a:endParaRPr lang="en-US" sz="2600" kern="1200" dirty="0">
            <a:latin typeface="Times New Roman" pitchFamily="18" charset="0"/>
            <a:cs typeface="Times New Roman" pitchFamily="18" charset="0"/>
          </a:endParaRPr>
        </a:p>
        <a:p>
          <a:pPr marL="228600" lvl="1" indent="-228600" algn="just" defTabSz="1155700" rtl="0">
            <a:lnSpc>
              <a:spcPct val="90000"/>
            </a:lnSpc>
            <a:spcBef>
              <a:spcPct val="0"/>
            </a:spcBef>
            <a:spcAft>
              <a:spcPct val="20000"/>
            </a:spcAft>
            <a:buChar char="••"/>
          </a:pPr>
          <a:r>
            <a:rPr lang="en-GB" sz="2600" kern="1200" smtClean="0">
              <a:latin typeface="Times New Roman" pitchFamily="18" charset="0"/>
              <a:cs typeface="Times New Roman" pitchFamily="18" charset="0"/>
            </a:rPr>
            <a:t>All the sacraments have their origin from divine law and the church legislation.</a:t>
          </a:r>
          <a:endParaRPr lang="en-US" sz="2600" kern="1200">
            <a:latin typeface="Times New Roman" pitchFamily="18" charset="0"/>
            <a:cs typeface="Times New Roman" pitchFamily="18" charset="0"/>
          </a:endParaRPr>
        </a:p>
        <a:p>
          <a:pPr marL="228600" lvl="1" indent="-228600" algn="just" defTabSz="1155700" rtl="0">
            <a:lnSpc>
              <a:spcPct val="90000"/>
            </a:lnSpc>
            <a:spcBef>
              <a:spcPct val="0"/>
            </a:spcBef>
            <a:spcAft>
              <a:spcPct val="20000"/>
            </a:spcAft>
            <a:buChar char="••"/>
          </a:pPr>
          <a:r>
            <a:rPr lang="en-GB" sz="2600" kern="1200" dirty="0" smtClean="0">
              <a:latin typeface="Times New Roman" pitchFamily="18" charset="0"/>
              <a:cs typeface="Times New Roman" pitchFamily="18" charset="0"/>
            </a:rPr>
            <a:t>There are different prayers which must be performed according to certain ritual. </a:t>
          </a:r>
          <a:endParaRPr lang="en-US" sz="2600" kern="1200" dirty="0">
            <a:latin typeface="Times New Roman" pitchFamily="18" charset="0"/>
            <a:cs typeface="Times New Roman" pitchFamily="18" charset="0"/>
          </a:endParaRPr>
        </a:p>
      </dsp:txBody>
      <dsp:txXfrm>
        <a:off x="0" y="785790"/>
        <a:ext cx="8839200" cy="5601420"/>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10285C-6781-4B70-BC1B-3AFBD115BE0D}">
      <dsp:nvSpPr>
        <dsp:cNvPr id="0" name=""/>
        <dsp:cNvSpPr/>
      </dsp:nvSpPr>
      <dsp:spPr>
        <a:xfrm>
          <a:off x="0" y="76213"/>
          <a:ext cx="8839200" cy="5990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kern="1200" dirty="0" smtClean="0">
              <a:latin typeface="Times New Roman" pitchFamily="18" charset="0"/>
              <a:cs typeface="Times New Roman" pitchFamily="18" charset="0"/>
            </a:rPr>
            <a:t>E. Purposes of Holy Sacraments</a:t>
          </a:r>
          <a:endParaRPr lang="en-US" sz="2400" kern="1200" dirty="0">
            <a:latin typeface="Times New Roman" pitchFamily="18" charset="0"/>
            <a:cs typeface="Times New Roman" pitchFamily="18" charset="0"/>
          </a:endParaRPr>
        </a:p>
      </dsp:txBody>
      <dsp:txXfrm>
        <a:off x="29243" y="105456"/>
        <a:ext cx="8780714" cy="540554"/>
      </dsp:txXfrm>
    </dsp:sp>
    <dsp:sp modelId="{2D4296AF-EE06-4206-99E4-FD57E01BCE60}">
      <dsp:nvSpPr>
        <dsp:cNvPr id="0" name=""/>
        <dsp:cNvSpPr/>
      </dsp:nvSpPr>
      <dsp:spPr>
        <a:xfrm>
          <a:off x="0" y="675253"/>
          <a:ext cx="8839200" cy="57255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40640" rIns="227584" bIns="40640" numCol="1" spcCol="1270" anchor="t" anchorCtr="0">
          <a:noAutofit/>
        </a:bodyPr>
        <a:lstStyle/>
        <a:p>
          <a:pPr marL="228600" lvl="1" indent="-228600" algn="just" defTabSz="1111250" rtl="0">
            <a:lnSpc>
              <a:spcPct val="100000"/>
            </a:lnSpc>
            <a:spcBef>
              <a:spcPct val="0"/>
            </a:spcBef>
            <a:spcAft>
              <a:spcPct val="20000"/>
            </a:spcAft>
            <a:buChar char="••"/>
          </a:pPr>
          <a:r>
            <a:rPr lang="en-US" sz="2500" kern="1200" dirty="0" smtClean="0">
              <a:latin typeface="Times New Roman" pitchFamily="18" charset="0"/>
              <a:cs typeface="Times New Roman" pitchFamily="18" charset="0"/>
            </a:rPr>
            <a:t>The Sacraments were meant to follow a person’s life from beginning to end.</a:t>
          </a:r>
          <a:endParaRPr lang="en-US" sz="2500" kern="1200" dirty="0">
            <a:latin typeface="Times New Roman" pitchFamily="18" charset="0"/>
            <a:cs typeface="Times New Roman" pitchFamily="18" charset="0"/>
          </a:endParaRPr>
        </a:p>
        <a:p>
          <a:pPr marL="228600" lvl="1" indent="-228600" algn="just" defTabSz="1111250" rtl="0">
            <a:lnSpc>
              <a:spcPct val="100000"/>
            </a:lnSpc>
            <a:spcBef>
              <a:spcPct val="0"/>
            </a:spcBef>
            <a:spcAft>
              <a:spcPct val="20000"/>
            </a:spcAft>
            <a:buChar char="••"/>
          </a:pPr>
          <a:r>
            <a:rPr lang="en-US" sz="2500" b="1" kern="1200" dirty="0" smtClean="0">
              <a:latin typeface="Times New Roman" pitchFamily="18" charset="0"/>
              <a:cs typeface="Times New Roman" pitchFamily="18" charset="0"/>
            </a:rPr>
            <a:t>Baptism: </a:t>
          </a:r>
          <a:r>
            <a:rPr lang="en-US" sz="2500" kern="1200" dirty="0" smtClean="0">
              <a:latin typeface="Times New Roman" pitchFamily="18" charset="0"/>
              <a:cs typeface="Times New Roman" pitchFamily="18" charset="0"/>
            </a:rPr>
            <a:t>initiation rite into the Christian community. </a:t>
          </a:r>
          <a:endParaRPr lang="en-US" sz="2500" kern="1200" dirty="0">
            <a:latin typeface="Times New Roman" pitchFamily="18" charset="0"/>
            <a:cs typeface="Times New Roman" pitchFamily="18" charset="0"/>
          </a:endParaRPr>
        </a:p>
        <a:p>
          <a:pPr marL="228600" lvl="1" indent="-228600" algn="just" defTabSz="1111250" rtl="0">
            <a:lnSpc>
              <a:spcPct val="100000"/>
            </a:lnSpc>
            <a:spcBef>
              <a:spcPct val="0"/>
            </a:spcBef>
            <a:spcAft>
              <a:spcPct val="20000"/>
            </a:spcAft>
            <a:buChar char="••"/>
          </a:pPr>
          <a:r>
            <a:rPr lang="en-US" sz="2500" b="1" kern="1200" dirty="0" smtClean="0">
              <a:latin typeface="Times New Roman" pitchFamily="18" charset="0"/>
              <a:cs typeface="Times New Roman" pitchFamily="18" charset="0"/>
            </a:rPr>
            <a:t>Confirmation: </a:t>
          </a:r>
          <a:r>
            <a:rPr lang="en-US" sz="2500" kern="1200" dirty="0" smtClean="0">
              <a:latin typeface="Times New Roman" pitchFamily="18" charset="0"/>
              <a:cs typeface="Times New Roman" pitchFamily="18" charset="0"/>
            </a:rPr>
            <a:t>people of their own will acknowledge their belief. </a:t>
          </a:r>
          <a:endParaRPr lang="en-US" sz="2500" kern="1200" dirty="0">
            <a:latin typeface="Times New Roman" pitchFamily="18" charset="0"/>
            <a:cs typeface="Times New Roman" pitchFamily="18" charset="0"/>
          </a:endParaRPr>
        </a:p>
        <a:p>
          <a:pPr marL="228600" lvl="1" indent="-228600" algn="just" defTabSz="1111250" rtl="0">
            <a:lnSpc>
              <a:spcPct val="100000"/>
            </a:lnSpc>
            <a:spcBef>
              <a:spcPct val="0"/>
            </a:spcBef>
            <a:spcAft>
              <a:spcPct val="20000"/>
            </a:spcAft>
            <a:buChar char="••"/>
          </a:pPr>
          <a:r>
            <a:rPr lang="en-US" sz="2500" b="1" kern="1200" dirty="0" smtClean="0">
              <a:latin typeface="Times New Roman" pitchFamily="18" charset="0"/>
              <a:cs typeface="Times New Roman" pitchFamily="18" charset="0"/>
            </a:rPr>
            <a:t>Holy Communion: </a:t>
          </a:r>
          <a:r>
            <a:rPr lang="en-US" sz="2500" kern="1200" dirty="0" smtClean="0">
              <a:latin typeface="Times New Roman" pitchFamily="18" charset="0"/>
              <a:cs typeface="Times New Roman" pitchFamily="18" charset="0"/>
            </a:rPr>
            <a:t>a meal of bread and wine that (Eucharist) Christians share in remembrance of Jesus’ last meal. </a:t>
          </a:r>
          <a:endParaRPr lang="en-US" sz="2500" kern="1200" dirty="0">
            <a:latin typeface="Times New Roman" pitchFamily="18" charset="0"/>
            <a:cs typeface="Times New Roman" pitchFamily="18" charset="0"/>
          </a:endParaRPr>
        </a:p>
        <a:p>
          <a:pPr marL="228600" lvl="1" indent="-228600" algn="just" defTabSz="1111250" rtl="0">
            <a:lnSpc>
              <a:spcPct val="100000"/>
            </a:lnSpc>
            <a:spcBef>
              <a:spcPct val="0"/>
            </a:spcBef>
            <a:spcAft>
              <a:spcPct val="20000"/>
            </a:spcAft>
            <a:buChar char="••"/>
          </a:pPr>
          <a:r>
            <a:rPr lang="en-US" sz="2500" b="1" kern="1200" dirty="0" smtClean="0">
              <a:latin typeface="Times New Roman" pitchFamily="18" charset="0"/>
              <a:cs typeface="Times New Roman" pitchFamily="18" charset="0"/>
            </a:rPr>
            <a:t>Marriage: </a:t>
          </a:r>
          <a:r>
            <a:rPr lang="en-US" sz="2500" kern="1200" dirty="0" smtClean="0">
              <a:latin typeface="Times New Roman" pitchFamily="18" charset="0"/>
              <a:cs typeface="Times New Roman" pitchFamily="18" charset="0"/>
            </a:rPr>
            <a:t>ceremony blessing the union of a couple </a:t>
          </a:r>
          <a:endParaRPr lang="en-US" sz="2500" kern="1200" dirty="0">
            <a:latin typeface="Times New Roman" pitchFamily="18" charset="0"/>
            <a:cs typeface="Times New Roman" pitchFamily="18" charset="0"/>
          </a:endParaRPr>
        </a:p>
        <a:p>
          <a:pPr marL="228600" lvl="1" indent="-228600" algn="just" defTabSz="1111250" rtl="0">
            <a:lnSpc>
              <a:spcPct val="100000"/>
            </a:lnSpc>
            <a:spcBef>
              <a:spcPct val="0"/>
            </a:spcBef>
            <a:spcAft>
              <a:spcPct val="20000"/>
            </a:spcAft>
            <a:buChar char="••"/>
          </a:pPr>
          <a:r>
            <a:rPr lang="en-US" sz="2500" kern="1200" smtClean="0">
              <a:latin typeface="Times New Roman" pitchFamily="18" charset="0"/>
              <a:cs typeface="Times New Roman" pitchFamily="18" charset="0"/>
            </a:rPr>
            <a:t>Ordination: ceremony to initiate new priests into the priesthood </a:t>
          </a:r>
          <a:endParaRPr lang="en-US" sz="2500" kern="1200">
            <a:latin typeface="Times New Roman" pitchFamily="18" charset="0"/>
            <a:cs typeface="Times New Roman" pitchFamily="18" charset="0"/>
          </a:endParaRPr>
        </a:p>
        <a:p>
          <a:pPr marL="228600" lvl="1" indent="-228600" algn="just" defTabSz="1111250" rtl="0">
            <a:lnSpc>
              <a:spcPct val="100000"/>
            </a:lnSpc>
            <a:spcBef>
              <a:spcPct val="0"/>
            </a:spcBef>
            <a:spcAft>
              <a:spcPct val="20000"/>
            </a:spcAft>
            <a:buChar char="••"/>
          </a:pPr>
          <a:r>
            <a:rPr lang="en-US" sz="2500" b="1" kern="1200" dirty="0" smtClean="0">
              <a:latin typeface="Times New Roman" pitchFamily="18" charset="0"/>
              <a:cs typeface="Times New Roman" pitchFamily="18" charset="0"/>
            </a:rPr>
            <a:t>Penance/Confession: </a:t>
          </a:r>
          <a:r>
            <a:rPr lang="en-US" sz="2500" kern="1200" dirty="0" smtClean="0">
              <a:latin typeface="Times New Roman" pitchFamily="18" charset="0"/>
              <a:cs typeface="Times New Roman" pitchFamily="18" charset="0"/>
            </a:rPr>
            <a:t>repenting of sins (Reconciliation) asking of forgiveness</a:t>
          </a:r>
          <a:endParaRPr lang="en-US" sz="2500" kern="1200" dirty="0">
            <a:latin typeface="Times New Roman" pitchFamily="18" charset="0"/>
            <a:cs typeface="Times New Roman" pitchFamily="18" charset="0"/>
          </a:endParaRPr>
        </a:p>
        <a:p>
          <a:pPr marL="228600" lvl="1" indent="-228600" algn="just" defTabSz="1111250" rtl="0">
            <a:lnSpc>
              <a:spcPct val="100000"/>
            </a:lnSpc>
            <a:spcBef>
              <a:spcPct val="0"/>
            </a:spcBef>
            <a:spcAft>
              <a:spcPct val="20000"/>
            </a:spcAft>
            <a:buChar char="••"/>
          </a:pPr>
          <a:r>
            <a:rPr lang="en-US" sz="2500" b="1" kern="1200" dirty="0" smtClean="0">
              <a:latin typeface="Times New Roman" pitchFamily="18" charset="0"/>
              <a:cs typeface="Times New Roman" pitchFamily="18" charset="0"/>
            </a:rPr>
            <a:t>Last Rites: </a:t>
          </a:r>
          <a:r>
            <a:rPr lang="en-US" sz="2500" kern="1200" dirty="0" smtClean="0">
              <a:latin typeface="Times New Roman" pitchFamily="18" charset="0"/>
              <a:cs typeface="Times New Roman" pitchFamily="18" charset="0"/>
            </a:rPr>
            <a:t>prayer service priest provides the dying or over the dead.</a:t>
          </a:r>
          <a:endParaRPr lang="en-US" sz="2500" kern="1200" dirty="0">
            <a:latin typeface="Times New Roman" pitchFamily="18" charset="0"/>
            <a:cs typeface="Times New Roman" pitchFamily="18" charset="0"/>
          </a:endParaRPr>
        </a:p>
      </dsp:txBody>
      <dsp:txXfrm>
        <a:off x="0" y="675253"/>
        <a:ext cx="8839200" cy="5725533"/>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02AA30-BE86-40CF-B78C-1C92ADF7F718}">
      <dsp:nvSpPr>
        <dsp:cNvPr id="0" name=""/>
        <dsp:cNvSpPr/>
      </dsp:nvSpPr>
      <dsp:spPr>
        <a:xfrm>
          <a:off x="0" y="0"/>
          <a:ext cx="8686800" cy="8189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lvl="0" algn="l" defTabSz="1555750" rtl="0">
            <a:lnSpc>
              <a:spcPct val="90000"/>
            </a:lnSpc>
            <a:spcBef>
              <a:spcPct val="0"/>
            </a:spcBef>
            <a:spcAft>
              <a:spcPct val="35000"/>
            </a:spcAft>
          </a:pPr>
          <a:r>
            <a:rPr lang="en-US" sz="3500" b="1" kern="1200" dirty="0" smtClean="0">
              <a:latin typeface="Times New Roman" pitchFamily="18" charset="0"/>
              <a:cs typeface="Times New Roman" pitchFamily="18" charset="0"/>
            </a:rPr>
            <a:t>F. The Rites of </a:t>
          </a:r>
          <a:r>
            <a:rPr lang="en-GB" sz="3500" b="1" kern="1200" dirty="0" smtClean="0">
              <a:latin typeface="Times New Roman" pitchFamily="18" charset="0"/>
              <a:cs typeface="Times New Roman" pitchFamily="18" charset="0"/>
            </a:rPr>
            <a:t>prayers</a:t>
          </a:r>
          <a:endParaRPr lang="en-US" sz="3500" b="1" kern="1200" dirty="0">
            <a:latin typeface="Times New Roman" pitchFamily="18" charset="0"/>
            <a:cs typeface="Times New Roman" pitchFamily="18" charset="0"/>
          </a:endParaRPr>
        </a:p>
      </dsp:txBody>
      <dsp:txXfrm>
        <a:off x="39980" y="39980"/>
        <a:ext cx="8606840" cy="739039"/>
      </dsp:txXfrm>
    </dsp:sp>
    <dsp:sp modelId="{B9F0109F-DF69-4FB6-8EFB-028305C7BFAC}">
      <dsp:nvSpPr>
        <dsp:cNvPr id="0" name=""/>
        <dsp:cNvSpPr/>
      </dsp:nvSpPr>
      <dsp:spPr>
        <a:xfrm>
          <a:off x="0" y="895202"/>
          <a:ext cx="8686800" cy="5429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5806" tIns="44450" rIns="248920" bIns="44450" numCol="1" spcCol="1270" anchor="t" anchorCtr="0">
          <a:noAutofit/>
        </a:bodyPr>
        <a:lstStyle/>
        <a:p>
          <a:pPr marL="228600" lvl="1" indent="-228600" algn="just" defTabSz="1200150" rtl="0">
            <a:lnSpc>
              <a:spcPct val="100000"/>
            </a:lnSpc>
            <a:spcBef>
              <a:spcPct val="0"/>
            </a:spcBef>
            <a:spcAft>
              <a:spcPct val="20000"/>
            </a:spcAft>
            <a:buChar char="••"/>
          </a:pPr>
          <a:r>
            <a:rPr lang="en-GB" sz="2700" kern="1200" dirty="0" smtClean="0">
              <a:latin typeface="Times New Roman" pitchFamily="18" charset="0"/>
              <a:cs typeface="Times New Roman" pitchFamily="18" charset="0"/>
            </a:rPr>
            <a:t>The church has introduced a lot of prayers not only for the distinguished occasion of the church but for all social life of human beings in general. </a:t>
          </a:r>
          <a:endParaRPr lang="en-US" sz="2700" kern="1200" dirty="0">
            <a:latin typeface="Times New Roman" pitchFamily="18" charset="0"/>
            <a:cs typeface="Times New Roman" pitchFamily="18" charset="0"/>
          </a:endParaRPr>
        </a:p>
        <a:p>
          <a:pPr marL="228600" lvl="1" indent="-228600" algn="just" defTabSz="1200150" rtl="0">
            <a:lnSpc>
              <a:spcPct val="100000"/>
            </a:lnSpc>
            <a:spcBef>
              <a:spcPct val="0"/>
            </a:spcBef>
            <a:spcAft>
              <a:spcPct val="20000"/>
            </a:spcAft>
            <a:buChar char="••"/>
          </a:pPr>
          <a:r>
            <a:rPr lang="en-GB" sz="2700" kern="1200" dirty="0" smtClean="0">
              <a:latin typeface="Times New Roman" pitchFamily="18" charset="0"/>
              <a:cs typeface="Times New Roman" pitchFamily="18" charset="0"/>
            </a:rPr>
            <a:t>Among these prayers some refer for the object in connection with church function; others for altar work, water consecration for the baptism, blessing of the oil, incense, the candle, the bell etc. </a:t>
          </a:r>
          <a:endParaRPr lang="en-US" sz="2700" kern="1200" dirty="0">
            <a:latin typeface="Times New Roman" pitchFamily="18" charset="0"/>
            <a:cs typeface="Times New Roman" pitchFamily="18" charset="0"/>
          </a:endParaRPr>
        </a:p>
        <a:p>
          <a:pPr marL="228600" lvl="1" indent="-228600" algn="just" defTabSz="1200150" rtl="0">
            <a:lnSpc>
              <a:spcPct val="100000"/>
            </a:lnSpc>
            <a:spcBef>
              <a:spcPct val="0"/>
            </a:spcBef>
            <a:spcAft>
              <a:spcPct val="20000"/>
            </a:spcAft>
            <a:buChar char="••"/>
          </a:pPr>
          <a:r>
            <a:rPr lang="en-GB" sz="2700" kern="1200" dirty="0" smtClean="0">
              <a:latin typeface="Times New Roman" pitchFamily="18" charset="0"/>
              <a:cs typeface="Times New Roman" pitchFamily="18" charset="0"/>
            </a:rPr>
            <a:t>consecration of the new church building, cemetery, etc. new houses, flags, tables, etc. prayer for protection from natural disaster, beseech/implore help for the sick etc. </a:t>
          </a:r>
          <a:endParaRPr lang="en-US" sz="2700" kern="1200" dirty="0">
            <a:latin typeface="Times New Roman" pitchFamily="18" charset="0"/>
            <a:cs typeface="Times New Roman" pitchFamily="18" charset="0"/>
          </a:endParaRPr>
        </a:p>
        <a:p>
          <a:pPr marL="228600" lvl="1" indent="-228600" algn="just" defTabSz="1200150" rtl="0">
            <a:lnSpc>
              <a:spcPct val="100000"/>
            </a:lnSpc>
            <a:spcBef>
              <a:spcPct val="0"/>
            </a:spcBef>
            <a:spcAft>
              <a:spcPct val="20000"/>
            </a:spcAft>
            <a:buChar char="••"/>
          </a:pPr>
          <a:r>
            <a:rPr lang="en-GB" sz="2700" kern="1200" dirty="0" smtClean="0">
              <a:latin typeface="Times New Roman" pitchFamily="18" charset="0"/>
              <a:cs typeface="Times New Roman" pitchFamily="18" charset="0"/>
            </a:rPr>
            <a:t>All these prayers are found with the ritual books. The bishop or priest has to perform these prayers</a:t>
          </a:r>
          <a:r>
            <a:rPr lang="en-GB" sz="2700" kern="1200" dirty="0" smtClean="0"/>
            <a:t>.</a:t>
          </a:r>
          <a:endParaRPr lang="en-US" sz="2700" kern="1200" dirty="0"/>
        </a:p>
      </dsp:txBody>
      <dsp:txXfrm>
        <a:off x="0" y="895202"/>
        <a:ext cx="8686800" cy="5429395"/>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FA2240-3DC7-472A-BCC8-449D715EDA76}">
      <dsp:nvSpPr>
        <dsp:cNvPr id="0" name=""/>
        <dsp:cNvSpPr/>
      </dsp:nvSpPr>
      <dsp:spPr>
        <a:xfrm>
          <a:off x="0" y="0"/>
          <a:ext cx="8839200" cy="655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US" sz="2800" b="1" kern="1200" dirty="0" smtClean="0">
              <a:latin typeface="Times New Roman" pitchFamily="18" charset="0"/>
              <a:cs typeface="Times New Roman" pitchFamily="18" charset="0"/>
            </a:rPr>
            <a:t>G. The Organs for Administration of Sacred Things</a:t>
          </a:r>
          <a:endParaRPr lang="en-US" sz="2800" kern="1200" dirty="0">
            <a:latin typeface="Times New Roman" pitchFamily="18" charset="0"/>
            <a:cs typeface="Times New Roman" pitchFamily="18" charset="0"/>
          </a:endParaRPr>
        </a:p>
      </dsp:txBody>
      <dsp:txXfrm>
        <a:off x="31984" y="31984"/>
        <a:ext cx="8775232" cy="591232"/>
      </dsp:txXfrm>
    </dsp:sp>
    <dsp:sp modelId="{254B295D-EA44-4FCA-8EBF-90FE3FA943C5}">
      <dsp:nvSpPr>
        <dsp:cNvPr id="0" name=""/>
        <dsp:cNvSpPr/>
      </dsp:nvSpPr>
      <dsp:spPr>
        <a:xfrm>
          <a:off x="0" y="701529"/>
          <a:ext cx="8839200" cy="5652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44450" rIns="248920" bIns="44450" numCol="1" spcCol="1270" anchor="t" anchorCtr="0">
          <a:noAutofit/>
        </a:bodyPr>
        <a:lstStyle/>
        <a:p>
          <a:pPr marL="228600" lvl="1" indent="-228600" algn="just" defTabSz="1200150" rtl="0">
            <a:lnSpc>
              <a:spcPct val="90000"/>
            </a:lnSpc>
            <a:spcBef>
              <a:spcPct val="0"/>
            </a:spcBef>
            <a:spcAft>
              <a:spcPct val="20000"/>
            </a:spcAft>
            <a:buChar char="••"/>
          </a:pPr>
          <a:r>
            <a:rPr lang="en-GB" sz="2700" kern="1200" dirty="0" smtClean="0">
              <a:latin typeface="Times New Roman" pitchFamily="18" charset="0"/>
              <a:cs typeface="Times New Roman" pitchFamily="18" charset="0"/>
            </a:rPr>
            <a:t>Any bishop or priest ordained legally can administer sacred things because God Himself works through them; the priest or the bishop is used as intermediate.</a:t>
          </a:r>
          <a:endParaRPr lang="en-US" sz="2700" kern="1200" dirty="0">
            <a:latin typeface="Times New Roman" pitchFamily="18" charset="0"/>
            <a:cs typeface="Times New Roman" pitchFamily="18" charset="0"/>
          </a:endParaRPr>
        </a:p>
        <a:p>
          <a:pPr marL="228600" lvl="1" indent="-228600" algn="just" defTabSz="1200150" rtl="0">
            <a:lnSpc>
              <a:spcPct val="90000"/>
            </a:lnSpc>
            <a:spcBef>
              <a:spcPct val="0"/>
            </a:spcBef>
            <a:spcAft>
              <a:spcPct val="20000"/>
            </a:spcAft>
            <a:buChar char="••"/>
          </a:pPr>
          <a:r>
            <a:rPr lang="en-GB" sz="2700" kern="1200" dirty="0" smtClean="0">
              <a:latin typeface="Times New Roman" pitchFamily="18" charset="0"/>
              <a:cs typeface="Times New Roman" pitchFamily="18" charset="0"/>
            </a:rPr>
            <a:t>The priest does not impart the gift of God to men but God Himself through the priest.</a:t>
          </a:r>
          <a:endParaRPr lang="en-US" sz="2700" kern="1200" dirty="0">
            <a:latin typeface="Times New Roman" pitchFamily="18" charset="0"/>
            <a:cs typeface="Times New Roman" pitchFamily="18" charset="0"/>
          </a:endParaRPr>
        </a:p>
        <a:p>
          <a:pPr marL="228600" lvl="1" indent="-228600" algn="just" defTabSz="1200150" rtl="0">
            <a:lnSpc>
              <a:spcPct val="90000"/>
            </a:lnSpc>
            <a:spcBef>
              <a:spcPct val="0"/>
            </a:spcBef>
            <a:spcAft>
              <a:spcPct val="20000"/>
            </a:spcAft>
            <a:buChar char="••"/>
          </a:pPr>
          <a:r>
            <a:rPr lang="en-GB" sz="2700" kern="1200" dirty="0" smtClean="0">
              <a:latin typeface="Times New Roman" pitchFamily="18" charset="0"/>
              <a:cs typeface="Times New Roman" pitchFamily="18" charset="0"/>
            </a:rPr>
            <a:t>The bishop has absolute right for the performance of any sacred thing in the church.</a:t>
          </a:r>
          <a:endParaRPr lang="en-US" sz="2700" kern="1200" dirty="0">
            <a:latin typeface="Times New Roman" pitchFamily="18" charset="0"/>
            <a:cs typeface="Times New Roman" pitchFamily="18" charset="0"/>
          </a:endParaRPr>
        </a:p>
        <a:p>
          <a:pPr marL="228600" lvl="1" indent="-228600" algn="just" defTabSz="1200150" rtl="0">
            <a:lnSpc>
              <a:spcPct val="90000"/>
            </a:lnSpc>
            <a:spcBef>
              <a:spcPct val="0"/>
            </a:spcBef>
            <a:spcAft>
              <a:spcPct val="20000"/>
            </a:spcAft>
            <a:buChar char="••"/>
          </a:pPr>
          <a:r>
            <a:rPr lang="en-GB" sz="2700" kern="1200" dirty="0" smtClean="0">
              <a:latin typeface="Times New Roman" pitchFamily="18" charset="0"/>
              <a:cs typeface="Times New Roman" pitchFamily="18" charset="0"/>
            </a:rPr>
            <a:t>The priest receives an authority from the bishop performing these things. Ordaining a priest or a deacon is the activities exclusively done by a bishop in the virtue/feature of his hierarchical power, while others are performed by priests.</a:t>
          </a:r>
          <a:endParaRPr lang="en-US" sz="2700" kern="1200" dirty="0">
            <a:latin typeface="Times New Roman" pitchFamily="18" charset="0"/>
            <a:cs typeface="Times New Roman" pitchFamily="18" charset="0"/>
          </a:endParaRPr>
        </a:p>
        <a:p>
          <a:pPr marL="228600" lvl="1" indent="-228600" algn="just" defTabSz="1200150" rtl="0">
            <a:lnSpc>
              <a:spcPct val="90000"/>
            </a:lnSpc>
            <a:spcBef>
              <a:spcPct val="0"/>
            </a:spcBef>
            <a:spcAft>
              <a:spcPct val="20000"/>
            </a:spcAft>
            <a:buChar char="••"/>
          </a:pPr>
          <a:r>
            <a:rPr lang="en-GB" sz="2700" kern="1200" dirty="0" smtClean="0">
              <a:latin typeface="Times New Roman" pitchFamily="18" charset="0"/>
              <a:cs typeface="Times New Roman" pitchFamily="18" charset="0"/>
            </a:rPr>
            <a:t>The deacons have no right to perform independent sacred things at a normal condition.</a:t>
          </a:r>
          <a:endParaRPr lang="en-US" sz="2700" kern="1200" dirty="0">
            <a:latin typeface="Times New Roman" pitchFamily="18" charset="0"/>
            <a:cs typeface="Times New Roman" pitchFamily="18" charset="0"/>
          </a:endParaRPr>
        </a:p>
      </dsp:txBody>
      <dsp:txXfrm>
        <a:off x="0" y="701529"/>
        <a:ext cx="8839200" cy="5652940"/>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FE0C97-701F-46C4-B6EE-24BB65C1DD8C}">
      <dsp:nvSpPr>
        <dsp:cNvPr id="0" name=""/>
        <dsp:cNvSpPr/>
      </dsp:nvSpPr>
      <dsp:spPr>
        <a:xfrm>
          <a:off x="0" y="2"/>
          <a:ext cx="8839200" cy="84227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rtl="0">
            <a:lnSpc>
              <a:spcPct val="90000"/>
            </a:lnSpc>
            <a:spcBef>
              <a:spcPct val="0"/>
            </a:spcBef>
            <a:spcAft>
              <a:spcPct val="35000"/>
            </a:spcAft>
          </a:pPr>
          <a:r>
            <a:rPr lang="en-US" sz="2600" b="1" kern="1200" dirty="0" smtClean="0">
              <a:latin typeface="Times New Roman" pitchFamily="18" charset="0"/>
              <a:cs typeface="Times New Roman" pitchFamily="18" charset="0"/>
            </a:rPr>
            <a:t>CHAPTER FOUR: CHURCH LEGISLATIONS </a:t>
          </a:r>
          <a:endParaRPr lang="en-US" sz="2600" kern="1200" dirty="0">
            <a:latin typeface="Times New Roman" pitchFamily="18" charset="0"/>
            <a:cs typeface="Times New Roman" pitchFamily="18" charset="0"/>
          </a:endParaRPr>
        </a:p>
      </dsp:txBody>
      <dsp:txXfrm>
        <a:off x="41116" y="41118"/>
        <a:ext cx="8756968" cy="760043"/>
      </dsp:txXfrm>
    </dsp:sp>
    <dsp:sp modelId="{31493AB8-6A29-4C4C-8ABD-5827F87E8659}">
      <dsp:nvSpPr>
        <dsp:cNvPr id="0" name=""/>
        <dsp:cNvSpPr/>
      </dsp:nvSpPr>
      <dsp:spPr>
        <a:xfrm>
          <a:off x="0" y="917157"/>
          <a:ext cx="8839200" cy="608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rtl="0">
            <a:lnSpc>
              <a:spcPct val="90000"/>
            </a:lnSpc>
            <a:spcBef>
              <a:spcPct val="0"/>
            </a:spcBef>
            <a:spcAft>
              <a:spcPct val="35000"/>
            </a:spcAft>
          </a:pPr>
          <a:r>
            <a:rPr lang="en-US" sz="2600" b="1" kern="1200" dirty="0" smtClean="0">
              <a:latin typeface="Times New Roman" pitchFamily="18" charset="0"/>
              <a:cs typeface="Times New Roman" pitchFamily="18" charset="0"/>
            </a:rPr>
            <a:t>4.1. </a:t>
          </a:r>
          <a:r>
            <a:rPr lang="en-GB" sz="2600" b="1" kern="1200" dirty="0" smtClean="0">
              <a:latin typeface="Times New Roman" pitchFamily="18" charset="0"/>
              <a:cs typeface="Times New Roman" pitchFamily="18" charset="0"/>
            </a:rPr>
            <a:t>Church Legislation: Definition </a:t>
          </a:r>
          <a:endParaRPr lang="en-US" sz="2600" kern="1200" dirty="0">
            <a:latin typeface="Times New Roman" pitchFamily="18" charset="0"/>
            <a:cs typeface="Times New Roman" pitchFamily="18" charset="0"/>
          </a:endParaRPr>
        </a:p>
      </dsp:txBody>
      <dsp:txXfrm>
        <a:off x="29700" y="946857"/>
        <a:ext cx="8779800" cy="549000"/>
      </dsp:txXfrm>
    </dsp:sp>
    <dsp:sp modelId="{0DDA3781-64D8-4ADA-B937-89B43F0CA26B}">
      <dsp:nvSpPr>
        <dsp:cNvPr id="0" name=""/>
        <dsp:cNvSpPr/>
      </dsp:nvSpPr>
      <dsp:spPr>
        <a:xfrm>
          <a:off x="0" y="1525557"/>
          <a:ext cx="8839200" cy="4951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33020" rIns="184912" bIns="33020" numCol="1" spcCol="1270" anchor="t" anchorCtr="0">
          <a:noAutofit/>
        </a:bodyPr>
        <a:lstStyle/>
        <a:p>
          <a:pPr marL="228600" lvl="1" indent="-228600" algn="just" defTabSz="889000" rtl="0">
            <a:lnSpc>
              <a:spcPct val="90000"/>
            </a:lnSpc>
            <a:spcBef>
              <a:spcPct val="0"/>
            </a:spcBef>
            <a:spcAft>
              <a:spcPct val="20000"/>
            </a:spcAft>
            <a:buChar char="••"/>
          </a:pPr>
          <a:r>
            <a:rPr lang="en-US" sz="2000" kern="1200" dirty="0" smtClean="0">
              <a:latin typeface="Times New Roman" pitchFamily="18" charset="0"/>
              <a:cs typeface="Times New Roman" pitchFamily="18" charset="0"/>
            </a:rPr>
            <a:t>It is a set of rules and regulations that govern the practices and beliefs of a particular religious tradition.</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kern="1200" dirty="0" smtClean="0">
              <a:latin typeface="Times New Roman" pitchFamily="18" charset="0"/>
              <a:cs typeface="Times New Roman" pitchFamily="18" charset="0"/>
            </a:rPr>
            <a:t>The founder of the church had given to his apostles the power of legislation that transferred it to their followers (bishops) episcopes. </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kern="1200" dirty="0" smtClean="0">
              <a:latin typeface="Times New Roman" pitchFamily="18" charset="0"/>
              <a:cs typeface="Times New Roman" pitchFamily="18" charset="0"/>
            </a:rPr>
            <a:t>The legislation power of the church assisted by absolute divine power is developed in certain direction. </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kern="1200" dirty="0" smtClean="0">
              <a:latin typeface="Times New Roman" pitchFamily="18" charset="0"/>
              <a:cs typeface="Times New Roman" pitchFamily="18" charset="0"/>
            </a:rPr>
            <a:t>The organs of the legislation power, do not declare in their own names but in the name of the Holy Spirit who lives in the church. </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kern="1200" dirty="0" smtClean="0">
              <a:latin typeface="Times New Roman" pitchFamily="18" charset="0"/>
              <a:cs typeface="Times New Roman" pitchFamily="18" charset="0"/>
            </a:rPr>
            <a:t>Anybody is not allowed to issue the rule in his proper name but in the name of the Holy Spirit who works through him. </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kern="1200" smtClean="0">
              <a:latin typeface="Times New Roman" pitchFamily="18" charset="0"/>
              <a:cs typeface="Times New Roman" pitchFamily="18" charset="0"/>
            </a:rPr>
            <a:t>The legislation power works in the name of the whole church as a body which is inspired by the Holy Spirit. </a:t>
          </a:r>
          <a:endParaRPr lang="en-US" sz="2000" kern="120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kern="1200" smtClean="0">
              <a:latin typeface="Times New Roman" pitchFamily="18" charset="0"/>
              <a:cs typeface="Times New Roman" pitchFamily="18" charset="0"/>
            </a:rPr>
            <a:t>The organs of these powers have permitted the sacrament of priesthood with which a special grace of God is attached. </a:t>
          </a:r>
          <a:endParaRPr lang="en-US" sz="2000" kern="120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kern="1200" dirty="0" smtClean="0">
              <a:latin typeface="Times New Roman" pitchFamily="18" charset="0"/>
              <a:cs typeface="Times New Roman" pitchFamily="18" charset="0"/>
            </a:rPr>
            <a:t>Having this view in the character of the church laws, the legislation power of the whole church is impossible to be possessed by a single person except the holy synod of ecumenical or local one.</a:t>
          </a:r>
          <a:endParaRPr lang="en-US" sz="2000" kern="1200" dirty="0">
            <a:latin typeface="Times New Roman" pitchFamily="18" charset="0"/>
            <a:cs typeface="Times New Roman" pitchFamily="18" charset="0"/>
          </a:endParaRPr>
        </a:p>
      </dsp:txBody>
      <dsp:txXfrm>
        <a:off x="0" y="1525557"/>
        <a:ext cx="8839200" cy="4951440"/>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C3909D-1BE7-4738-80A7-FCB71A2AD27C}">
      <dsp:nvSpPr>
        <dsp:cNvPr id="0" name=""/>
        <dsp:cNvSpPr/>
      </dsp:nvSpPr>
      <dsp:spPr>
        <a:xfrm>
          <a:off x="0" y="0"/>
          <a:ext cx="8839200" cy="5615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rtl="0">
            <a:lnSpc>
              <a:spcPct val="90000"/>
            </a:lnSpc>
            <a:spcBef>
              <a:spcPct val="0"/>
            </a:spcBef>
            <a:spcAft>
              <a:spcPct val="35000"/>
            </a:spcAft>
          </a:pPr>
          <a:r>
            <a:rPr lang="en-US" sz="2400" b="1" kern="1200" dirty="0" smtClean="0">
              <a:latin typeface="Times New Roman" pitchFamily="18" charset="0"/>
              <a:cs typeface="Times New Roman" pitchFamily="18" charset="0"/>
            </a:rPr>
            <a:t>4.2. Types  of Church Legislations</a:t>
          </a:r>
          <a:endParaRPr lang="en-US" sz="2400" kern="1200" dirty="0">
            <a:latin typeface="Times New Roman" pitchFamily="18" charset="0"/>
            <a:cs typeface="Times New Roman" pitchFamily="18" charset="0"/>
          </a:endParaRPr>
        </a:p>
      </dsp:txBody>
      <dsp:txXfrm>
        <a:off x="27415" y="27415"/>
        <a:ext cx="8784370" cy="506769"/>
      </dsp:txXfrm>
    </dsp:sp>
    <dsp:sp modelId="{E7E01C73-24CC-41ED-86F6-65B9A763BD02}">
      <dsp:nvSpPr>
        <dsp:cNvPr id="0" name=""/>
        <dsp:cNvSpPr/>
      </dsp:nvSpPr>
      <dsp:spPr>
        <a:xfrm>
          <a:off x="0" y="557925"/>
          <a:ext cx="8839200" cy="5615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kern="1200" dirty="0" smtClean="0">
              <a:latin typeface="Times New Roman" pitchFamily="18" charset="0"/>
              <a:cs typeface="Times New Roman" pitchFamily="18" charset="0"/>
            </a:rPr>
            <a:t>A. General Church Legislations</a:t>
          </a:r>
          <a:endParaRPr lang="en-US" sz="2400" kern="1200" dirty="0">
            <a:latin typeface="Times New Roman" pitchFamily="18" charset="0"/>
            <a:cs typeface="Times New Roman" pitchFamily="18" charset="0"/>
          </a:endParaRPr>
        </a:p>
      </dsp:txBody>
      <dsp:txXfrm>
        <a:off x="27415" y="585340"/>
        <a:ext cx="8784370" cy="506769"/>
      </dsp:txXfrm>
    </dsp:sp>
    <dsp:sp modelId="{E89FE973-26C8-43C2-BC62-7CF7730B999E}">
      <dsp:nvSpPr>
        <dsp:cNvPr id="0" name=""/>
        <dsp:cNvSpPr/>
      </dsp:nvSpPr>
      <dsp:spPr>
        <a:xfrm>
          <a:off x="0" y="1194059"/>
          <a:ext cx="8839200" cy="22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30480" rIns="170688" bIns="30480" numCol="1" spcCol="1270" anchor="t" anchorCtr="0">
          <a:noAutofit/>
        </a:bodyPr>
        <a:lstStyle/>
        <a:p>
          <a:pPr marL="171450" lvl="1" indent="-171450" algn="just" defTabSz="844550" rtl="0">
            <a:lnSpc>
              <a:spcPct val="90000"/>
            </a:lnSpc>
            <a:spcBef>
              <a:spcPct val="0"/>
            </a:spcBef>
            <a:spcAft>
              <a:spcPct val="20000"/>
            </a:spcAft>
            <a:buChar char="••"/>
          </a:pPr>
          <a:r>
            <a:rPr lang="en-GB" sz="1900" kern="1200" dirty="0" smtClean="0">
              <a:latin typeface="Times New Roman" pitchFamily="18" charset="0"/>
              <a:cs typeface="Times New Roman" pitchFamily="18" charset="0"/>
            </a:rPr>
            <a:t>It is understood that the laws given by the superior church legislation power are compulsory</a:t>
          </a:r>
          <a:endParaRPr lang="en-US" sz="1900" kern="1200" dirty="0">
            <a:latin typeface="Times New Roman" pitchFamily="18" charset="0"/>
            <a:cs typeface="Times New Roman" pitchFamily="18" charset="0"/>
          </a:endParaRPr>
        </a:p>
        <a:p>
          <a:pPr marL="171450" lvl="1" indent="-171450" algn="just" defTabSz="844550" rtl="0">
            <a:lnSpc>
              <a:spcPct val="90000"/>
            </a:lnSpc>
            <a:spcBef>
              <a:spcPct val="0"/>
            </a:spcBef>
            <a:spcAft>
              <a:spcPct val="20000"/>
            </a:spcAft>
            <a:buChar char="••"/>
          </a:pPr>
          <a:r>
            <a:rPr lang="en-GB" sz="1900" kern="1200" dirty="0" smtClean="0">
              <a:latin typeface="Times New Roman" pitchFamily="18" charset="0"/>
              <a:cs typeface="Times New Roman" pitchFamily="18" charset="0"/>
            </a:rPr>
            <a:t>It should be unconditional accepted by any church member. </a:t>
          </a:r>
          <a:endParaRPr lang="en-US" sz="1900" kern="1200" dirty="0">
            <a:latin typeface="Times New Roman" pitchFamily="18" charset="0"/>
            <a:cs typeface="Times New Roman" pitchFamily="18" charset="0"/>
          </a:endParaRPr>
        </a:p>
        <a:p>
          <a:pPr marL="171450" lvl="1" indent="-171450" algn="just" defTabSz="844550" rtl="0">
            <a:lnSpc>
              <a:spcPct val="90000"/>
            </a:lnSpc>
            <a:spcBef>
              <a:spcPct val="0"/>
            </a:spcBef>
            <a:spcAft>
              <a:spcPct val="20000"/>
            </a:spcAft>
            <a:buChar char="••"/>
          </a:pPr>
          <a:r>
            <a:rPr lang="en-GB" sz="1900" kern="1200" dirty="0" smtClean="0">
              <a:latin typeface="Times New Roman" pitchFamily="18" charset="0"/>
              <a:cs typeface="Times New Roman" pitchFamily="18" charset="0"/>
            </a:rPr>
            <a:t>The fundamental rules which refer to the teaching of faith, sacraments and internal church administration were elaborated to know the bases put by Jesus Christ that are first made by the apostles and later by the ecumenical synods. </a:t>
          </a:r>
          <a:endParaRPr lang="en-US" sz="1900" kern="1200" dirty="0">
            <a:latin typeface="Times New Roman" pitchFamily="18" charset="0"/>
            <a:cs typeface="Times New Roman" pitchFamily="18" charset="0"/>
          </a:endParaRPr>
        </a:p>
        <a:p>
          <a:pPr marL="171450" lvl="1" indent="-171450" algn="just" defTabSz="844550" rtl="0">
            <a:lnSpc>
              <a:spcPct val="90000"/>
            </a:lnSpc>
            <a:spcBef>
              <a:spcPct val="0"/>
            </a:spcBef>
            <a:spcAft>
              <a:spcPct val="20000"/>
            </a:spcAft>
            <a:buChar char="••"/>
          </a:pPr>
          <a:r>
            <a:rPr lang="en-GB" sz="1900" kern="1200" dirty="0" smtClean="0">
              <a:latin typeface="Times New Roman" pitchFamily="18" charset="0"/>
              <a:cs typeface="Times New Roman" pitchFamily="18" charset="0"/>
            </a:rPr>
            <a:t>The general church legislation is developed in the ecumenical synod through the discussion of the heads of the autocephaly churches.</a:t>
          </a:r>
          <a:endParaRPr lang="en-US" sz="1900" kern="1200" dirty="0">
            <a:latin typeface="Times New Roman" pitchFamily="18" charset="0"/>
            <a:cs typeface="Times New Roman" pitchFamily="18" charset="0"/>
          </a:endParaRPr>
        </a:p>
      </dsp:txBody>
      <dsp:txXfrm>
        <a:off x="0" y="1194059"/>
        <a:ext cx="8839200" cy="2235600"/>
      </dsp:txXfrm>
    </dsp:sp>
    <dsp:sp modelId="{08DD6E90-DA1B-4A4C-9690-2AFC6813E091}">
      <dsp:nvSpPr>
        <dsp:cNvPr id="0" name=""/>
        <dsp:cNvSpPr/>
      </dsp:nvSpPr>
      <dsp:spPr>
        <a:xfrm>
          <a:off x="0" y="3429660"/>
          <a:ext cx="8839200" cy="5615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kern="1200" dirty="0" smtClean="0">
              <a:latin typeface="Times New Roman" pitchFamily="18" charset="0"/>
              <a:cs typeface="Times New Roman" pitchFamily="18" charset="0"/>
            </a:rPr>
            <a:t>B. Special Church Legislations</a:t>
          </a:r>
          <a:endParaRPr lang="en-US" sz="2400" kern="1200" dirty="0">
            <a:latin typeface="Times New Roman" pitchFamily="18" charset="0"/>
            <a:cs typeface="Times New Roman" pitchFamily="18" charset="0"/>
          </a:endParaRPr>
        </a:p>
      </dsp:txBody>
      <dsp:txXfrm>
        <a:off x="27415" y="3457075"/>
        <a:ext cx="8784370" cy="506769"/>
      </dsp:txXfrm>
    </dsp:sp>
    <dsp:sp modelId="{140B4332-1B96-4B8F-AF3B-459CAA81F9CF}">
      <dsp:nvSpPr>
        <dsp:cNvPr id="0" name=""/>
        <dsp:cNvSpPr/>
      </dsp:nvSpPr>
      <dsp:spPr>
        <a:xfrm>
          <a:off x="0" y="3991260"/>
          <a:ext cx="8839200" cy="248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30480" rIns="170688" bIns="30480" numCol="1" spcCol="1270" anchor="t" anchorCtr="0">
          <a:noAutofit/>
        </a:bodyPr>
        <a:lstStyle/>
        <a:p>
          <a:pPr marL="171450" lvl="1" indent="-171450" algn="just" defTabSz="844550" rtl="0">
            <a:lnSpc>
              <a:spcPct val="90000"/>
            </a:lnSpc>
            <a:spcBef>
              <a:spcPct val="0"/>
            </a:spcBef>
            <a:spcAft>
              <a:spcPct val="20000"/>
            </a:spcAft>
            <a:buChar char="••"/>
          </a:pPr>
          <a:r>
            <a:rPr lang="en-GB" sz="1900" kern="1200" dirty="0" smtClean="0">
              <a:latin typeface="Times New Roman" pitchFamily="18" charset="0"/>
              <a:cs typeface="Times New Roman" pitchFamily="18" charset="0"/>
            </a:rPr>
            <a:t>Besides the general church legislation, the canons permit any particular church to be organized. </a:t>
          </a:r>
          <a:endParaRPr lang="en-US" sz="1900" kern="1200" dirty="0">
            <a:latin typeface="Times New Roman" pitchFamily="18" charset="0"/>
            <a:cs typeface="Times New Roman" pitchFamily="18" charset="0"/>
          </a:endParaRPr>
        </a:p>
        <a:p>
          <a:pPr marL="171450" lvl="1" indent="-171450" algn="just" defTabSz="844550" rtl="0">
            <a:lnSpc>
              <a:spcPct val="90000"/>
            </a:lnSpc>
            <a:spcBef>
              <a:spcPct val="0"/>
            </a:spcBef>
            <a:spcAft>
              <a:spcPct val="20000"/>
            </a:spcAft>
            <a:buChar char="••"/>
          </a:pPr>
          <a:r>
            <a:rPr lang="en-GB" sz="1900" kern="1200" dirty="0" smtClean="0">
              <a:latin typeface="Times New Roman" pitchFamily="18" charset="0"/>
              <a:cs typeface="Times New Roman" pitchFamily="18" charset="0"/>
            </a:rPr>
            <a:t>The second ecumenical synod, in its second canon had fixed jurisdiction on some significant episcopal throne and decided that every church looking after the respective synod.</a:t>
          </a:r>
          <a:endParaRPr lang="en-US" sz="1900" kern="1200" dirty="0">
            <a:latin typeface="Times New Roman" pitchFamily="18" charset="0"/>
            <a:cs typeface="Times New Roman" pitchFamily="18" charset="0"/>
          </a:endParaRPr>
        </a:p>
        <a:p>
          <a:pPr marL="171450" lvl="1" indent="-171450" algn="just" defTabSz="844550" rtl="0">
            <a:lnSpc>
              <a:spcPct val="90000"/>
            </a:lnSpc>
            <a:spcBef>
              <a:spcPct val="0"/>
            </a:spcBef>
            <a:spcAft>
              <a:spcPct val="20000"/>
            </a:spcAft>
            <a:buChar char="••"/>
          </a:pPr>
          <a:r>
            <a:rPr lang="en-GB" sz="1900" kern="1200" smtClean="0">
              <a:latin typeface="Times New Roman" pitchFamily="18" charset="0"/>
              <a:cs typeface="Times New Roman" pitchFamily="18" charset="0"/>
            </a:rPr>
            <a:t>All the canons give the right of legislation to the bishop in the assigned diocese. </a:t>
          </a:r>
          <a:endParaRPr lang="en-US" sz="1900" kern="1200">
            <a:latin typeface="Times New Roman" pitchFamily="18" charset="0"/>
            <a:cs typeface="Times New Roman" pitchFamily="18" charset="0"/>
          </a:endParaRPr>
        </a:p>
        <a:p>
          <a:pPr marL="171450" lvl="1" indent="-171450" algn="just" defTabSz="844550" rtl="0">
            <a:lnSpc>
              <a:spcPct val="90000"/>
            </a:lnSpc>
            <a:spcBef>
              <a:spcPct val="0"/>
            </a:spcBef>
            <a:spcAft>
              <a:spcPct val="20000"/>
            </a:spcAft>
            <a:buChar char="••"/>
          </a:pPr>
          <a:r>
            <a:rPr lang="en-GB" sz="1900" kern="1200" dirty="0" smtClean="0">
              <a:latin typeface="Times New Roman" pitchFamily="18" charset="0"/>
              <a:cs typeface="Times New Roman" pitchFamily="18" charset="0"/>
            </a:rPr>
            <a:t>The deviation with his own power of one bishop or any particular church, from these fundamental canons are received by all churches, to be a schismatic society, but if the bishop to be blamed must be deposed.</a:t>
          </a:r>
          <a:endParaRPr lang="en-US" sz="1900" kern="1200" dirty="0">
            <a:latin typeface="Times New Roman" pitchFamily="18" charset="0"/>
            <a:cs typeface="Times New Roman" pitchFamily="18" charset="0"/>
          </a:endParaRPr>
        </a:p>
      </dsp:txBody>
      <dsp:txXfrm>
        <a:off x="0" y="3991260"/>
        <a:ext cx="8839200" cy="2484000"/>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AD598D-F304-44E2-B23A-A8388F42A323}">
      <dsp:nvSpPr>
        <dsp:cNvPr id="0" name=""/>
        <dsp:cNvSpPr/>
      </dsp:nvSpPr>
      <dsp:spPr>
        <a:xfrm>
          <a:off x="0" y="0"/>
          <a:ext cx="8763000" cy="865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lvl="0" algn="l" defTabSz="1644650" rtl="0">
            <a:lnSpc>
              <a:spcPct val="90000"/>
            </a:lnSpc>
            <a:spcBef>
              <a:spcPct val="0"/>
            </a:spcBef>
            <a:spcAft>
              <a:spcPct val="35000"/>
            </a:spcAft>
          </a:pPr>
          <a:r>
            <a:rPr lang="en-GB" sz="3700" b="1" kern="1200" dirty="0" smtClean="0">
              <a:latin typeface="Times New Roman" pitchFamily="18" charset="0"/>
              <a:cs typeface="Times New Roman" pitchFamily="18" charset="0"/>
            </a:rPr>
            <a:t>4.3. The Specific Nature of Church Order</a:t>
          </a:r>
          <a:endParaRPr lang="en-US" sz="3700" kern="1200" dirty="0">
            <a:latin typeface="Times New Roman" pitchFamily="18" charset="0"/>
            <a:cs typeface="Times New Roman" pitchFamily="18" charset="0"/>
          </a:endParaRPr>
        </a:p>
      </dsp:txBody>
      <dsp:txXfrm>
        <a:off x="42265" y="42265"/>
        <a:ext cx="8678470" cy="781270"/>
      </dsp:txXfrm>
    </dsp:sp>
    <dsp:sp modelId="{5031CB79-682A-42B0-8DBC-228215ED0B4D}">
      <dsp:nvSpPr>
        <dsp:cNvPr id="0" name=""/>
        <dsp:cNvSpPr/>
      </dsp:nvSpPr>
      <dsp:spPr>
        <a:xfrm>
          <a:off x="0" y="1018199"/>
          <a:ext cx="8763000" cy="53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46990" rIns="263144" bIns="46990" numCol="1" spcCol="1270" anchor="t" anchorCtr="0">
          <a:noAutofit/>
        </a:bodyPr>
        <a:lstStyle/>
        <a:p>
          <a:pPr marL="285750" lvl="1" indent="-285750" algn="just" defTabSz="1289050" rtl="0">
            <a:lnSpc>
              <a:spcPct val="90000"/>
            </a:lnSpc>
            <a:spcBef>
              <a:spcPct val="0"/>
            </a:spcBef>
            <a:spcAft>
              <a:spcPct val="20000"/>
            </a:spcAft>
            <a:buChar char="••"/>
          </a:pPr>
          <a:r>
            <a:rPr lang="en-GB" sz="2900" kern="1200" dirty="0" smtClean="0">
              <a:latin typeface="Times New Roman" pitchFamily="18" charset="0"/>
              <a:cs typeface="Times New Roman" pitchFamily="18" charset="0"/>
            </a:rPr>
            <a:t>The determination to create a juridical order which safe guards the personal freedom of man should also be expressed in church order.</a:t>
          </a:r>
          <a:endParaRPr lang="en-US" sz="2900" kern="1200" dirty="0">
            <a:latin typeface="Times New Roman" pitchFamily="18" charset="0"/>
            <a:cs typeface="Times New Roman" pitchFamily="18" charset="0"/>
          </a:endParaRPr>
        </a:p>
        <a:p>
          <a:pPr marL="285750" lvl="1" indent="-285750" algn="just" defTabSz="1289050" rtl="0">
            <a:lnSpc>
              <a:spcPct val="90000"/>
            </a:lnSpc>
            <a:spcBef>
              <a:spcPct val="0"/>
            </a:spcBef>
            <a:spcAft>
              <a:spcPct val="20000"/>
            </a:spcAft>
            <a:buChar char="••"/>
          </a:pPr>
          <a:r>
            <a:rPr lang="en-GB" sz="2900" kern="1200" dirty="0" smtClean="0">
              <a:latin typeface="Times New Roman" pitchFamily="18" charset="0"/>
              <a:cs typeface="Times New Roman" pitchFamily="18" charset="0"/>
            </a:rPr>
            <a:t>Church law ought to be a living theological expression of man’s right by its very nature.</a:t>
          </a:r>
          <a:endParaRPr lang="en-US" sz="2900" kern="1200" dirty="0">
            <a:latin typeface="Times New Roman" pitchFamily="18" charset="0"/>
            <a:cs typeface="Times New Roman" pitchFamily="18" charset="0"/>
          </a:endParaRPr>
        </a:p>
        <a:p>
          <a:pPr marL="285750" lvl="1" indent="-285750" algn="just" defTabSz="1289050" rtl="0">
            <a:lnSpc>
              <a:spcPct val="90000"/>
            </a:lnSpc>
            <a:spcBef>
              <a:spcPct val="0"/>
            </a:spcBef>
            <a:spcAft>
              <a:spcPct val="20000"/>
            </a:spcAft>
            <a:buChar char="••"/>
          </a:pPr>
          <a:r>
            <a:rPr lang="en-GB" sz="2900" kern="1200" dirty="0" smtClean="0">
              <a:latin typeface="Times New Roman" pitchFamily="18" charset="0"/>
              <a:cs typeface="Times New Roman" pitchFamily="18" charset="0"/>
            </a:rPr>
            <a:t>The key function of a church order as well as its aim is to protect and guarantee this proper responsibility in faith and its development.</a:t>
          </a:r>
          <a:endParaRPr lang="en-US" sz="2900" kern="1200" dirty="0">
            <a:latin typeface="Times New Roman" pitchFamily="18" charset="0"/>
            <a:cs typeface="Times New Roman" pitchFamily="18" charset="0"/>
          </a:endParaRPr>
        </a:p>
        <a:p>
          <a:pPr marL="285750" lvl="1" indent="-285750" algn="just" defTabSz="1289050" rtl="0">
            <a:lnSpc>
              <a:spcPct val="90000"/>
            </a:lnSpc>
            <a:spcBef>
              <a:spcPct val="0"/>
            </a:spcBef>
            <a:spcAft>
              <a:spcPct val="20000"/>
            </a:spcAft>
            <a:buChar char="••"/>
          </a:pPr>
          <a:r>
            <a:rPr lang="en-GB" sz="2900" kern="1200" dirty="0" smtClean="0">
              <a:latin typeface="Times New Roman" pitchFamily="18" charset="0"/>
              <a:cs typeface="Times New Roman" pitchFamily="18" charset="0"/>
            </a:rPr>
            <a:t>The quality of the ecclesiastical community as a sacramental community of faith is decisive for the nature and function of church law.</a:t>
          </a:r>
          <a:endParaRPr lang="en-US" sz="2900" kern="1200" dirty="0">
            <a:latin typeface="Times New Roman" pitchFamily="18" charset="0"/>
            <a:cs typeface="Times New Roman" pitchFamily="18" charset="0"/>
          </a:endParaRPr>
        </a:p>
      </dsp:txBody>
      <dsp:txXfrm>
        <a:off x="0" y="1018199"/>
        <a:ext cx="8763000" cy="5306400"/>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02E4D1-6DEF-4C9A-9507-A75A46F2814D}">
      <dsp:nvSpPr>
        <dsp:cNvPr id="0" name=""/>
        <dsp:cNvSpPr/>
      </dsp:nvSpPr>
      <dsp:spPr>
        <a:xfrm>
          <a:off x="0" y="0"/>
          <a:ext cx="8763000" cy="678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l" defTabSz="1289050" rtl="0">
            <a:lnSpc>
              <a:spcPct val="90000"/>
            </a:lnSpc>
            <a:spcBef>
              <a:spcPct val="0"/>
            </a:spcBef>
            <a:spcAft>
              <a:spcPct val="35000"/>
            </a:spcAft>
          </a:pPr>
          <a:r>
            <a:rPr lang="en-US" sz="2900" b="1" kern="1200" dirty="0" smtClean="0">
              <a:latin typeface="Times New Roman" pitchFamily="18" charset="0"/>
              <a:cs typeface="Times New Roman" pitchFamily="18" charset="0"/>
            </a:rPr>
            <a:t>4.4. The Fundamental Principle of Orthodox church </a:t>
          </a:r>
          <a:endParaRPr lang="en-US" sz="2900" kern="1200" dirty="0">
            <a:latin typeface="Times New Roman" pitchFamily="18" charset="0"/>
            <a:cs typeface="Times New Roman" pitchFamily="18" charset="0"/>
          </a:endParaRPr>
        </a:p>
      </dsp:txBody>
      <dsp:txXfrm>
        <a:off x="33127" y="33127"/>
        <a:ext cx="8696746" cy="612346"/>
      </dsp:txXfrm>
    </dsp:sp>
    <dsp:sp modelId="{AA9C5379-2261-45BD-87D0-AAC3E5AA1EC5}">
      <dsp:nvSpPr>
        <dsp:cNvPr id="0" name=""/>
        <dsp:cNvSpPr/>
      </dsp:nvSpPr>
      <dsp:spPr>
        <a:xfrm>
          <a:off x="0" y="756390"/>
          <a:ext cx="8763000" cy="5642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36830" rIns="206248" bIns="36830" numCol="1" spcCol="1270" anchor="t" anchorCtr="0">
          <a:noAutofit/>
        </a:bodyPr>
        <a:lstStyle/>
        <a:p>
          <a:pPr marL="228600" lvl="1" indent="-228600" algn="just" defTabSz="1022350" rtl="0">
            <a:lnSpc>
              <a:spcPct val="90000"/>
            </a:lnSpc>
            <a:spcBef>
              <a:spcPct val="0"/>
            </a:spcBef>
            <a:spcAft>
              <a:spcPct val="20000"/>
            </a:spcAft>
            <a:buChar char="••"/>
          </a:pPr>
          <a:r>
            <a:rPr lang="en-GB" sz="2300" kern="1200" dirty="0" smtClean="0">
              <a:latin typeface="Times New Roman" pitchFamily="18" charset="0"/>
              <a:cs typeface="Times New Roman" pitchFamily="18" charset="0"/>
            </a:rPr>
            <a:t>Accordingly, an orthodox code should be based on eight principles closely connected with ‘Dogma’ and Canon law. These are:</a:t>
          </a:r>
          <a:endParaRPr lang="en-US" sz="2300" kern="1200" dirty="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dirty="0" smtClean="0">
              <a:latin typeface="Times New Roman" pitchFamily="18" charset="0"/>
              <a:cs typeface="Times New Roman" pitchFamily="18" charset="0"/>
            </a:rPr>
            <a:t>The divine human nature of the Son of God.</a:t>
          </a:r>
          <a:endParaRPr lang="en-US" sz="2300" kern="1200" dirty="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smtClean="0">
              <a:latin typeface="Times New Roman" pitchFamily="18" charset="0"/>
              <a:cs typeface="Times New Roman" pitchFamily="18" charset="0"/>
            </a:rPr>
            <a:t>Universal church in which every member</a:t>
          </a:r>
          <a:endParaRPr lang="en-US" sz="2300" kern="120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dirty="0" smtClean="0">
              <a:latin typeface="Times New Roman" pitchFamily="18" charset="0"/>
              <a:cs typeface="Times New Roman" pitchFamily="18" charset="0"/>
            </a:rPr>
            <a:t>Collaborates in the work for the salvation of souls under the guidance of a hierarch organized in a synod system</a:t>
          </a:r>
          <a:endParaRPr lang="en-US" sz="2300" kern="1200" dirty="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smtClean="0">
              <a:latin typeface="Times New Roman" pitchFamily="18" charset="0"/>
              <a:cs typeface="Times New Roman" pitchFamily="18" charset="0"/>
            </a:rPr>
            <a:t>The exercise of ecclesiastical authority should be governed by the principle of economy.</a:t>
          </a:r>
          <a:endParaRPr lang="en-US" sz="2300" kern="120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dirty="0" smtClean="0">
              <a:latin typeface="Times New Roman" pitchFamily="18" charset="0"/>
              <a:cs typeface="Times New Roman" pitchFamily="18" charset="0"/>
            </a:rPr>
            <a:t>An independence of and at the same time </a:t>
          </a:r>
          <a:endParaRPr lang="en-US" sz="2300" kern="1200" dirty="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smtClean="0">
              <a:latin typeface="Times New Roman" pitchFamily="18" charset="0"/>
              <a:cs typeface="Times New Roman" pitchFamily="18" charset="0"/>
            </a:rPr>
            <a:t>Loyalty to the civil power</a:t>
          </a:r>
          <a:endParaRPr lang="en-US" sz="2300" kern="120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dirty="0" smtClean="0">
              <a:latin typeface="Times New Roman" pitchFamily="18" charset="0"/>
              <a:cs typeface="Times New Roman" pitchFamily="18" charset="0"/>
            </a:rPr>
            <a:t>The autocephalous character of the church</a:t>
          </a:r>
          <a:endParaRPr lang="en-US" sz="2300" kern="1200" dirty="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dirty="0" smtClean="0">
              <a:latin typeface="Times New Roman" pitchFamily="18" charset="0"/>
              <a:cs typeface="Times New Roman" pitchFamily="18" charset="0"/>
            </a:rPr>
            <a:t>Autonomy with regard to a superior orthodox authority.</a:t>
          </a:r>
          <a:endParaRPr lang="en-US" sz="2300" kern="1200" dirty="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smtClean="0">
              <a:latin typeface="Times New Roman" pitchFamily="18" charset="0"/>
              <a:cs typeface="Times New Roman" pitchFamily="18" charset="0"/>
            </a:rPr>
            <a:t>The acceptance of state laws in the ecclesiastical codes or the ‘Nomo canonical’ principle and finally</a:t>
          </a:r>
          <a:endParaRPr lang="en-US" sz="2300" kern="1200">
            <a:latin typeface="Times New Roman" pitchFamily="18" charset="0"/>
            <a:cs typeface="Times New Roman" pitchFamily="18" charset="0"/>
          </a:endParaRPr>
        </a:p>
        <a:p>
          <a:pPr marL="228600" lvl="1" indent="-228600" algn="just" defTabSz="1022350" rtl="0">
            <a:lnSpc>
              <a:spcPct val="90000"/>
            </a:lnSpc>
            <a:spcBef>
              <a:spcPct val="0"/>
            </a:spcBef>
            <a:spcAft>
              <a:spcPct val="20000"/>
            </a:spcAft>
            <a:buChar char="••"/>
          </a:pPr>
          <a:r>
            <a:rPr lang="en-GB" sz="2300" kern="1200" dirty="0" smtClean="0">
              <a:latin typeface="Times New Roman" pitchFamily="18" charset="0"/>
              <a:cs typeface="Times New Roman" pitchFamily="18" charset="0"/>
            </a:rPr>
            <a:t>The territorial principle according to boundaries of dioceses and parishes should correspond to the administrative canon law.</a:t>
          </a:r>
          <a:endParaRPr lang="en-US" sz="2300" kern="1200" dirty="0">
            <a:latin typeface="Times New Roman" pitchFamily="18" charset="0"/>
            <a:cs typeface="Times New Roman" pitchFamily="18" charset="0"/>
          </a:endParaRPr>
        </a:p>
      </dsp:txBody>
      <dsp:txXfrm>
        <a:off x="0" y="756390"/>
        <a:ext cx="8763000" cy="5642819"/>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48198B-B1AA-4D96-BE7D-9B7BECCFA433}">
      <dsp:nvSpPr>
        <dsp:cNvPr id="0" name=""/>
        <dsp:cNvSpPr/>
      </dsp:nvSpPr>
      <dsp:spPr>
        <a:xfrm>
          <a:off x="0" y="76211"/>
          <a:ext cx="8839200" cy="725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l" defTabSz="1377950" rtl="0">
            <a:lnSpc>
              <a:spcPct val="90000"/>
            </a:lnSpc>
            <a:spcBef>
              <a:spcPct val="0"/>
            </a:spcBef>
            <a:spcAft>
              <a:spcPct val="35000"/>
            </a:spcAft>
          </a:pPr>
          <a:r>
            <a:rPr lang="en-US" sz="3100" b="1" kern="1200" dirty="0" smtClean="0">
              <a:latin typeface="Times New Roman" pitchFamily="18" charset="0"/>
              <a:cs typeface="Times New Roman" pitchFamily="18" charset="0"/>
            </a:rPr>
            <a:t>4.5. Bishops and church Legislations</a:t>
          </a:r>
          <a:endParaRPr lang="en-US" sz="3100" kern="1200" dirty="0">
            <a:latin typeface="Times New Roman" pitchFamily="18" charset="0"/>
            <a:cs typeface="Times New Roman" pitchFamily="18" charset="0"/>
          </a:endParaRPr>
        </a:p>
      </dsp:txBody>
      <dsp:txXfrm>
        <a:off x="35411" y="111622"/>
        <a:ext cx="8768378" cy="654577"/>
      </dsp:txXfrm>
    </dsp:sp>
    <dsp:sp modelId="{6FF3766E-2E02-407F-9C51-79073DB83FC3}">
      <dsp:nvSpPr>
        <dsp:cNvPr id="0" name=""/>
        <dsp:cNvSpPr/>
      </dsp:nvSpPr>
      <dsp:spPr>
        <a:xfrm>
          <a:off x="0" y="801611"/>
          <a:ext cx="8839200" cy="5599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39370" rIns="220472" bIns="39370" numCol="1" spcCol="1270" anchor="t" anchorCtr="0">
          <a:noAutofit/>
        </a:bodyPr>
        <a:lstStyle/>
        <a:p>
          <a:pPr marL="228600" lvl="1" indent="-228600" algn="just" defTabSz="1066800" rtl="0">
            <a:lnSpc>
              <a:spcPct val="90000"/>
            </a:lnSpc>
            <a:spcBef>
              <a:spcPct val="0"/>
            </a:spcBef>
            <a:spcAft>
              <a:spcPct val="20000"/>
            </a:spcAft>
            <a:buChar char="••"/>
          </a:pPr>
          <a:r>
            <a:rPr lang="en-GB" sz="2400" kern="1200" dirty="0" smtClean="0">
              <a:latin typeface="Times New Roman" pitchFamily="18" charset="0"/>
              <a:cs typeface="Times New Roman" pitchFamily="18" charset="0"/>
            </a:rPr>
            <a:t>The bishop has the position of a legislation power in the church and its organization.</a:t>
          </a:r>
          <a:endParaRPr lang="en-US" sz="2400" kern="1200" dirty="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GB" sz="2400" kern="1200" dirty="0" smtClean="0">
              <a:latin typeface="Times New Roman" pitchFamily="18" charset="0"/>
              <a:cs typeface="Times New Roman" pitchFamily="18" charset="0"/>
            </a:rPr>
            <a:t>According to the confession elaborated in the epistles of the apostles and the church fathers, the bishops were giving instruction and making regular corresponding to the situation in their jurisdiction.</a:t>
          </a:r>
          <a:endParaRPr lang="en-US" sz="2400" kern="1200" dirty="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GB" sz="2400" kern="1200" smtClean="0">
              <a:latin typeface="Times New Roman" pitchFamily="18" charset="0"/>
              <a:cs typeface="Times New Roman" pitchFamily="18" charset="0"/>
            </a:rPr>
            <a:t>In the 4</a:t>
          </a:r>
          <a:r>
            <a:rPr lang="en-GB" sz="2400" kern="1200" baseline="30000" smtClean="0">
              <a:latin typeface="Times New Roman" pitchFamily="18" charset="0"/>
              <a:cs typeface="Times New Roman" pitchFamily="18" charset="0"/>
            </a:rPr>
            <a:t>th</a:t>
          </a:r>
          <a:r>
            <a:rPr lang="en-GB" sz="2400" kern="1200" smtClean="0">
              <a:latin typeface="Times New Roman" pitchFamily="18" charset="0"/>
              <a:cs typeface="Times New Roman" pitchFamily="18" charset="0"/>
            </a:rPr>
            <a:t> century, the legislation activity of the bishop was legalized through the canons. </a:t>
          </a:r>
          <a:endParaRPr lang="en-US" sz="2400" kern="120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GB" sz="2400" kern="1200" dirty="0" smtClean="0">
              <a:latin typeface="Times New Roman" pitchFamily="18" charset="0"/>
              <a:cs typeface="Times New Roman" pitchFamily="18" charset="0"/>
            </a:rPr>
            <a:t>The 34</a:t>
          </a:r>
          <a:r>
            <a:rPr lang="en-GB" sz="2400" kern="1200" baseline="30000" dirty="0" smtClean="0">
              <a:latin typeface="Times New Roman" pitchFamily="18" charset="0"/>
              <a:cs typeface="Times New Roman" pitchFamily="18" charset="0"/>
            </a:rPr>
            <a:t>th</a:t>
          </a:r>
          <a:r>
            <a:rPr lang="en-GB" sz="2400" kern="1200" dirty="0" smtClean="0">
              <a:latin typeface="Times New Roman" pitchFamily="18" charset="0"/>
              <a:cs typeface="Times New Roman" pitchFamily="18" charset="0"/>
            </a:rPr>
            <a:t> apostolic canons have insured the independence and right of the bishop in order to look after interests of the churches.</a:t>
          </a:r>
          <a:endParaRPr lang="en-US" sz="2400" kern="1200" dirty="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GB" sz="2400" kern="1200" dirty="0" smtClean="0">
              <a:latin typeface="Times New Roman" pitchFamily="18" charset="0"/>
              <a:cs typeface="Times New Roman" pitchFamily="18" charset="0"/>
            </a:rPr>
            <a:t>The bishop is a light of the followers of the apostles and he has a duty to keep relation with other bishops and churches to exercise the apostolic mission in the church.</a:t>
          </a:r>
          <a:endParaRPr lang="en-US" sz="2400" kern="1200" dirty="0">
            <a:latin typeface="Times New Roman" pitchFamily="18" charset="0"/>
            <a:cs typeface="Times New Roman" pitchFamily="18" charset="0"/>
          </a:endParaRPr>
        </a:p>
        <a:p>
          <a:pPr marL="228600" lvl="1" indent="-228600" algn="just" defTabSz="1066800" rtl="0">
            <a:lnSpc>
              <a:spcPct val="90000"/>
            </a:lnSpc>
            <a:spcBef>
              <a:spcPct val="0"/>
            </a:spcBef>
            <a:spcAft>
              <a:spcPct val="20000"/>
            </a:spcAft>
            <a:buChar char="••"/>
          </a:pPr>
          <a:r>
            <a:rPr lang="en-GB" sz="2400" kern="1200" dirty="0" smtClean="0">
              <a:latin typeface="Times New Roman" pitchFamily="18" charset="0"/>
              <a:cs typeface="Times New Roman" pitchFamily="18" charset="0"/>
            </a:rPr>
            <a:t>A decision of a bishop remains obligatory if it is not against the canons.</a:t>
          </a:r>
          <a:endParaRPr lang="en-US" sz="2400" kern="1200" dirty="0">
            <a:latin typeface="Times New Roman" pitchFamily="18" charset="0"/>
            <a:cs typeface="Times New Roman" pitchFamily="18" charset="0"/>
          </a:endParaRPr>
        </a:p>
      </dsp:txBody>
      <dsp:txXfrm>
        <a:off x="0" y="801611"/>
        <a:ext cx="8839200" cy="5599177"/>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102C51-F9D9-4AF1-9860-1C0B69AFB0D7}">
      <dsp:nvSpPr>
        <dsp:cNvPr id="0" name=""/>
        <dsp:cNvSpPr/>
      </dsp:nvSpPr>
      <dsp:spPr>
        <a:xfrm>
          <a:off x="0" y="6"/>
          <a:ext cx="8686800" cy="6540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GB" sz="2800" b="1" kern="1200" dirty="0" smtClean="0">
              <a:latin typeface="Times New Roman" pitchFamily="18" charset="0"/>
              <a:cs typeface="Times New Roman" pitchFamily="18" charset="0"/>
            </a:rPr>
            <a:t>4.6. Particular Right of the believers </a:t>
          </a:r>
          <a:endParaRPr lang="en-US" sz="2800" kern="1200" dirty="0">
            <a:latin typeface="Times New Roman" pitchFamily="18" charset="0"/>
            <a:cs typeface="Times New Roman" pitchFamily="18" charset="0"/>
          </a:endParaRPr>
        </a:p>
      </dsp:txBody>
      <dsp:txXfrm>
        <a:off x="31927" y="31933"/>
        <a:ext cx="8622946" cy="590176"/>
      </dsp:txXfrm>
    </dsp:sp>
    <dsp:sp modelId="{478995D3-E514-487F-A939-81F8E03112CC}">
      <dsp:nvSpPr>
        <dsp:cNvPr id="0" name=""/>
        <dsp:cNvSpPr/>
      </dsp:nvSpPr>
      <dsp:spPr>
        <a:xfrm>
          <a:off x="0" y="654036"/>
          <a:ext cx="8686800" cy="5899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5806" tIns="33020" rIns="184912" bIns="33020" numCol="1" spcCol="1270" anchor="t" anchorCtr="0">
          <a:noAutofit/>
        </a:bodyPr>
        <a:lstStyle/>
        <a:p>
          <a:pPr marL="228600" lvl="1" indent="-228600" algn="just" defTabSz="889000" rtl="0">
            <a:lnSpc>
              <a:spcPct val="90000"/>
            </a:lnSpc>
            <a:spcBef>
              <a:spcPct val="0"/>
            </a:spcBef>
            <a:spcAft>
              <a:spcPct val="20000"/>
            </a:spcAft>
            <a:buChar char="••"/>
          </a:pPr>
          <a:r>
            <a:rPr lang="en-GB" sz="2000" b="1" kern="1200" dirty="0" smtClean="0">
              <a:latin typeface="Times New Roman" pitchFamily="18" charset="0"/>
              <a:cs typeface="Times New Roman" pitchFamily="18" charset="0"/>
            </a:rPr>
            <a:t>Equality and Brotherhood: </a:t>
          </a:r>
          <a:r>
            <a:rPr lang="en-GB" sz="2000" kern="1200" dirty="0" smtClean="0">
              <a:latin typeface="Times New Roman" pitchFamily="18" charset="0"/>
              <a:cs typeface="Times New Roman" pitchFamily="18" charset="0"/>
            </a:rPr>
            <a:t>It is believed all human are born free and equal in dignity. They are endowed with reason and conscience and should act toward one another in a spirit of brotherhood.</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b="1" kern="1200" dirty="0" smtClean="0">
              <a:latin typeface="Times New Roman" pitchFamily="18" charset="0"/>
              <a:cs typeface="Times New Roman" pitchFamily="18" charset="0"/>
            </a:rPr>
            <a:t>A personality cult/ trendy is not recognized in law</a:t>
          </a:r>
          <a:r>
            <a:rPr lang="en-GB" sz="2000" kern="1200" dirty="0" smtClean="0">
              <a:latin typeface="Times New Roman" pitchFamily="18" charset="0"/>
              <a:cs typeface="Times New Roman" pitchFamily="18" charset="0"/>
            </a:rPr>
            <a:t>: Church law should be radically and decisively reject any chains that might suggest inequality among the faithful on principle whatever the function.</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b="1" kern="1200" dirty="0" smtClean="0">
              <a:latin typeface="Times New Roman" pitchFamily="18" charset="0"/>
              <a:cs typeface="Times New Roman" pitchFamily="18" charset="0"/>
            </a:rPr>
            <a:t>Avoiding discrimination: </a:t>
          </a:r>
          <a:r>
            <a:rPr lang="en-GB" sz="2000" kern="1200" dirty="0" smtClean="0">
              <a:latin typeface="Times New Roman" pitchFamily="18" charset="0"/>
              <a:cs typeface="Times New Roman" pitchFamily="18" charset="0"/>
            </a:rPr>
            <a:t>the second article rejects and forms of discrimination in law birth and social background have no claims to special privilege. It is urgently necessary for the law to abolish radically, still legally existing “minority status” of secular and regular female superior.</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b="1" kern="1200" dirty="0" smtClean="0">
              <a:latin typeface="Times New Roman" pitchFamily="18" charset="0"/>
              <a:cs typeface="Times New Roman" pitchFamily="18" charset="0"/>
            </a:rPr>
            <a:t>Equality in the administration of justice: </a:t>
          </a:r>
          <a:r>
            <a:rPr lang="en-GB" sz="2000" kern="1200" dirty="0" smtClean="0">
              <a:latin typeface="Times New Roman" pitchFamily="18" charset="0"/>
              <a:cs typeface="Times New Roman" pitchFamily="18" charset="0"/>
            </a:rPr>
            <a:t>Canon law recognizes the principle that anybody can seek protection for any right he has in the community. In a sacramental community of faith, it is extremely important that the legal way of protecting ones ecclesial rights is clear, public and open to every member with regards to every other member.</a:t>
          </a:r>
          <a:endParaRPr lang="en-US" sz="2000" kern="1200" dirty="0">
            <a:latin typeface="Times New Roman" pitchFamily="18" charset="0"/>
            <a:cs typeface="Times New Roman" pitchFamily="18" charset="0"/>
          </a:endParaRPr>
        </a:p>
        <a:p>
          <a:pPr marL="228600" lvl="1" indent="-228600" algn="just" defTabSz="889000" rtl="0">
            <a:lnSpc>
              <a:spcPct val="90000"/>
            </a:lnSpc>
            <a:spcBef>
              <a:spcPct val="0"/>
            </a:spcBef>
            <a:spcAft>
              <a:spcPct val="20000"/>
            </a:spcAft>
            <a:buChar char="••"/>
          </a:pPr>
          <a:r>
            <a:rPr lang="en-GB" sz="2000" b="1" kern="1200" dirty="0" smtClean="0">
              <a:latin typeface="Times New Roman" pitchFamily="18" charset="0"/>
              <a:cs typeface="Times New Roman" pitchFamily="18" charset="0"/>
            </a:rPr>
            <a:t>Impartial justice:  </a:t>
          </a:r>
          <a:r>
            <a:rPr lang="en-GB" sz="2000" kern="1200" dirty="0" smtClean="0">
              <a:latin typeface="Times New Roman" pitchFamily="18" charset="0"/>
              <a:cs typeface="Times New Roman" pitchFamily="18" charset="0"/>
            </a:rPr>
            <a:t>the existence and effective functioning of independent and impartial justice is a service to both parties and prevents many conflicts that are otherwise difficult. A solution which also will satisfy the community can only be given by an impartial judge who is not dependent of the bishop.</a:t>
          </a:r>
          <a:endParaRPr lang="en-US" sz="2000" kern="1200" dirty="0">
            <a:latin typeface="Times New Roman" pitchFamily="18" charset="0"/>
            <a:cs typeface="Times New Roman" pitchFamily="18" charset="0"/>
          </a:endParaRPr>
        </a:p>
      </dsp:txBody>
      <dsp:txXfrm>
        <a:off x="0" y="654036"/>
        <a:ext cx="8686800" cy="5899156"/>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C6B8C2-4DFF-472D-81B8-7BD4F721CF14}">
      <dsp:nvSpPr>
        <dsp:cNvPr id="0" name=""/>
        <dsp:cNvSpPr/>
      </dsp:nvSpPr>
      <dsp:spPr>
        <a:xfrm>
          <a:off x="0" y="0"/>
          <a:ext cx="8763000" cy="6458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GB" sz="2800" b="1" kern="1200" dirty="0" smtClean="0">
              <a:latin typeface="Times New Roman" pitchFamily="18" charset="0"/>
              <a:cs typeface="Times New Roman" pitchFamily="18" charset="0"/>
            </a:rPr>
            <a:t>Particular Right of the believers …</a:t>
          </a:r>
          <a:endParaRPr lang="en-US" sz="2800" kern="1200" dirty="0">
            <a:latin typeface="Times New Roman" pitchFamily="18" charset="0"/>
            <a:cs typeface="Times New Roman" pitchFamily="18" charset="0"/>
          </a:endParaRPr>
        </a:p>
      </dsp:txBody>
      <dsp:txXfrm>
        <a:off x="31527" y="31527"/>
        <a:ext cx="8699946" cy="582786"/>
      </dsp:txXfrm>
    </dsp:sp>
    <dsp:sp modelId="{26D9DAA7-DF02-4211-BA90-59415C9F9559}">
      <dsp:nvSpPr>
        <dsp:cNvPr id="0" name=""/>
        <dsp:cNvSpPr/>
      </dsp:nvSpPr>
      <dsp:spPr>
        <a:xfrm>
          <a:off x="0" y="722039"/>
          <a:ext cx="8763000" cy="567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29210" rIns="163576" bIns="29210" numCol="1" spcCol="1270" anchor="t" anchorCtr="0">
          <a:noAutofit/>
        </a:bodyPr>
        <a:lstStyle/>
        <a:p>
          <a:pPr marL="171450" lvl="1" indent="-171450" algn="just" defTabSz="800100" rtl="0">
            <a:lnSpc>
              <a:spcPct val="90000"/>
            </a:lnSpc>
            <a:spcBef>
              <a:spcPct val="0"/>
            </a:spcBef>
            <a:spcAft>
              <a:spcPct val="20000"/>
            </a:spcAft>
            <a:buChar char="••"/>
          </a:pPr>
          <a:r>
            <a:rPr lang="en-GB" sz="1800" b="1" kern="1200" dirty="0" smtClean="0">
              <a:latin typeface="Times New Roman" pitchFamily="18" charset="0"/>
              <a:cs typeface="Times New Roman" pitchFamily="18" charset="0"/>
            </a:rPr>
            <a:t>Respect for the private life: </a:t>
          </a:r>
          <a:r>
            <a:rPr lang="en-GB" sz="1800" kern="1200" dirty="0" smtClean="0">
              <a:latin typeface="Times New Roman" pitchFamily="18" charset="0"/>
              <a:cs typeface="Times New Roman" pitchFamily="18" charset="0"/>
            </a:rPr>
            <a:t>these who were adequately protected by church law against almost unlimited interference in private affair and under the regulation that makes even a minimum of privacy impossible.</a:t>
          </a:r>
          <a:endParaRPr lang="en-US" sz="1800" kern="1200" dirty="0">
            <a:latin typeface="Times New Roman" pitchFamily="18" charset="0"/>
            <a:cs typeface="Times New Roman" pitchFamily="18" charset="0"/>
          </a:endParaRPr>
        </a:p>
        <a:p>
          <a:pPr marL="171450" lvl="1" indent="-171450" algn="just" defTabSz="800100" rtl="0">
            <a:lnSpc>
              <a:spcPct val="90000"/>
            </a:lnSpc>
            <a:spcBef>
              <a:spcPct val="0"/>
            </a:spcBef>
            <a:spcAft>
              <a:spcPct val="20000"/>
            </a:spcAft>
            <a:buChar char="••"/>
          </a:pPr>
          <a:r>
            <a:rPr lang="en-GB" sz="1800" b="1" kern="1200" dirty="0" smtClean="0">
              <a:latin typeface="Times New Roman" pitchFamily="18" charset="0"/>
              <a:cs typeface="Times New Roman" pitchFamily="18" charset="0"/>
            </a:rPr>
            <a:t>Freedom of thought conscience and religion: </a:t>
          </a:r>
          <a:r>
            <a:rPr lang="en-GB" sz="1800" kern="1200" dirty="0" smtClean="0">
              <a:latin typeface="Times New Roman" pitchFamily="18" charset="0"/>
              <a:cs typeface="Times New Roman" pitchFamily="18" charset="0"/>
            </a:rPr>
            <a:t> Church law is meant to order the life of the sacramental community of believers and therefore presuppose a free acceptance of the faith. There is no sense in imposing church law on people who do not believe themselves bound by such a law who want to have no part in the community.</a:t>
          </a:r>
          <a:endParaRPr lang="en-US" sz="1800" kern="1200" dirty="0">
            <a:latin typeface="Times New Roman" pitchFamily="18" charset="0"/>
            <a:cs typeface="Times New Roman" pitchFamily="18" charset="0"/>
          </a:endParaRPr>
        </a:p>
        <a:p>
          <a:pPr marL="171450" lvl="1" indent="-171450" algn="just" defTabSz="800100" rtl="0">
            <a:lnSpc>
              <a:spcPct val="90000"/>
            </a:lnSpc>
            <a:spcBef>
              <a:spcPct val="0"/>
            </a:spcBef>
            <a:spcAft>
              <a:spcPct val="20000"/>
            </a:spcAft>
            <a:buChar char="••"/>
          </a:pPr>
          <a:r>
            <a:rPr lang="en-GB" sz="1800" b="1" kern="1200" dirty="0" smtClean="0">
              <a:latin typeface="Times New Roman" pitchFamily="18" charset="0"/>
              <a:cs typeface="Times New Roman" pitchFamily="18" charset="0"/>
            </a:rPr>
            <a:t>Freedom of opinion and expression:</a:t>
          </a:r>
          <a:r>
            <a:rPr lang="en-GB" sz="1800" kern="1200" dirty="0" smtClean="0">
              <a:latin typeface="Times New Roman" pitchFamily="18" charset="0"/>
              <a:cs typeface="Times New Roman" pitchFamily="18" charset="0"/>
            </a:rPr>
            <a:t> the usual ecclesiastical policy of presuming the necessity of secrecy and of only occasionally allowing publicly should be reversed so that the necessity of publicity is presumed and secrecy only occasionally imposed when there are compelling reasons for it.</a:t>
          </a:r>
          <a:r>
            <a:rPr lang="en-GB" sz="1800" b="1" kern="1200" dirty="0" smtClean="0">
              <a:latin typeface="Times New Roman" pitchFamily="18" charset="0"/>
              <a:cs typeface="Times New Roman" pitchFamily="18" charset="0"/>
            </a:rPr>
            <a:t> </a:t>
          </a:r>
          <a:endParaRPr lang="en-US" sz="1800" kern="1200" dirty="0">
            <a:latin typeface="Times New Roman" pitchFamily="18" charset="0"/>
            <a:cs typeface="Times New Roman" pitchFamily="18" charset="0"/>
          </a:endParaRPr>
        </a:p>
        <a:p>
          <a:pPr marL="171450" lvl="1" indent="-171450" algn="just" defTabSz="800100" rtl="0">
            <a:lnSpc>
              <a:spcPct val="90000"/>
            </a:lnSpc>
            <a:spcBef>
              <a:spcPct val="0"/>
            </a:spcBef>
            <a:spcAft>
              <a:spcPct val="20000"/>
            </a:spcAft>
            <a:buChar char="••"/>
          </a:pPr>
          <a:r>
            <a:rPr lang="en-GB" sz="1800" b="1" kern="1200" smtClean="0">
              <a:latin typeface="Times New Roman" pitchFamily="18" charset="0"/>
              <a:cs typeface="Times New Roman" pitchFamily="18" charset="0"/>
            </a:rPr>
            <a:t>Freedom assembly and association:</a:t>
          </a:r>
          <a:r>
            <a:rPr lang="en-GB" sz="1800" kern="1200" smtClean="0">
              <a:latin typeface="Times New Roman" pitchFamily="18" charset="0"/>
              <a:cs typeface="Times New Roman" pitchFamily="18" charset="0"/>
            </a:rPr>
            <a:t> The principles which govern freedom of association in the church have been set out in the constitution on the apostolate of the laity.</a:t>
          </a:r>
          <a:endParaRPr lang="en-US" sz="1800" kern="1200">
            <a:latin typeface="Times New Roman" pitchFamily="18" charset="0"/>
            <a:cs typeface="Times New Roman" pitchFamily="18" charset="0"/>
          </a:endParaRPr>
        </a:p>
        <a:p>
          <a:pPr marL="171450" lvl="1" indent="-171450" algn="just" defTabSz="800100" rtl="0">
            <a:lnSpc>
              <a:spcPct val="90000"/>
            </a:lnSpc>
            <a:spcBef>
              <a:spcPct val="0"/>
            </a:spcBef>
            <a:spcAft>
              <a:spcPct val="20000"/>
            </a:spcAft>
            <a:buChar char="••"/>
          </a:pPr>
          <a:r>
            <a:rPr lang="en-GB" sz="1800" b="1" kern="1200" dirty="0" smtClean="0">
              <a:latin typeface="Times New Roman" pitchFamily="18" charset="0"/>
              <a:cs typeface="Times New Roman" pitchFamily="18" charset="0"/>
            </a:rPr>
            <a:t>Democracy: </a:t>
          </a:r>
          <a:r>
            <a:rPr lang="en-GB" sz="1800" kern="1200" dirty="0" smtClean="0">
              <a:latin typeface="Times New Roman" pitchFamily="18" charset="0"/>
              <a:cs typeface="Times New Roman" pitchFamily="18" charset="0"/>
            </a:rPr>
            <a:t>the indispensable condition for the further development of democratic structures within the church is the development of each one’s awareness of their own personal responsibility to the Lord.</a:t>
          </a:r>
          <a:endParaRPr lang="en-US" sz="1800" kern="1200" dirty="0">
            <a:latin typeface="Times New Roman" pitchFamily="18" charset="0"/>
            <a:cs typeface="Times New Roman" pitchFamily="18" charset="0"/>
          </a:endParaRPr>
        </a:p>
        <a:p>
          <a:pPr marL="171450" lvl="1" indent="-171450" algn="just" defTabSz="800100" rtl="0">
            <a:lnSpc>
              <a:spcPct val="90000"/>
            </a:lnSpc>
            <a:spcBef>
              <a:spcPct val="0"/>
            </a:spcBef>
            <a:spcAft>
              <a:spcPct val="20000"/>
            </a:spcAft>
            <a:buChar char="••"/>
          </a:pPr>
          <a:r>
            <a:rPr lang="en-GB" sz="1800" b="1" kern="1200" dirty="0" smtClean="0">
              <a:latin typeface="Times New Roman" pitchFamily="18" charset="0"/>
              <a:cs typeface="Times New Roman" pitchFamily="18" charset="0"/>
            </a:rPr>
            <a:t>Participation in the cultural life of the community: </a:t>
          </a:r>
          <a:r>
            <a:rPr lang="en-GB" sz="1800" kern="1200" dirty="0" smtClean="0">
              <a:latin typeface="Times New Roman" pitchFamily="18" charset="0"/>
              <a:cs typeface="Times New Roman" pitchFamily="18" charset="0"/>
            </a:rPr>
            <a:t>Universal declaration of human rights can be an inspiration, not only for a new codification of Christian rights in a new church order, but also for the growth of a social law as has already happened in the legislation.</a:t>
          </a:r>
          <a:endParaRPr lang="en-US" sz="1800" kern="1200" dirty="0">
            <a:latin typeface="Times New Roman" pitchFamily="18" charset="0"/>
            <a:cs typeface="Times New Roman" pitchFamily="18" charset="0"/>
          </a:endParaRPr>
        </a:p>
      </dsp:txBody>
      <dsp:txXfrm>
        <a:off x="0" y="722039"/>
        <a:ext cx="8763000" cy="56787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2830" tIns="46415" rIns="92830" bIns="46415" rtlCol="0"/>
          <a:lstStyle>
            <a:lvl1pPr algn="r">
              <a:defRPr sz="1200"/>
            </a:lvl1pPr>
          </a:lstStyle>
          <a:p>
            <a:fld id="{70F976B8-89F5-4856-AD84-0CBCEE8019EA}" type="datetimeFigureOut">
              <a:rPr lang="en-US" smtClean="0"/>
              <a:pPr/>
              <a:t>4/12/2025</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15791"/>
            <a:ext cx="5608320" cy="4183380"/>
          </a:xfrm>
          <a:prstGeom prst="rect">
            <a:avLst/>
          </a:prstGeom>
        </p:spPr>
        <p:txBody>
          <a:bodyPr vert="horz" lIns="92830" tIns="46415" rIns="92830" bIns="46415"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6"/>
            <a:ext cx="3037840" cy="464820"/>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6"/>
            <a:ext cx="3037840" cy="464820"/>
          </a:xfrm>
          <a:prstGeom prst="rect">
            <a:avLst/>
          </a:prstGeom>
        </p:spPr>
        <p:txBody>
          <a:bodyPr vert="horz" lIns="92830" tIns="46415" rIns="92830" bIns="46415" rtlCol="0" anchor="b"/>
          <a:lstStyle>
            <a:lvl1pPr algn="r">
              <a:defRPr sz="1200"/>
            </a:lvl1pPr>
          </a:lstStyle>
          <a:p>
            <a:fld id="{9A7B9BF7-C771-42D8-9B9B-2282E2610907}" type="slidenum">
              <a:rPr lang="en-US" smtClean="0"/>
              <a:pPr/>
              <a:t>‹#›</a:t>
            </a:fld>
            <a:endParaRPr lang="en-US"/>
          </a:p>
        </p:txBody>
      </p:sp>
    </p:spTree>
    <p:extLst>
      <p:ext uri="{BB962C8B-B14F-4D97-AF65-F5344CB8AC3E}">
        <p14:creationId xmlns:p14="http://schemas.microsoft.com/office/powerpoint/2010/main" val="1742084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8CFFD81-E77F-4942-BD55-CA7A7D95A5FF}" type="datetime1">
              <a:rPr lang="en-US" smtClean="0"/>
              <a:pPr/>
              <a:t>4/12/2025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9FCD94-3B3F-4672-91EF-40798EC0D4AF}" type="slidenum">
              <a:rPr lang="en-US" smtClean="0"/>
              <a:pPr/>
              <a:t>‹#›</a:t>
            </a:fld>
            <a:endParaRPr lang="en-US"/>
          </a:p>
        </p:txBody>
      </p:sp>
      <p:sp>
        <p:nvSpPr>
          <p:cNvPr id="2" name="Title 1"/>
          <p:cNvSpPr>
            <a:spLocks noGrp="1"/>
          </p:cNvSpPr>
          <p:nvPr>
            <p:ph type="ctrTitle"/>
          </p:nvPr>
        </p:nvSpPr>
        <p:spPr>
          <a:xfrm>
            <a:off x="817581" y="3132290"/>
            <a:ext cx="7175351" cy="1793167"/>
          </a:xfrm>
          <a:effectLst/>
        </p:spPr>
        <p:txBody>
          <a:bodyPr>
            <a:noAutofit/>
          </a:bodyPr>
          <a:lstStyle>
            <a:lvl1pPr marL="640080" indent="-457200" algn="l">
              <a:defRPr sz="5400"/>
            </a:lvl1p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0557C9-533B-439B-ACFC-710F6C3A7A3B}" type="datetime1">
              <a:rPr lang="en-US" smtClean="0"/>
              <a:pPr/>
              <a:t>4/12/2025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9FCD94-3B3F-4672-91EF-40798EC0D4AF}" type="slidenum">
              <a:rPr lang="en-US" smtClean="0"/>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
        <p:nvSpPr>
          <p:cNvPr id="10" name="Content Placeholder 9"/>
          <p:cNvSpPr>
            <a:spLocks noGrp="1"/>
          </p:cNvSpPr>
          <p:nvPr>
            <p:ph sz="quarter" idx="13"/>
          </p:nvPr>
        </p:nvSpPr>
        <p:spPr>
          <a:xfrm>
            <a:off x="1143000" y="731520"/>
            <a:ext cx="6400800"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E6C109-069A-4A6A-9C56-F3FC9413FDD8}" type="datetime1">
              <a:rPr lang="en-US" smtClean="0"/>
              <a:pPr/>
              <a:t>4/12/2025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9FCD94-3B3F-4672-91EF-40798EC0D4AF}"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90ECE2A-C28A-4362-BC7F-2EF48489F8C9}" type="datetime1">
              <a:rPr lang="en-US" smtClean="0"/>
              <a:pPr/>
              <a:t>4/12/2025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9FCD94-3B3F-4672-91EF-40798EC0D4AF}" type="slidenum">
              <a:rPr lang="en-US" smtClean="0"/>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en-US" smtClean="0"/>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5F0C639-C996-4DB4-953D-F0E7086430A3}" type="datetime1">
              <a:rPr lang="en-US" smtClean="0"/>
              <a:pPr/>
              <a:t>4/12/2025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9FCD94-3B3F-4672-91EF-40798EC0D4AF}" type="slidenum">
              <a:rPr lang="en-US" smtClean="0"/>
              <a:pPr/>
              <a:t>‹#›</a:t>
            </a:fld>
            <a:endParaRPr lang="en-US"/>
          </a:p>
        </p:txBody>
      </p:sp>
      <p:sp>
        <p:nvSpPr>
          <p:cNvPr id="10" name="Title 9"/>
          <p:cNvSpPr>
            <a:spLocks noGrp="1"/>
          </p:cNvSpPr>
          <p:nvPr>
            <p:ph type="title"/>
          </p:nvPr>
        </p:nvSpPr>
        <p:spPr/>
        <p:txBody>
          <a:body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F6AA802-2C10-4D25-9175-DAECCC141779}" type="datetime1">
              <a:rPr lang="en-US" smtClean="0"/>
              <a:pPr/>
              <a:t>4/12/2025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9FCD94-3B3F-4672-91EF-40798EC0D4AF}"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787160-44F0-45FA-ABE4-5A65E79351EC}" type="datetime1">
              <a:rPr lang="en-US" smtClean="0"/>
              <a:pPr/>
              <a:t>4/12/2025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9FCD94-3B3F-4672-91EF-40798EC0D4AF}"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8D2DFF-FBB9-4936-8D3D-0B9EBEB9299A}" type="datetime1">
              <a:rPr lang="en-US" smtClean="0"/>
              <a:pPr/>
              <a:t>4/12/2025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9FCD94-3B3F-4672-91EF-40798EC0D4AF}"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F67FA7D-774B-4CC8-86FA-1DC842BB8287}" type="datetime1">
              <a:rPr lang="en-US" smtClean="0"/>
              <a:pPr/>
              <a:t>4/12/2025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9FCD94-3B3F-4672-91EF-40798EC0D4AF}" type="slidenum">
              <a:rPr lang="en-US" smtClean="0"/>
              <a:pPr/>
              <a:t>‹#›</a:t>
            </a:fld>
            <a:endParaRPr lang="en-US"/>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E0CE89-A18E-40D0-B007-A339BC392D5E}" type="datetime1">
              <a:rPr lang="en-US" smtClean="0"/>
              <a:pPr/>
              <a:t>4/12/2025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9FCD94-3B3F-4672-91EF-40798EC0D4AF}"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DC2EF67-171D-4FF6-AF2F-B01E2BADB33B}" type="datetime1">
              <a:rPr lang="en-US" smtClean="0"/>
              <a:pPr/>
              <a:t>4/12/2025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9FCD94-3B3F-4672-91EF-40798EC0D4AF}" type="slidenum">
              <a:rPr lang="en-US" smtClean="0"/>
              <a:pPr/>
              <a:t>‹#›</a:t>
            </a:fld>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793289" y="4372168"/>
            <a:ext cx="6512511" cy="1143000"/>
          </a:xfrm>
          <a:prstGeom prst="rect">
            <a:avLst/>
          </a:prstGeom>
          <a:effectLst/>
        </p:spPr>
        <p:txBody>
          <a:bodyPr vert="horz" lIns="91440" tIns="45720" rIns="91440" bIns="45720" rtlCol="0" anchor="t" anchorCtr="0">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43000" y="732260"/>
            <a:ext cx="6400800" cy="347472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A76583BE-4FD7-425C-B156-BE508F052684}" type="datetime1">
              <a:rPr lang="en-US" smtClean="0"/>
              <a:pPr/>
              <a:t>4/12/2025</a:t>
            </a:fld>
            <a:endParaRPr lang="en-US"/>
          </a:p>
        </p:txBody>
      </p:sp>
      <p:sp>
        <p:nvSpPr>
          <p:cNvPr id="5" name="Footer Placeholder 4"/>
          <p:cNvSpPr>
            <a:spLocks noGrp="1"/>
          </p:cNvSpPr>
          <p:nvPr>
            <p:ph type="ftr" sz="quarter" idx="3"/>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E39FCD94-3B3F-4672-91EF-40798EC0D4A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39.xml"/><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41.xml"/><Relationship Id="rId2" Type="http://schemas.openxmlformats.org/officeDocument/2006/relationships/diagramData" Target="../diagrams/data41.xml"/><Relationship Id="rId1" Type="http://schemas.openxmlformats.org/officeDocument/2006/relationships/slideLayout" Target="../slideLayouts/slideLayout2.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42.xml"/><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3.xml"/><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4.xm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6.xml"/><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5" Type="http://schemas.openxmlformats.org/officeDocument/2006/relationships/diagramColors" Target="../diagrams/colors46.xml"/><Relationship Id="rId4" Type="http://schemas.openxmlformats.org/officeDocument/2006/relationships/diagramQuickStyle" Target="../diagrams/quickStyle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E39FCD94-3B3F-4672-91EF-40798EC0D4AF}" type="slidenum">
              <a:rPr lang="en-US" smtClean="0"/>
              <a:pPr/>
              <a:t>1</a:t>
            </a:fld>
            <a:endParaRPr lang="en-US" dirty="0"/>
          </a:p>
        </p:txBody>
      </p:sp>
      <p:sp>
        <p:nvSpPr>
          <p:cNvPr id="3" name="Content Placeholder 2"/>
          <p:cNvSpPr>
            <a:spLocks noGrp="1"/>
          </p:cNvSpPr>
          <p:nvPr>
            <p:ph sz="quarter" idx="13"/>
          </p:nvPr>
        </p:nvSpPr>
        <p:spPr>
          <a:xfrm>
            <a:off x="152400" y="304800"/>
            <a:ext cx="8686800" cy="6400800"/>
          </a:xfrm>
        </p:spPr>
        <p:txBody>
          <a:bodyPr>
            <a:normAutofit fontScale="92500" lnSpcReduction="10000"/>
          </a:bodyPr>
          <a:lstStyle/>
          <a:p>
            <a:pPr algn="ctr">
              <a:buNone/>
            </a:pPr>
            <a:r>
              <a:rPr lang="en-US" sz="2400" b="1" dirty="0" smtClean="0">
                <a:latin typeface="Times New Roman" pitchFamily="18" charset="0"/>
                <a:cs typeface="Times New Roman" pitchFamily="18" charset="0"/>
              </a:rPr>
              <a:t>HOLY TRINITY UNIVERSITY, ADDIS ABABA </a:t>
            </a:r>
          </a:p>
          <a:p>
            <a:pPr algn="just">
              <a:buNone/>
            </a:pPr>
            <a:endParaRPr lang="en-US" sz="2400" b="1" dirty="0">
              <a:latin typeface="Times New Roman" pitchFamily="18" charset="0"/>
              <a:cs typeface="Times New Roman" pitchFamily="18" charset="0"/>
            </a:endParaRPr>
          </a:p>
          <a:p>
            <a:pPr algn="just">
              <a:buNone/>
            </a:pPr>
            <a:endParaRPr lang="en-US" sz="2400" b="1" dirty="0" smtClean="0">
              <a:latin typeface="Times New Roman" pitchFamily="18" charset="0"/>
              <a:cs typeface="Times New Roman" pitchFamily="18" charset="0"/>
            </a:endParaRPr>
          </a:p>
          <a:p>
            <a:pPr algn="ctr">
              <a:buNone/>
            </a:pPr>
            <a:endParaRPr lang="en-US" sz="2000" b="1" dirty="0" smtClean="0">
              <a:latin typeface="Times New Roman" pitchFamily="18" charset="0"/>
              <a:cs typeface="Times New Roman" pitchFamily="18" charset="0"/>
            </a:endParaRPr>
          </a:p>
          <a:p>
            <a:pPr algn="ctr">
              <a:buNone/>
            </a:pPr>
            <a:r>
              <a:rPr lang="en-US" sz="2200" b="1" dirty="0" smtClean="0">
                <a:latin typeface="Times New Roman" pitchFamily="18" charset="0"/>
                <a:cs typeface="Times New Roman" pitchFamily="18" charset="0"/>
              </a:rPr>
              <a:t>CANON LAW  AND CHURCH ADMISTRATION II</a:t>
            </a:r>
            <a:endParaRPr lang="en-US" sz="2400" b="1" dirty="0" smtClean="0">
              <a:latin typeface="Times New Roman" pitchFamily="18" charset="0"/>
              <a:cs typeface="Times New Roman" pitchFamily="18" charset="0"/>
            </a:endParaRPr>
          </a:p>
          <a:p>
            <a:pPr algn="ctr">
              <a:buNone/>
            </a:pPr>
            <a:endParaRPr lang="en-US" sz="2400" b="1" dirty="0" smtClean="0">
              <a:latin typeface="Times New Roman" pitchFamily="18" charset="0"/>
              <a:cs typeface="Times New Roman" pitchFamily="18" charset="0"/>
            </a:endParaRPr>
          </a:p>
          <a:p>
            <a:pPr algn="ctr">
              <a:buNone/>
            </a:pPr>
            <a:endParaRPr lang="en-US" sz="2400" b="1" dirty="0" smtClean="0">
              <a:latin typeface="Times New Roman" pitchFamily="18" charset="0"/>
              <a:cs typeface="Times New Roman" pitchFamily="18" charset="0"/>
            </a:endParaRPr>
          </a:p>
          <a:p>
            <a:pPr algn="ctr">
              <a:buNone/>
            </a:pPr>
            <a:r>
              <a:rPr lang="en-US" sz="2400" b="1" dirty="0" smtClean="0">
                <a:latin typeface="Times New Roman" pitchFamily="18" charset="0"/>
                <a:cs typeface="Times New Roman" pitchFamily="18" charset="0"/>
              </a:rPr>
              <a:t>BY</a:t>
            </a:r>
          </a:p>
          <a:p>
            <a:pPr algn="ctr">
              <a:buNone/>
            </a:pPr>
            <a:r>
              <a:rPr lang="en-US" sz="2400" b="1" i="1" dirty="0" smtClean="0">
                <a:latin typeface="Times New Roman" pitchFamily="18" charset="0"/>
                <a:cs typeface="Times New Roman" pitchFamily="18" charset="0"/>
              </a:rPr>
              <a:t>ABINET ASRAT (ASSISTANCE PROFESSOR) </a:t>
            </a:r>
          </a:p>
          <a:p>
            <a:pPr algn="ctr">
              <a:buNone/>
            </a:pPr>
            <a:endParaRPr lang="en-US" sz="2400" b="1" dirty="0" smtClean="0">
              <a:latin typeface="Times New Roman" pitchFamily="18" charset="0"/>
              <a:cs typeface="Times New Roman" pitchFamily="18" charset="0"/>
            </a:endParaRPr>
          </a:p>
          <a:p>
            <a:pPr algn="r">
              <a:buNone/>
            </a:pPr>
            <a:endParaRPr lang="en-US" sz="2400" b="1" i="1" dirty="0" smtClean="0">
              <a:latin typeface="Times New Roman" pitchFamily="18" charset="0"/>
              <a:cs typeface="Times New Roman" pitchFamily="18" charset="0"/>
            </a:endParaRPr>
          </a:p>
          <a:p>
            <a:pPr algn="r">
              <a:buNone/>
            </a:pPr>
            <a:endParaRPr lang="en-US" sz="2400" b="1" i="1" dirty="0" smtClean="0">
              <a:latin typeface="Times New Roman" pitchFamily="18" charset="0"/>
              <a:cs typeface="Times New Roman" pitchFamily="18" charset="0"/>
            </a:endParaRPr>
          </a:p>
          <a:p>
            <a:pPr algn="r">
              <a:buNone/>
            </a:pPr>
            <a:endParaRPr lang="en-US" sz="2400" b="1" i="1" dirty="0" smtClean="0">
              <a:latin typeface="Times New Roman" pitchFamily="18" charset="0"/>
              <a:cs typeface="Times New Roman" pitchFamily="18" charset="0"/>
            </a:endParaRPr>
          </a:p>
          <a:p>
            <a:pPr algn="r">
              <a:buNone/>
            </a:pPr>
            <a:r>
              <a:rPr lang="en-US" sz="2400" b="1" i="1" dirty="0" smtClean="0">
                <a:latin typeface="Times New Roman" pitchFamily="18" charset="0"/>
                <a:cs typeface="Times New Roman" pitchFamily="18" charset="0"/>
              </a:rPr>
              <a:t>MARCH, 2025/2017</a:t>
            </a:r>
          </a:p>
          <a:p>
            <a:pPr algn="r">
              <a:buNone/>
            </a:pPr>
            <a:r>
              <a:rPr lang="en-US" sz="2400" b="1" i="1" dirty="0" smtClean="0">
                <a:latin typeface="Times New Roman" pitchFamily="18" charset="0"/>
                <a:cs typeface="Times New Roman" pitchFamily="18" charset="0"/>
              </a:rPr>
              <a:t>ADDIS ABABA</a:t>
            </a:r>
            <a:endParaRPr lang="en-US" sz="2400" i="1" dirty="0">
              <a:latin typeface="Times New Roman" pitchFamily="18" charset="0"/>
              <a:cs typeface="Times New Roman" pitchFamily="18" charset="0"/>
            </a:endParaRPr>
          </a:p>
        </p:txBody>
      </p:sp>
    </p:spTree>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2</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1924943974"/>
              </p:ext>
            </p:extLst>
          </p:nvPr>
        </p:nvGraphicFramePr>
        <p:xfrm>
          <a:off x="152400" y="152400"/>
          <a:ext cx="8839200"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9725440"/>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3</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2278455826"/>
              </p:ext>
            </p:extLst>
          </p:nvPr>
        </p:nvGraphicFramePr>
        <p:xfrm>
          <a:off x="76200" y="152400"/>
          <a:ext cx="8915400"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94867513"/>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4</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897574565"/>
              </p:ext>
            </p:extLst>
          </p:nvPr>
        </p:nvGraphicFramePr>
        <p:xfrm>
          <a:off x="152400" y="152400"/>
          <a:ext cx="8839200" cy="662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4463050"/>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5</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2538156605"/>
              </p:ext>
            </p:extLst>
          </p:nvPr>
        </p:nvGraphicFramePr>
        <p:xfrm>
          <a:off x="76200" y="76200"/>
          <a:ext cx="8991600" cy="662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1614444"/>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6</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916683157"/>
              </p:ext>
            </p:extLst>
          </p:nvPr>
        </p:nvGraphicFramePr>
        <p:xfrm>
          <a:off x="152400" y="152400"/>
          <a:ext cx="8839200" cy="662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02829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7</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3275983986"/>
              </p:ext>
            </p:extLst>
          </p:nvPr>
        </p:nvGraphicFramePr>
        <p:xfrm>
          <a:off x="152400" y="152400"/>
          <a:ext cx="87630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8833061"/>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8</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244503116"/>
              </p:ext>
            </p:extLst>
          </p:nvPr>
        </p:nvGraphicFramePr>
        <p:xfrm>
          <a:off x="152400" y="152400"/>
          <a:ext cx="8839200"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6965395"/>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9</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3730601305"/>
              </p:ext>
            </p:extLst>
          </p:nvPr>
        </p:nvGraphicFramePr>
        <p:xfrm>
          <a:off x="228600" y="76200"/>
          <a:ext cx="8763000"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86903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10</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3045565800"/>
              </p:ext>
            </p:extLst>
          </p:nvPr>
        </p:nvGraphicFramePr>
        <p:xfrm>
          <a:off x="152400" y="152400"/>
          <a:ext cx="8915400"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7161747"/>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11</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942816659"/>
              </p:ext>
            </p:extLst>
          </p:nvPr>
        </p:nvGraphicFramePr>
        <p:xfrm>
          <a:off x="228600" y="76200"/>
          <a:ext cx="8705088" cy="662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1748333"/>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12</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3602609366"/>
              </p:ext>
            </p:extLst>
          </p:nvPr>
        </p:nvGraphicFramePr>
        <p:xfrm>
          <a:off x="152400" y="228600"/>
          <a:ext cx="89154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8309110"/>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13</a:t>
            </a:fld>
            <a:endParaRPr lang="en-US"/>
          </a:p>
        </p:txBody>
      </p:sp>
      <p:graphicFrame>
        <p:nvGraphicFramePr>
          <p:cNvPr id="6" name="Content Placeholder 5"/>
          <p:cNvGraphicFramePr>
            <a:graphicFrameLocks noGrp="1"/>
          </p:cNvGraphicFramePr>
          <p:nvPr>
            <p:ph sz="quarter" idx="13"/>
            <p:extLst>
              <p:ext uri="{D42A27DB-BD31-4B8C-83A1-F6EECF244321}">
                <p14:modId xmlns:p14="http://schemas.microsoft.com/office/powerpoint/2010/main" val="4020322406"/>
              </p:ext>
            </p:extLst>
          </p:nvPr>
        </p:nvGraphicFramePr>
        <p:xfrm>
          <a:off x="152400" y="152400"/>
          <a:ext cx="8839200"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9459084"/>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14</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3491483523"/>
              </p:ext>
            </p:extLst>
          </p:nvPr>
        </p:nvGraphicFramePr>
        <p:xfrm>
          <a:off x="152400" y="152400"/>
          <a:ext cx="8839200"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9407810"/>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15</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2502476778"/>
              </p:ext>
            </p:extLst>
          </p:nvPr>
        </p:nvGraphicFramePr>
        <p:xfrm>
          <a:off x="152400" y="152400"/>
          <a:ext cx="8781288"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2089831"/>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16</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886477770"/>
              </p:ext>
            </p:extLst>
          </p:nvPr>
        </p:nvGraphicFramePr>
        <p:xfrm>
          <a:off x="152400" y="152400"/>
          <a:ext cx="8839200"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47933894"/>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17</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737560374"/>
              </p:ext>
            </p:extLst>
          </p:nvPr>
        </p:nvGraphicFramePr>
        <p:xfrm>
          <a:off x="152400" y="152400"/>
          <a:ext cx="8839200"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5778214"/>
      </p:ext>
    </p:extLst>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18</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923439739"/>
              </p:ext>
            </p:extLst>
          </p:nvPr>
        </p:nvGraphicFramePr>
        <p:xfrm>
          <a:off x="228600" y="152400"/>
          <a:ext cx="8705088"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4871716"/>
      </p:ext>
    </p:extLst>
  </p:cSld>
  <p:clrMapOvr>
    <a:masterClrMapping/>
  </p:clrMapOvr>
  <p:transition spd="slow">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19</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3720420827"/>
              </p:ext>
            </p:extLst>
          </p:nvPr>
        </p:nvGraphicFramePr>
        <p:xfrm>
          <a:off x="228600" y="228600"/>
          <a:ext cx="8705088"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7602951"/>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20</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2002699726"/>
              </p:ext>
            </p:extLst>
          </p:nvPr>
        </p:nvGraphicFramePr>
        <p:xfrm>
          <a:off x="152400" y="228600"/>
          <a:ext cx="8839200" cy="640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60092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21</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2690932799"/>
              </p:ext>
            </p:extLst>
          </p:nvPr>
        </p:nvGraphicFramePr>
        <p:xfrm>
          <a:off x="152400" y="152400"/>
          <a:ext cx="8839200"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5748126"/>
      </p:ext>
    </p:ext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22</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4087143276"/>
              </p:ext>
            </p:extLst>
          </p:nvPr>
        </p:nvGraphicFramePr>
        <p:xfrm>
          <a:off x="152400" y="228600"/>
          <a:ext cx="8839200" cy="640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65244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23</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1512978717"/>
              </p:ext>
            </p:extLst>
          </p:nvPr>
        </p:nvGraphicFramePr>
        <p:xfrm>
          <a:off x="152400" y="152400"/>
          <a:ext cx="8781288"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3499851"/>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24</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2359916774"/>
              </p:ext>
            </p:extLst>
          </p:nvPr>
        </p:nvGraphicFramePr>
        <p:xfrm>
          <a:off x="152400" y="152400"/>
          <a:ext cx="8781288"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6962408"/>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25</a:t>
            </a:fld>
            <a:endParaRPr lang="en-US"/>
          </a:p>
        </p:txBody>
      </p:sp>
      <p:sp>
        <p:nvSpPr>
          <p:cNvPr id="4" name="Content Placeholder 3"/>
          <p:cNvSpPr>
            <a:spLocks noGrp="1"/>
          </p:cNvSpPr>
          <p:nvPr>
            <p:ph sz="quarter" idx="13"/>
          </p:nvPr>
        </p:nvSpPr>
        <p:spPr>
          <a:xfrm>
            <a:off x="152400" y="152400"/>
            <a:ext cx="8839200" cy="6553200"/>
          </a:xfrm>
        </p:spPr>
        <p:txBody>
          <a:bodyPr/>
          <a:lstStyle/>
          <a:p>
            <a:pPr marL="0" lvl="0" indent="0" algn="just">
              <a:spcBef>
                <a:spcPts val="0"/>
              </a:spcBef>
              <a:spcAft>
                <a:spcPts val="0"/>
              </a:spcAft>
              <a:buClr>
                <a:srgbClr val="F14124">
                  <a:lumMod val="75000"/>
                </a:srgbClr>
              </a:buClr>
              <a:buNone/>
              <a:tabLst>
                <a:tab pos="400050" algn="l"/>
              </a:tabLst>
            </a:pPr>
            <a:r>
              <a:rPr lang="en-US" sz="3200" b="1" dirty="0">
                <a:solidFill>
                  <a:prstClr val="black">
                    <a:lumMod val="75000"/>
                    <a:lumOff val="25000"/>
                  </a:prstClr>
                </a:solidFill>
                <a:latin typeface="Times New Roman" panose="02020603050405020304" pitchFamily="18" charset="0"/>
                <a:ea typeface="Calibri"/>
                <a:cs typeface="Times New Roman" panose="02020603050405020304" pitchFamily="18" charset="0"/>
              </a:rPr>
              <a:t>The Church administration and its power</a:t>
            </a:r>
          </a:p>
          <a:p>
            <a:pPr lvl="0" algn="just">
              <a:spcBef>
                <a:spcPts val="0"/>
              </a:spcBef>
              <a:spcAft>
                <a:spcPts val="0"/>
              </a:spcAft>
              <a:buClr>
                <a:srgbClr val="0BD0D9"/>
              </a:buClr>
              <a:buFont typeface="Wingdings" pitchFamily="2" charset="2"/>
              <a:buChar char="v"/>
            </a:pPr>
            <a:r>
              <a:rPr lang="en-GB" sz="3200" dirty="0">
                <a:solidFill>
                  <a:prstClr val="black"/>
                </a:solidFill>
                <a:latin typeface="Times New Roman" panose="02020603050405020304" pitchFamily="18" charset="0"/>
                <a:ea typeface="Calibri"/>
                <a:cs typeface="Times New Roman" panose="02020603050405020304" pitchFamily="18" charset="0"/>
              </a:rPr>
              <a:t>The church power contains three majors </a:t>
            </a:r>
            <a:r>
              <a:rPr lang="en-US" sz="3200" dirty="0">
                <a:solidFill>
                  <a:prstClr val="black"/>
                </a:solidFill>
                <a:latin typeface="Times New Roman" panose="02020603050405020304" pitchFamily="18" charset="0"/>
                <a:ea typeface="Calibri"/>
                <a:cs typeface="Times New Roman" panose="02020603050405020304" pitchFamily="18" charset="0"/>
              </a:rPr>
              <a:t>administration powers </a:t>
            </a:r>
            <a:r>
              <a:rPr lang="en-GB" sz="3200" dirty="0">
                <a:solidFill>
                  <a:prstClr val="black"/>
                </a:solidFill>
                <a:latin typeface="Times New Roman" panose="02020603050405020304" pitchFamily="18" charset="0"/>
                <a:ea typeface="Calibri"/>
                <a:cs typeface="Times New Roman" panose="02020603050405020304" pitchFamily="18" charset="0"/>
              </a:rPr>
              <a:t>: </a:t>
            </a:r>
          </a:p>
          <a:p>
            <a:pPr lvl="0" algn="just">
              <a:spcBef>
                <a:spcPts val="0"/>
              </a:spcBef>
              <a:spcAft>
                <a:spcPts val="0"/>
              </a:spcAft>
              <a:buClr>
                <a:srgbClr val="0BD0D9"/>
              </a:buClr>
              <a:buFont typeface="Wingdings" panose="05000000000000000000" pitchFamily="2" charset="2"/>
              <a:buChar char="ü"/>
            </a:pPr>
            <a:r>
              <a:rPr lang="en-GB" sz="3200" dirty="0">
                <a:solidFill>
                  <a:prstClr val="black"/>
                </a:solidFill>
                <a:latin typeface="Times New Roman" panose="02020603050405020304" pitchFamily="18" charset="0"/>
                <a:ea typeface="Calibri"/>
                <a:cs typeface="Times New Roman" panose="02020603050405020304" pitchFamily="18" charset="0"/>
              </a:rPr>
              <a:t> Powers related with Educational administration, </a:t>
            </a:r>
          </a:p>
          <a:p>
            <a:pPr lvl="0" algn="just">
              <a:spcBef>
                <a:spcPts val="0"/>
              </a:spcBef>
              <a:spcAft>
                <a:spcPts val="0"/>
              </a:spcAft>
              <a:buClr>
                <a:srgbClr val="0BD0D9"/>
              </a:buClr>
              <a:buFont typeface="Wingdings" panose="05000000000000000000" pitchFamily="2" charset="2"/>
              <a:buChar char="ü"/>
            </a:pPr>
            <a:r>
              <a:rPr lang="en-GB" sz="3200" dirty="0">
                <a:solidFill>
                  <a:prstClr val="black"/>
                </a:solidFill>
                <a:latin typeface="Times New Roman" panose="02020603050405020304" pitchFamily="18" charset="0"/>
                <a:ea typeface="Calibri"/>
                <a:cs typeface="Times New Roman" panose="02020603050405020304" pitchFamily="18" charset="0"/>
              </a:rPr>
              <a:t>Powers related with performance the sacred thing and </a:t>
            </a:r>
          </a:p>
          <a:p>
            <a:pPr lvl="0" algn="just">
              <a:spcBef>
                <a:spcPts val="0"/>
              </a:spcBef>
              <a:spcAft>
                <a:spcPts val="0"/>
              </a:spcAft>
              <a:buClr>
                <a:srgbClr val="0BD0D9"/>
              </a:buClr>
              <a:buFont typeface="Wingdings" panose="05000000000000000000" pitchFamily="2" charset="2"/>
              <a:buChar char="ü"/>
            </a:pPr>
            <a:r>
              <a:rPr lang="en-GB" sz="3200" dirty="0">
                <a:solidFill>
                  <a:prstClr val="black"/>
                </a:solidFill>
                <a:latin typeface="Times New Roman" panose="02020603050405020304" pitchFamily="18" charset="0"/>
                <a:ea typeface="Calibri"/>
                <a:cs typeface="Times New Roman" panose="02020603050405020304" pitchFamily="18" charset="0"/>
              </a:rPr>
              <a:t>the jurisdictional power. </a:t>
            </a:r>
          </a:p>
          <a:p>
            <a:pPr lvl="0" algn="just">
              <a:spcBef>
                <a:spcPts val="0"/>
              </a:spcBef>
              <a:spcAft>
                <a:spcPts val="0"/>
              </a:spcAft>
              <a:buClr>
                <a:srgbClr val="0BD0D9"/>
              </a:buClr>
              <a:buFont typeface="Wingdings" pitchFamily="2" charset="2"/>
              <a:buChar char="v"/>
            </a:pPr>
            <a:r>
              <a:rPr lang="en-GB" sz="3200" dirty="0">
                <a:solidFill>
                  <a:prstClr val="black"/>
                </a:solidFill>
                <a:latin typeface="Times New Roman" panose="02020603050405020304" pitchFamily="18" charset="0"/>
                <a:ea typeface="Calibri"/>
                <a:cs typeface="Times New Roman" panose="02020603050405020304" pitchFamily="18" charset="0"/>
              </a:rPr>
              <a:t>The church should have a school to keep her teaching and perform, the gifts with the help of the grace of God.</a:t>
            </a:r>
            <a:endParaRPr lang="en-US" sz="3200" dirty="0">
              <a:solidFill>
                <a:prstClr val="black"/>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64828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26</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623887981"/>
              </p:ext>
            </p:extLst>
          </p:nvPr>
        </p:nvGraphicFramePr>
        <p:xfrm>
          <a:off x="152400" y="76200"/>
          <a:ext cx="8781288" cy="662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3881760"/>
      </p:ext>
    </p:extLst>
  </p:cSld>
  <p:clrMapOvr>
    <a:masterClrMapping/>
  </p:clrMapOvr>
  <p:transition spd="slow">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27</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1563564214"/>
              </p:ext>
            </p:extLst>
          </p:nvPr>
        </p:nvGraphicFramePr>
        <p:xfrm>
          <a:off x="152400" y="152400"/>
          <a:ext cx="8781288"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61041235"/>
      </p:ext>
    </p:extLst>
  </p:cSld>
  <p:clrMapOvr>
    <a:masterClrMapping/>
  </p:clrMapOvr>
  <p:transition spd="slow">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28</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1702044653"/>
              </p:ext>
            </p:extLst>
          </p:nvPr>
        </p:nvGraphicFramePr>
        <p:xfrm>
          <a:off x="76200" y="152400"/>
          <a:ext cx="8857488" cy="662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8496797"/>
      </p:ext>
    </p:extLst>
  </p:cSld>
  <p:clrMapOvr>
    <a:masterClrMapping/>
  </p:clrMapOvr>
  <p:transition spd="slow">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29</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396561809"/>
              </p:ext>
            </p:extLst>
          </p:nvPr>
        </p:nvGraphicFramePr>
        <p:xfrm>
          <a:off x="152400" y="152400"/>
          <a:ext cx="8781288" cy="662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9520936"/>
      </p:ext>
    </p:extLst>
  </p:cSld>
  <p:clrMapOvr>
    <a:masterClrMapping/>
  </p:clrMapOvr>
  <p:transition spd="slow">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30</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1645347538"/>
              </p:ext>
            </p:extLst>
          </p:nvPr>
        </p:nvGraphicFramePr>
        <p:xfrm>
          <a:off x="152400" y="76200"/>
          <a:ext cx="8839200" cy="6705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6563902"/>
      </p:ext>
    </p:extLst>
  </p:cSld>
  <p:clrMapOvr>
    <a:masterClrMapping/>
  </p:clrMapOvr>
  <p:transition spd="slow">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31</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2798329210"/>
              </p:ext>
            </p:extLst>
          </p:nvPr>
        </p:nvGraphicFramePr>
        <p:xfrm>
          <a:off x="152400" y="152400"/>
          <a:ext cx="8839200"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3376462"/>
      </p:ext>
    </p:extLst>
  </p:cSld>
  <p:clrMapOvr>
    <a:masterClrMapping/>
  </p:clrMapOvr>
  <p:transition spd="slow">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32</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3237505014"/>
              </p:ext>
            </p:extLst>
          </p:nvPr>
        </p:nvGraphicFramePr>
        <p:xfrm>
          <a:off x="152400" y="152400"/>
          <a:ext cx="8839200" cy="662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3785526"/>
      </p:ext>
    </p:extLst>
  </p:cSld>
  <p:clrMapOvr>
    <a:masterClrMapping/>
  </p:clrMapOvr>
  <p:transition spd="slow">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33</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3906221254"/>
              </p:ext>
            </p:extLst>
          </p:nvPr>
        </p:nvGraphicFramePr>
        <p:xfrm>
          <a:off x="152400" y="152400"/>
          <a:ext cx="8686800" cy="662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93154359"/>
      </p:ext>
    </p:extLst>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34</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3032951413"/>
              </p:ext>
            </p:extLst>
          </p:nvPr>
        </p:nvGraphicFramePr>
        <p:xfrm>
          <a:off x="228600" y="152400"/>
          <a:ext cx="87630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0338852"/>
      </p:ext>
    </p:extLst>
  </p:cSld>
  <p:clrMapOvr>
    <a:masterClrMapping/>
  </p:clrMapOvr>
  <p:transition spd="slow">
    <p:wip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35</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1834318486"/>
              </p:ext>
            </p:extLst>
          </p:nvPr>
        </p:nvGraphicFramePr>
        <p:xfrm>
          <a:off x="152400" y="152400"/>
          <a:ext cx="8763000"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4257675"/>
      </p:ext>
    </p:extLst>
  </p:cSld>
  <p:clrMapOvr>
    <a:masterClrMapping/>
  </p:clrMapOvr>
  <p:transition spd="slow">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9FCD94-3B3F-4672-91EF-40798EC0D4AF}" type="slidenum">
              <a:rPr lang="en-US" smtClean="0"/>
              <a:pPr/>
              <a:t>36</a:t>
            </a:fld>
            <a:endParaRPr lang="en-US"/>
          </a:p>
        </p:txBody>
      </p:sp>
      <p:graphicFrame>
        <p:nvGraphicFramePr>
          <p:cNvPr id="2" name="Content Placeholder 1"/>
          <p:cNvGraphicFramePr>
            <a:graphicFrameLocks noGrp="1"/>
          </p:cNvGraphicFramePr>
          <p:nvPr>
            <p:ph sz="quarter" idx="13"/>
            <p:extLst>
              <p:ext uri="{D42A27DB-BD31-4B8C-83A1-F6EECF244321}">
                <p14:modId xmlns:p14="http://schemas.microsoft.com/office/powerpoint/2010/main" val="2966726237"/>
              </p:ext>
            </p:extLst>
          </p:nvPr>
        </p:nvGraphicFramePr>
        <p:xfrm>
          <a:off x="152400" y="152400"/>
          <a:ext cx="8781288"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93998795"/>
      </p:ext>
    </p:extLst>
  </p:cSld>
  <p:clrMapOvr>
    <a:masterClrMapping/>
  </p:clrMapOvr>
  <p:transition spd="slow">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37</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4040932617"/>
              </p:ext>
            </p:extLst>
          </p:nvPr>
        </p:nvGraphicFramePr>
        <p:xfrm>
          <a:off x="228600" y="152400"/>
          <a:ext cx="87630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480327"/>
      </p:ext>
    </p:extLst>
  </p:cSld>
  <p:clrMapOvr>
    <a:masterClrMapping/>
  </p:clrMapOvr>
  <p:transition spd="slow">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38</a:t>
            </a:fld>
            <a:endParaRPr lang="en-US"/>
          </a:p>
        </p:txBody>
      </p:sp>
      <p:graphicFrame>
        <p:nvGraphicFramePr>
          <p:cNvPr id="6" name="Content Placeholder 5"/>
          <p:cNvGraphicFramePr>
            <a:graphicFrameLocks noGrp="1"/>
          </p:cNvGraphicFramePr>
          <p:nvPr>
            <p:ph sz="quarter" idx="13"/>
            <p:extLst>
              <p:ext uri="{D42A27DB-BD31-4B8C-83A1-F6EECF244321}">
                <p14:modId xmlns:p14="http://schemas.microsoft.com/office/powerpoint/2010/main" val="3491775081"/>
              </p:ext>
            </p:extLst>
          </p:nvPr>
        </p:nvGraphicFramePr>
        <p:xfrm>
          <a:off x="152400" y="228600"/>
          <a:ext cx="8839200" cy="640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4426823"/>
      </p:ext>
    </p:extLst>
  </p:cSld>
  <p:clrMapOvr>
    <a:masterClrMapping/>
  </p:clrMapOvr>
  <p:transition spd="slow">
    <p:wip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39</a:t>
            </a:fld>
            <a:endParaRPr lang="en-US"/>
          </a:p>
        </p:txBody>
      </p:sp>
      <p:graphicFrame>
        <p:nvGraphicFramePr>
          <p:cNvPr id="3" name="Content Placeholder 2"/>
          <p:cNvGraphicFramePr>
            <a:graphicFrameLocks noGrp="1"/>
          </p:cNvGraphicFramePr>
          <p:nvPr>
            <p:ph sz="quarter" idx="13"/>
            <p:extLst>
              <p:ext uri="{D42A27DB-BD31-4B8C-83A1-F6EECF244321}">
                <p14:modId xmlns:p14="http://schemas.microsoft.com/office/powerpoint/2010/main" val="1996833835"/>
              </p:ext>
            </p:extLst>
          </p:nvPr>
        </p:nvGraphicFramePr>
        <p:xfrm>
          <a:off x="152400" y="152400"/>
          <a:ext cx="88392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3969767"/>
      </p:ext>
    </p:extLst>
  </p:cSld>
  <p:clrMapOvr>
    <a:masterClrMapping/>
  </p:clrMapOvr>
  <p:transition spd="slow">
    <p:wip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40</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792653511"/>
              </p:ext>
            </p:extLst>
          </p:nvPr>
        </p:nvGraphicFramePr>
        <p:xfrm>
          <a:off x="228600" y="228600"/>
          <a:ext cx="8686800" cy="640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526685"/>
      </p:ext>
    </p:extLst>
  </p:cSld>
  <p:clrMapOvr>
    <a:masterClrMapping/>
  </p:clrMapOvr>
  <p:transition spd="slow">
    <p:wip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41</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1985571534"/>
              </p:ext>
            </p:extLst>
          </p:nvPr>
        </p:nvGraphicFramePr>
        <p:xfrm>
          <a:off x="152400" y="228600"/>
          <a:ext cx="8839200" cy="640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4424983"/>
      </p:ext>
    </p:extLst>
  </p:cSld>
  <p:clrMapOvr>
    <a:masterClrMapping/>
  </p:clrMapOvr>
  <p:transition spd="slow">
    <p:wip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42</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1308088957"/>
              </p:ext>
            </p:extLst>
          </p:nvPr>
        </p:nvGraphicFramePr>
        <p:xfrm>
          <a:off x="152400" y="152400"/>
          <a:ext cx="88392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2394238"/>
      </p:ext>
    </p:extLst>
  </p:cSld>
  <p:clrMapOvr>
    <a:masterClrMapping/>
  </p:clrMapOvr>
  <p:transition spd="slow">
    <p:wip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43</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2559630286"/>
              </p:ext>
            </p:extLst>
          </p:nvPr>
        </p:nvGraphicFramePr>
        <p:xfrm>
          <a:off x="152400" y="152400"/>
          <a:ext cx="88392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6485423"/>
      </p:ext>
    </p:extLst>
  </p:cSld>
  <p:clrMapOvr>
    <a:masterClrMapping/>
  </p:clrMapOvr>
  <p:transition spd="slow">
    <p:wip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44</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740792059"/>
              </p:ext>
            </p:extLst>
          </p:nvPr>
        </p:nvGraphicFramePr>
        <p:xfrm>
          <a:off x="152400" y="228600"/>
          <a:ext cx="87630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9439211"/>
      </p:ext>
    </p:extLst>
  </p:cSld>
  <p:clrMapOvr>
    <a:masterClrMapping/>
  </p:clrMapOvr>
  <p:transition spd="slow">
    <p:wip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45</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2636389019"/>
              </p:ext>
            </p:extLst>
          </p:nvPr>
        </p:nvGraphicFramePr>
        <p:xfrm>
          <a:off x="152400" y="228600"/>
          <a:ext cx="87630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0142111"/>
      </p:ext>
    </p:extLst>
  </p:cSld>
  <p:clrMapOvr>
    <a:masterClrMapping/>
  </p:clrMapOvr>
  <p:transition spd="slow">
    <p:wip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46</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3160146777"/>
              </p:ext>
            </p:extLst>
          </p:nvPr>
        </p:nvGraphicFramePr>
        <p:xfrm>
          <a:off x="152400" y="152400"/>
          <a:ext cx="88392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7630767"/>
      </p:ext>
    </p:extLst>
  </p:cSld>
  <p:clrMapOvr>
    <a:masterClrMapping/>
  </p:clrMapOvr>
  <p:transition spd="slow">
    <p:wip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47</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615813717"/>
              </p:ext>
            </p:extLst>
          </p:nvPr>
        </p:nvGraphicFramePr>
        <p:xfrm>
          <a:off x="228600" y="152400"/>
          <a:ext cx="8686800" cy="655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2278362"/>
      </p:ext>
    </p:extLst>
  </p:cSld>
  <p:clrMapOvr>
    <a:masterClrMapping/>
  </p:clrMapOvr>
  <p:transition spd="slow">
    <p:wip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9FCD94-3B3F-4672-91EF-40798EC0D4AF}" type="slidenum">
              <a:rPr lang="en-US" smtClean="0"/>
              <a:pPr/>
              <a:t>48</a:t>
            </a:fld>
            <a:endParaRPr lang="en-US"/>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216124622"/>
              </p:ext>
            </p:extLst>
          </p:nvPr>
        </p:nvGraphicFramePr>
        <p:xfrm>
          <a:off x="228600" y="228600"/>
          <a:ext cx="87630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0713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17742</TotalTime>
  <Words>6879</Words>
  <Application>Microsoft Office PowerPoint</Application>
  <PresentationFormat>On-screen Show (4:3)</PresentationFormat>
  <Paragraphs>480</Paragraphs>
  <Slides>48</Slides>
  <Notes>0</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Slipstream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office2</dc:creator>
  <cp:lastModifiedBy>fundamental theology</cp:lastModifiedBy>
  <cp:revision>647</cp:revision>
  <cp:lastPrinted>2021-11-09T10:27:41Z</cp:lastPrinted>
  <dcterms:created xsi:type="dcterms:W3CDTF">2020-12-10T04:46:32Z</dcterms:created>
  <dcterms:modified xsi:type="dcterms:W3CDTF">2025-04-12T08:13:37Z</dcterms:modified>
</cp:coreProperties>
</file>